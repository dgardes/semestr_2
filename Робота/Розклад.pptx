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sldIdLst>
    <p:sldId id="256" r:id="rId2"/>
    <p:sldId id="257" r:id="rId3"/>
    <p:sldId id="259" r:id="rId4"/>
    <p:sldId id="258" r:id="rId5"/>
  </p:sldIdLst>
  <p:sldSz cx="14400213" cy="6858000"/>
  <p:notesSz cx="6858000" cy="9144000"/>
  <p:embeddedFontLst>
    <p:embeddedFont>
      <p:font typeface="Akrobat SemiBold" panose="00000700000000000000" charset="-52"/>
      <p:bold r:id="rId6"/>
    </p:embeddedFont>
    <p:embeddedFont>
      <p:font typeface="Montserrat Black" panose="00000A00000000000000" pitchFamily="2" charset="-52"/>
      <p:bold r:id="rId7"/>
      <p:boldItalic r:id="rId8"/>
    </p:embeddedFont>
    <p:embeddedFont>
      <p:font typeface="Montserrat SemiBold" panose="00000700000000000000" pitchFamily="2" charset="-52"/>
      <p:bold r:id="rId9"/>
      <p:boldItalic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4643" userDrawn="1">
          <p15:clr>
            <a:srgbClr val="A4A3A4"/>
          </p15:clr>
        </p15:guide>
        <p15:guide id="3" pos="517" userDrawn="1">
          <p15:clr>
            <a:srgbClr val="A4A3A4"/>
          </p15:clr>
        </p15:guide>
        <p15:guide id="5" pos="1026" userDrawn="1">
          <p15:clr>
            <a:srgbClr val="A4A3A4"/>
          </p15:clr>
        </p15:guide>
        <p15:guide id="6" pos="1535" userDrawn="1">
          <p15:clr>
            <a:srgbClr val="A4A3A4"/>
          </p15:clr>
        </p15:guide>
        <p15:guide id="7" pos="3249" userDrawn="1">
          <p15:clr>
            <a:srgbClr val="A4A3A4"/>
          </p15:clr>
        </p15:guide>
        <p15:guide id="8" pos="330" userDrawn="1">
          <p15:clr>
            <a:srgbClr val="A4A3A4"/>
          </p15:clr>
        </p15:guide>
        <p15:guide id="9" pos="5822" userDrawn="1">
          <p15:clr>
            <a:srgbClr val="A4A3A4"/>
          </p15:clr>
        </p15:guide>
        <p15:guide id="10" pos="7536" userDrawn="1">
          <p15:clr>
            <a:srgbClr val="A4A3A4"/>
          </p15:clr>
        </p15:guide>
        <p15:guide id="11" pos="4804" userDrawn="1">
          <p15:clr>
            <a:srgbClr val="A4A3A4"/>
          </p15:clr>
        </p15:guide>
        <p15:guide id="12" pos="5313" userDrawn="1">
          <p15:clr>
            <a:srgbClr val="A4A3A4"/>
          </p15:clr>
        </p15:guide>
        <p15:guide id="13" orient="horz" pos="300" userDrawn="1">
          <p15:clr>
            <a:srgbClr val="A4A3A4"/>
          </p15:clr>
        </p15:guide>
        <p15:guide id="14" orient="horz" pos="159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DCF9"/>
    <a:srgbClr val="E1E7FB"/>
    <a:srgbClr val="C0CDF8"/>
    <a:srgbClr val="AADAB7"/>
    <a:srgbClr val="D9FDD7"/>
    <a:srgbClr val="DDFDDB"/>
    <a:srgbClr val="EDFEEC"/>
    <a:srgbClr val="B3F7CA"/>
    <a:srgbClr val="BEF8E6"/>
    <a:srgbClr val="EDF1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55" autoAdjust="0"/>
    <p:restoredTop sz="94660"/>
  </p:normalViewPr>
  <p:slideViewPr>
    <p:cSldViewPr snapToGrid="0" showGuides="1">
      <p:cViewPr varScale="1">
        <p:scale>
          <a:sx n="79" d="100"/>
          <a:sy n="79" d="100"/>
        </p:scale>
        <p:origin x="437" y="43"/>
      </p:cViewPr>
      <p:guideLst>
        <p:guide pos="4643"/>
        <p:guide pos="517"/>
        <p:guide pos="1026"/>
        <p:guide pos="1535"/>
        <p:guide pos="3249"/>
        <p:guide pos="330"/>
        <p:guide pos="5822"/>
        <p:guide pos="7536"/>
        <p:guide pos="4804"/>
        <p:guide pos="5313"/>
        <p:guide orient="horz" pos="300"/>
        <p:guide orient="horz" pos="159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0027" y="1122363"/>
            <a:ext cx="1080016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3602038"/>
            <a:ext cx="1080016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4F84A-97AA-465B-8784-EDD952F8A33B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33D1-E03F-4C55-B62A-A7C0230016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7459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4F84A-97AA-465B-8784-EDD952F8A33B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33D1-E03F-4C55-B62A-A7C0230016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6380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4" y="1709739"/>
            <a:ext cx="12420184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4" y="4589464"/>
            <a:ext cx="1242018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4F84A-97AA-465B-8784-EDD952F8A33B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33D1-E03F-4C55-B62A-A7C0230016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9242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1825625"/>
            <a:ext cx="6120091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1825625"/>
            <a:ext cx="6120091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4F84A-97AA-465B-8784-EDD952F8A33B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33D1-E03F-4C55-B62A-A7C0230016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5487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365126"/>
            <a:ext cx="12420184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1" y="1681163"/>
            <a:ext cx="609196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1" y="2505075"/>
            <a:ext cx="6091965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8" y="1681163"/>
            <a:ext cx="612196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8" y="2505075"/>
            <a:ext cx="6121966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4F84A-97AA-465B-8784-EDD952F8A33B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33D1-E03F-4C55-B62A-A7C0230016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0872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4F84A-97AA-465B-8784-EDD952F8A33B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33D1-E03F-4C55-B62A-A7C0230016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6935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4F84A-97AA-465B-8784-EDD952F8A33B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33D1-E03F-4C55-B62A-A7C0230016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8756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457200"/>
            <a:ext cx="46444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987426"/>
            <a:ext cx="729010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057400"/>
            <a:ext cx="46444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4F84A-97AA-465B-8784-EDD952F8A33B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33D1-E03F-4C55-B62A-A7C0230016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524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457200"/>
            <a:ext cx="46444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987426"/>
            <a:ext cx="7290108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057400"/>
            <a:ext cx="46444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4F84A-97AA-465B-8784-EDD952F8A33B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33D1-E03F-4C55-B62A-A7C0230016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0663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4F84A-97AA-465B-8784-EDD952F8A33B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33D1-E03F-4C55-B62A-A7C0230016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934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2" y="365125"/>
            <a:ext cx="3105046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365125"/>
            <a:ext cx="913513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4F84A-97AA-465B-8784-EDD952F8A33B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33D1-E03F-4C55-B62A-A7C0230016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2589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365126"/>
            <a:ext cx="1242018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1825625"/>
            <a:ext cx="1242018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6356351"/>
            <a:ext cx="3240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4F84A-97AA-465B-8784-EDD952F8A33B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6356351"/>
            <a:ext cx="4860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6356351"/>
            <a:ext cx="3240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2633D1-E03F-4C55-B62A-A7C0230016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4610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7B57008C-9C3D-497A-B52D-38CE0E834F83}"/>
              </a:ext>
            </a:extLst>
          </p:cNvPr>
          <p:cNvSpPr/>
          <p:nvPr/>
        </p:nvSpPr>
        <p:spPr>
          <a:xfrm>
            <a:off x="2315371" y="369332"/>
            <a:ext cx="5189536" cy="1730004"/>
          </a:xfrm>
          <a:prstGeom prst="rect">
            <a:avLst/>
          </a:prstGeom>
          <a:solidFill>
            <a:srgbClr val="FFE4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13F3284-AC6F-4B76-BD22-3C2254703149}"/>
              </a:ext>
            </a:extLst>
          </p:cNvPr>
          <p:cNvSpPr txBox="1"/>
          <p:nvPr/>
        </p:nvSpPr>
        <p:spPr>
          <a:xfrm>
            <a:off x="2978665" y="0"/>
            <a:ext cx="636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Час</a:t>
            </a:r>
          </a:p>
        </p:txBody>
      </p:sp>
      <p:cxnSp>
        <p:nvCxnSpPr>
          <p:cNvPr id="43" name="Прямая соединительная линия 42">
            <a:extLst>
              <a:ext uri="{FF2B5EF4-FFF2-40B4-BE49-F238E27FC236}">
                <a16:creationId xmlns:a16="http://schemas.microsoft.com/office/drawing/2014/main" id="{B2E948B5-406F-49F2-9789-BA19026FE6A4}"/>
              </a:ext>
            </a:extLst>
          </p:cNvPr>
          <p:cNvCxnSpPr>
            <a:cxnSpLocks/>
          </p:cNvCxnSpPr>
          <p:nvPr/>
        </p:nvCxnSpPr>
        <p:spPr>
          <a:xfrm>
            <a:off x="2315370" y="369332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>
            <a:extLst>
              <a:ext uri="{FF2B5EF4-FFF2-40B4-BE49-F238E27FC236}">
                <a16:creationId xmlns:a16="http://schemas.microsoft.com/office/drawing/2014/main" id="{AA7127FD-9F6E-430E-9E32-026D19565E74}"/>
              </a:ext>
            </a:extLst>
          </p:cNvPr>
          <p:cNvCxnSpPr>
            <a:cxnSpLocks/>
          </p:cNvCxnSpPr>
          <p:nvPr/>
        </p:nvCxnSpPr>
        <p:spPr>
          <a:xfrm>
            <a:off x="2315370" y="2099336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>
            <a:extLst>
              <a:ext uri="{FF2B5EF4-FFF2-40B4-BE49-F238E27FC236}">
                <a16:creationId xmlns:a16="http://schemas.microsoft.com/office/drawing/2014/main" id="{0462AA16-C11F-44C5-BCC6-338C64246731}"/>
              </a:ext>
            </a:extLst>
          </p:cNvPr>
          <p:cNvCxnSpPr>
            <a:cxnSpLocks/>
          </p:cNvCxnSpPr>
          <p:nvPr/>
        </p:nvCxnSpPr>
        <p:spPr>
          <a:xfrm>
            <a:off x="2315370" y="801833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>
            <a:extLst>
              <a:ext uri="{FF2B5EF4-FFF2-40B4-BE49-F238E27FC236}">
                <a16:creationId xmlns:a16="http://schemas.microsoft.com/office/drawing/2014/main" id="{F534D8F9-8676-4EBD-90FB-0A4D8E6F53E6}"/>
              </a:ext>
            </a:extLst>
          </p:cNvPr>
          <p:cNvCxnSpPr>
            <a:cxnSpLocks/>
          </p:cNvCxnSpPr>
          <p:nvPr/>
        </p:nvCxnSpPr>
        <p:spPr>
          <a:xfrm>
            <a:off x="2315370" y="1234334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id="{A62E6BA9-8AFA-48C3-B3A7-637086B149E1}"/>
              </a:ext>
            </a:extLst>
          </p:cNvPr>
          <p:cNvCxnSpPr>
            <a:cxnSpLocks/>
          </p:cNvCxnSpPr>
          <p:nvPr/>
        </p:nvCxnSpPr>
        <p:spPr>
          <a:xfrm>
            <a:off x="2315370" y="1666835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5E9F0F5F-361B-42D0-B9D9-D1CABC2174DE}"/>
              </a:ext>
            </a:extLst>
          </p:cNvPr>
          <p:cNvSpPr txBox="1"/>
          <p:nvPr/>
        </p:nvSpPr>
        <p:spPr>
          <a:xfrm>
            <a:off x="4125503" y="0"/>
            <a:ext cx="1298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Предмет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3E08009D-3BE9-4204-90C6-4B0A197BF415}"/>
              </a:ext>
            </a:extLst>
          </p:cNvPr>
          <p:cNvSpPr txBox="1"/>
          <p:nvPr/>
        </p:nvSpPr>
        <p:spPr>
          <a:xfrm>
            <a:off x="2251847" y="0"/>
            <a:ext cx="88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Пара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32FA5768-3ABD-4396-B083-6EE3A9859C2D}"/>
              </a:ext>
            </a:extLst>
          </p:cNvPr>
          <p:cNvSpPr txBox="1"/>
          <p:nvPr/>
        </p:nvSpPr>
        <p:spPr>
          <a:xfrm>
            <a:off x="2466363" y="400916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1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60B24222-87FA-4DC8-8AD7-7487F708C864}"/>
              </a:ext>
            </a:extLst>
          </p:cNvPr>
          <p:cNvSpPr txBox="1"/>
          <p:nvPr/>
        </p:nvSpPr>
        <p:spPr>
          <a:xfrm>
            <a:off x="2461601" y="833417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2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2D8BED56-CE4A-4A58-B09C-4547D9DE49FC}"/>
              </a:ext>
            </a:extLst>
          </p:cNvPr>
          <p:cNvSpPr txBox="1"/>
          <p:nvPr/>
        </p:nvSpPr>
        <p:spPr>
          <a:xfrm>
            <a:off x="2459220" y="1265918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3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ED496723-79DC-4D69-B6F1-E9CA00349E62}"/>
              </a:ext>
            </a:extLst>
          </p:cNvPr>
          <p:cNvSpPr txBox="1"/>
          <p:nvPr/>
        </p:nvSpPr>
        <p:spPr>
          <a:xfrm>
            <a:off x="2459220" y="1698418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4</a:t>
            </a:r>
          </a:p>
        </p:txBody>
      </p:sp>
      <p:cxnSp>
        <p:nvCxnSpPr>
          <p:cNvPr id="143" name="Прямая соединительная линия 142">
            <a:extLst>
              <a:ext uri="{FF2B5EF4-FFF2-40B4-BE49-F238E27FC236}">
                <a16:creationId xmlns:a16="http://schemas.microsoft.com/office/drawing/2014/main" id="{BFD74005-1CBE-46A2-87A9-F10D86FCCD50}"/>
              </a:ext>
            </a:extLst>
          </p:cNvPr>
          <p:cNvCxnSpPr>
            <a:cxnSpLocks/>
          </p:cNvCxnSpPr>
          <p:nvPr/>
        </p:nvCxnSpPr>
        <p:spPr>
          <a:xfrm>
            <a:off x="2959615" y="369332"/>
            <a:ext cx="0" cy="1730004"/>
          </a:xfrm>
          <a:prstGeom prst="line">
            <a:avLst/>
          </a:prstGeom>
          <a:ln w="6350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Прямая соединительная линия 147">
            <a:extLst>
              <a:ext uri="{FF2B5EF4-FFF2-40B4-BE49-F238E27FC236}">
                <a16:creationId xmlns:a16="http://schemas.microsoft.com/office/drawing/2014/main" id="{18C73601-C66B-443B-8C4F-08DE4EFB4454}"/>
              </a:ext>
            </a:extLst>
          </p:cNvPr>
          <p:cNvCxnSpPr>
            <a:cxnSpLocks/>
          </p:cNvCxnSpPr>
          <p:nvPr/>
        </p:nvCxnSpPr>
        <p:spPr>
          <a:xfrm>
            <a:off x="3637759" y="369332"/>
            <a:ext cx="0" cy="1730004"/>
          </a:xfrm>
          <a:prstGeom prst="line">
            <a:avLst/>
          </a:prstGeom>
          <a:ln w="6350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15375F17-A230-49F4-8A5E-CA68C4E96BAE}"/>
              </a:ext>
            </a:extLst>
          </p:cNvPr>
          <p:cNvSpPr txBox="1"/>
          <p:nvPr/>
        </p:nvSpPr>
        <p:spPr>
          <a:xfrm>
            <a:off x="2901053" y="447084"/>
            <a:ext cx="7700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8.30-9.30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BC40D5CE-A699-476C-8679-2E03D27AC53E}"/>
              </a:ext>
            </a:extLst>
          </p:cNvPr>
          <p:cNvSpPr txBox="1"/>
          <p:nvPr/>
        </p:nvSpPr>
        <p:spPr>
          <a:xfrm rot="16200000">
            <a:off x="1280580" y="1049668"/>
            <a:ext cx="1714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ПОНЕД</a:t>
            </a:r>
            <a:r>
              <a:rPr lang="uk-UA" dirty="0">
                <a:latin typeface="Montserrat SemiBold" panose="00000700000000000000" pitchFamily="2" charset="-52"/>
              </a:rPr>
              <a:t>ІЛОК</a:t>
            </a:r>
            <a:endParaRPr lang="ru-RU" dirty="0">
              <a:latin typeface="Montserrat SemiBold" panose="00000700000000000000" pitchFamily="2" charset="-52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AE1109BF-F394-4390-BE6D-E38A84780438}"/>
              </a:ext>
            </a:extLst>
          </p:cNvPr>
          <p:cNvSpPr txBox="1"/>
          <p:nvPr/>
        </p:nvSpPr>
        <p:spPr>
          <a:xfrm rot="16200000">
            <a:off x="1402643" y="3145098"/>
            <a:ext cx="1470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latin typeface="Montserrat SemiBold" panose="00000700000000000000" pitchFamily="2" charset="-52"/>
              </a:rPr>
              <a:t>ВІВТОРОК</a:t>
            </a:r>
            <a:endParaRPr lang="ru-RU" dirty="0">
              <a:latin typeface="Montserrat SemiBold" panose="00000700000000000000" pitchFamily="2" charset="-52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00F0F94C-8F42-4972-B9ED-D08B19ABD284}"/>
              </a:ext>
            </a:extLst>
          </p:cNvPr>
          <p:cNvSpPr txBox="1"/>
          <p:nvPr/>
        </p:nvSpPr>
        <p:spPr>
          <a:xfrm rot="16200000">
            <a:off x="1538623" y="5309765"/>
            <a:ext cx="1198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latin typeface="Montserrat SemiBold" panose="00000700000000000000" pitchFamily="2" charset="-52"/>
              </a:rPr>
              <a:t>СЕРЕДА</a:t>
            </a:r>
            <a:endParaRPr lang="ru-RU" dirty="0">
              <a:latin typeface="Montserrat SemiBold" panose="00000700000000000000" pitchFamily="2" charset="-52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BDEE2AF-43B6-4C8C-B45A-AFAC285D96A4}"/>
              </a:ext>
            </a:extLst>
          </p:cNvPr>
          <p:cNvSpPr txBox="1"/>
          <p:nvPr/>
        </p:nvSpPr>
        <p:spPr>
          <a:xfrm rot="16200000">
            <a:off x="7190616" y="1152490"/>
            <a:ext cx="1179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latin typeface="Montserrat SemiBold" panose="00000700000000000000" pitchFamily="2" charset="-52"/>
              </a:rPr>
              <a:t>ЧЕТВЕР</a:t>
            </a:r>
            <a:endParaRPr lang="ru-RU" dirty="0">
              <a:latin typeface="Montserrat SemiBold" panose="00000700000000000000" pitchFamily="2" charset="-52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1B3466D1-F17F-4B94-B993-771ACAE5DBDB}"/>
              </a:ext>
            </a:extLst>
          </p:cNvPr>
          <p:cNvSpPr txBox="1"/>
          <p:nvPr/>
        </p:nvSpPr>
        <p:spPr>
          <a:xfrm rot="16200000">
            <a:off x="7045144" y="3178411"/>
            <a:ext cx="1470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latin typeface="Montserrat SemiBold" panose="00000700000000000000" pitchFamily="2" charset="-52"/>
              </a:rPr>
              <a:t>П’ЯТНИЦЯ</a:t>
            </a:r>
            <a:endParaRPr lang="ru-RU" dirty="0">
              <a:latin typeface="Montserrat SemiBold" panose="00000700000000000000" pitchFamily="2" charset="-52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C59DDCAC-1833-4192-9B28-20AC5E9217DE}"/>
              </a:ext>
            </a:extLst>
          </p:cNvPr>
          <p:cNvSpPr txBox="1"/>
          <p:nvPr/>
        </p:nvSpPr>
        <p:spPr>
          <a:xfrm rot="16200000">
            <a:off x="7150643" y="5218394"/>
            <a:ext cx="1259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latin typeface="Montserrat SemiBold" panose="00000700000000000000" pitchFamily="2" charset="-52"/>
              </a:rPr>
              <a:t>ВИХІДНІ</a:t>
            </a:r>
            <a:endParaRPr lang="ru-RU" dirty="0">
              <a:latin typeface="Montserrat SemiBold" panose="00000700000000000000" pitchFamily="2" charset="-52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3DB9EC6B-5C2B-4312-AD0F-727246FF22CF}"/>
              </a:ext>
            </a:extLst>
          </p:cNvPr>
          <p:cNvSpPr txBox="1"/>
          <p:nvPr/>
        </p:nvSpPr>
        <p:spPr>
          <a:xfrm>
            <a:off x="2901053" y="879585"/>
            <a:ext cx="7446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9.40-10.40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49AC0FC7-9C7F-4E24-BAE4-81C784AC496E}"/>
              </a:ext>
            </a:extLst>
          </p:cNvPr>
          <p:cNvSpPr txBox="1"/>
          <p:nvPr/>
        </p:nvSpPr>
        <p:spPr>
          <a:xfrm>
            <a:off x="2901053" y="1312086"/>
            <a:ext cx="770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10.50-11.50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222087E6-D179-4610-AFF1-3FC10C27462D}"/>
              </a:ext>
            </a:extLst>
          </p:cNvPr>
          <p:cNvSpPr txBox="1"/>
          <p:nvPr/>
        </p:nvSpPr>
        <p:spPr>
          <a:xfrm>
            <a:off x="2901052" y="1744587"/>
            <a:ext cx="7914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12.00-13.00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A08AA7D7-8167-4963-98CF-4F8F6645F4FB}"/>
              </a:ext>
            </a:extLst>
          </p:cNvPr>
          <p:cNvSpPr txBox="1"/>
          <p:nvPr/>
        </p:nvSpPr>
        <p:spPr>
          <a:xfrm>
            <a:off x="6001470" y="0"/>
            <a:ext cx="1395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Викладач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6358B43E-DB15-4DAB-A40E-1C4CB9579C0C}"/>
              </a:ext>
            </a:extLst>
          </p:cNvPr>
          <p:cNvSpPr txBox="1"/>
          <p:nvPr/>
        </p:nvSpPr>
        <p:spPr>
          <a:xfrm>
            <a:off x="3601227" y="429153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Операційні системи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cxnSp>
        <p:nvCxnSpPr>
          <p:cNvPr id="178" name="Прямая соединительная линия 177">
            <a:extLst>
              <a:ext uri="{FF2B5EF4-FFF2-40B4-BE49-F238E27FC236}">
                <a16:creationId xmlns:a16="http://schemas.microsoft.com/office/drawing/2014/main" id="{12198AE0-E2B0-496F-AB56-7A471A61D422}"/>
              </a:ext>
            </a:extLst>
          </p:cNvPr>
          <p:cNvCxnSpPr>
            <a:cxnSpLocks/>
          </p:cNvCxnSpPr>
          <p:nvPr/>
        </p:nvCxnSpPr>
        <p:spPr>
          <a:xfrm>
            <a:off x="5930901" y="369332"/>
            <a:ext cx="0" cy="1730004"/>
          </a:xfrm>
          <a:prstGeom prst="line">
            <a:avLst/>
          </a:prstGeom>
          <a:ln w="6350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43E705A9-4E56-4B5F-8B28-E7B690E3FD98}"/>
              </a:ext>
            </a:extLst>
          </p:cNvPr>
          <p:cNvSpPr txBox="1"/>
          <p:nvPr/>
        </p:nvSpPr>
        <p:spPr>
          <a:xfrm>
            <a:off x="5892480" y="429153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Бондарева Я. В.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16A36DE9-148C-49A5-BBEE-24DA40DF7CD8}"/>
              </a:ext>
            </a:extLst>
          </p:cNvPr>
          <p:cNvSpPr txBox="1"/>
          <p:nvPr/>
        </p:nvSpPr>
        <p:spPr>
          <a:xfrm>
            <a:off x="3601227" y="854762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Основи програмування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B59193DC-3295-4F31-B9B4-6BDB76EE4EAD}"/>
              </a:ext>
            </a:extLst>
          </p:cNvPr>
          <p:cNvSpPr txBox="1"/>
          <p:nvPr/>
        </p:nvSpPr>
        <p:spPr>
          <a:xfrm>
            <a:off x="5892480" y="854762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Антоненко Ю. С.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BE12DBD4-B2DF-4431-8D20-742D02D7F5B4}"/>
              </a:ext>
            </a:extLst>
          </p:cNvPr>
          <p:cNvSpPr txBox="1"/>
          <p:nvPr/>
        </p:nvSpPr>
        <p:spPr>
          <a:xfrm>
            <a:off x="3601227" y="1280371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Математика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23DB63AF-6ED1-43A1-A009-BC5D6C02C5FB}"/>
              </a:ext>
            </a:extLst>
          </p:cNvPr>
          <p:cNvSpPr txBox="1"/>
          <p:nvPr/>
        </p:nvSpPr>
        <p:spPr>
          <a:xfrm>
            <a:off x="5892480" y="1280371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Коржова А. В.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D81E0DB8-25D3-4EF2-9E98-C64C75A54FF3}"/>
              </a:ext>
            </a:extLst>
          </p:cNvPr>
          <p:cNvSpPr txBox="1"/>
          <p:nvPr/>
        </p:nvSpPr>
        <p:spPr>
          <a:xfrm>
            <a:off x="3601227" y="1705980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Історія України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4A5FC5C3-9747-422F-ADB4-BB824B7E1C63}"/>
              </a:ext>
            </a:extLst>
          </p:cNvPr>
          <p:cNvSpPr txBox="1"/>
          <p:nvPr/>
        </p:nvSpPr>
        <p:spPr>
          <a:xfrm>
            <a:off x="5892480" y="1705980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Терещенко Д. Є.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45" name="Прямоугольник 244">
            <a:extLst>
              <a:ext uri="{FF2B5EF4-FFF2-40B4-BE49-F238E27FC236}">
                <a16:creationId xmlns:a16="http://schemas.microsoft.com/office/drawing/2014/main" id="{B122C299-7736-415C-9C61-21931F863DB4}"/>
              </a:ext>
            </a:extLst>
          </p:cNvPr>
          <p:cNvSpPr/>
          <p:nvPr/>
        </p:nvSpPr>
        <p:spPr>
          <a:xfrm>
            <a:off x="2315371" y="2464762"/>
            <a:ext cx="5189536" cy="1730004"/>
          </a:xfrm>
          <a:prstGeom prst="rect">
            <a:avLst/>
          </a:prstGeom>
          <a:solidFill>
            <a:srgbClr val="FFE4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318EDEEB-4AE4-4DD2-9CF5-3922926C89D3}"/>
              </a:ext>
            </a:extLst>
          </p:cNvPr>
          <p:cNvSpPr txBox="1"/>
          <p:nvPr/>
        </p:nvSpPr>
        <p:spPr>
          <a:xfrm>
            <a:off x="2978665" y="2095430"/>
            <a:ext cx="636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Час</a:t>
            </a:r>
          </a:p>
        </p:txBody>
      </p:sp>
      <p:cxnSp>
        <p:nvCxnSpPr>
          <p:cNvPr id="247" name="Прямая соединительная линия 246">
            <a:extLst>
              <a:ext uri="{FF2B5EF4-FFF2-40B4-BE49-F238E27FC236}">
                <a16:creationId xmlns:a16="http://schemas.microsoft.com/office/drawing/2014/main" id="{71DE5679-6E7A-4933-A846-DD7BBE1CD554}"/>
              </a:ext>
            </a:extLst>
          </p:cNvPr>
          <p:cNvCxnSpPr>
            <a:cxnSpLocks/>
          </p:cNvCxnSpPr>
          <p:nvPr/>
        </p:nvCxnSpPr>
        <p:spPr>
          <a:xfrm>
            <a:off x="2315370" y="2464762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Прямая соединительная линия 247">
            <a:extLst>
              <a:ext uri="{FF2B5EF4-FFF2-40B4-BE49-F238E27FC236}">
                <a16:creationId xmlns:a16="http://schemas.microsoft.com/office/drawing/2014/main" id="{6F2FE4EF-B121-4C62-9F4F-032790B8C241}"/>
              </a:ext>
            </a:extLst>
          </p:cNvPr>
          <p:cNvCxnSpPr>
            <a:cxnSpLocks/>
          </p:cNvCxnSpPr>
          <p:nvPr/>
        </p:nvCxnSpPr>
        <p:spPr>
          <a:xfrm>
            <a:off x="2315370" y="4194766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Прямая соединительная линия 248">
            <a:extLst>
              <a:ext uri="{FF2B5EF4-FFF2-40B4-BE49-F238E27FC236}">
                <a16:creationId xmlns:a16="http://schemas.microsoft.com/office/drawing/2014/main" id="{D57E1C88-93FE-4EF7-909B-2AFA60F9BD8B}"/>
              </a:ext>
            </a:extLst>
          </p:cNvPr>
          <p:cNvCxnSpPr>
            <a:cxnSpLocks/>
          </p:cNvCxnSpPr>
          <p:nvPr/>
        </p:nvCxnSpPr>
        <p:spPr>
          <a:xfrm>
            <a:off x="2315370" y="2897263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Прямая соединительная линия 249">
            <a:extLst>
              <a:ext uri="{FF2B5EF4-FFF2-40B4-BE49-F238E27FC236}">
                <a16:creationId xmlns:a16="http://schemas.microsoft.com/office/drawing/2014/main" id="{9E2BCC00-0754-43C8-B7D3-69C8FF7376BE}"/>
              </a:ext>
            </a:extLst>
          </p:cNvPr>
          <p:cNvCxnSpPr>
            <a:cxnSpLocks/>
          </p:cNvCxnSpPr>
          <p:nvPr/>
        </p:nvCxnSpPr>
        <p:spPr>
          <a:xfrm>
            <a:off x="2315370" y="3329764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Прямая соединительная линия 250">
            <a:extLst>
              <a:ext uri="{FF2B5EF4-FFF2-40B4-BE49-F238E27FC236}">
                <a16:creationId xmlns:a16="http://schemas.microsoft.com/office/drawing/2014/main" id="{1C04D6CE-CAFE-4269-B6F1-50B0F8E7DBBE}"/>
              </a:ext>
            </a:extLst>
          </p:cNvPr>
          <p:cNvCxnSpPr>
            <a:cxnSpLocks/>
          </p:cNvCxnSpPr>
          <p:nvPr/>
        </p:nvCxnSpPr>
        <p:spPr>
          <a:xfrm>
            <a:off x="2315370" y="3762265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TextBox 251">
            <a:extLst>
              <a:ext uri="{FF2B5EF4-FFF2-40B4-BE49-F238E27FC236}">
                <a16:creationId xmlns:a16="http://schemas.microsoft.com/office/drawing/2014/main" id="{C4C2C4A6-23AD-47DD-8CAE-D91CF75F2D05}"/>
              </a:ext>
            </a:extLst>
          </p:cNvPr>
          <p:cNvSpPr txBox="1"/>
          <p:nvPr/>
        </p:nvSpPr>
        <p:spPr>
          <a:xfrm>
            <a:off x="4125503" y="2095430"/>
            <a:ext cx="1298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Предмет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C6FE36ED-F60C-41CF-8DBA-416A9CCA076D}"/>
              </a:ext>
            </a:extLst>
          </p:cNvPr>
          <p:cNvSpPr txBox="1"/>
          <p:nvPr/>
        </p:nvSpPr>
        <p:spPr>
          <a:xfrm>
            <a:off x="2251847" y="2095430"/>
            <a:ext cx="88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Пара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32CB0D12-4040-4244-94E5-41330F8C4BAA}"/>
              </a:ext>
            </a:extLst>
          </p:cNvPr>
          <p:cNvSpPr txBox="1"/>
          <p:nvPr/>
        </p:nvSpPr>
        <p:spPr>
          <a:xfrm>
            <a:off x="2466363" y="2496346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1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A4F7213F-AC96-4DE7-8388-A377C6A4EB4D}"/>
              </a:ext>
            </a:extLst>
          </p:cNvPr>
          <p:cNvSpPr txBox="1"/>
          <p:nvPr/>
        </p:nvSpPr>
        <p:spPr>
          <a:xfrm>
            <a:off x="2461601" y="2928847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2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CAEA5757-05EE-4279-9D46-CFC3826854CF}"/>
              </a:ext>
            </a:extLst>
          </p:cNvPr>
          <p:cNvSpPr txBox="1"/>
          <p:nvPr/>
        </p:nvSpPr>
        <p:spPr>
          <a:xfrm>
            <a:off x="2459220" y="3361348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3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244F33E1-A136-4B4B-81C3-F45458A70A1F}"/>
              </a:ext>
            </a:extLst>
          </p:cNvPr>
          <p:cNvSpPr txBox="1"/>
          <p:nvPr/>
        </p:nvSpPr>
        <p:spPr>
          <a:xfrm>
            <a:off x="2459220" y="3793848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4</a:t>
            </a:r>
          </a:p>
        </p:txBody>
      </p:sp>
      <p:cxnSp>
        <p:nvCxnSpPr>
          <p:cNvPr id="258" name="Прямая соединительная линия 257">
            <a:extLst>
              <a:ext uri="{FF2B5EF4-FFF2-40B4-BE49-F238E27FC236}">
                <a16:creationId xmlns:a16="http://schemas.microsoft.com/office/drawing/2014/main" id="{9B1E6993-15C4-4E37-AC85-2440FE7EB76A}"/>
              </a:ext>
            </a:extLst>
          </p:cNvPr>
          <p:cNvCxnSpPr>
            <a:cxnSpLocks/>
          </p:cNvCxnSpPr>
          <p:nvPr/>
        </p:nvCxnSpPr>
        <p:spPr>
          <a:xfrm>
            <a:off x="2959615" y="2464762"/>
            <a:ext cx="0" cy="1730004"/>
          </a:xfrm>
          <a:prstGeom prst="line">
            <a:avLst/>
          </a:prstGeom>
          <a:ln w="6350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Прямая соединительная линия 258">
            <a:extLst>
              <a:ext uri="{FF2B5EF4-FFF2-40B4-BE49-F238E27FC236}">
                <a16:creationId xmlns:a16="http://schemas.microsoft.com/office/drawing/2014/main" id="{B68DC8C3-2561-4435-8B7B-7BF82DCC354D}"/>
              </a:ext>
            </a:extLst>
          </p:cNvPr>
          <p:cNvCxnSpPr>
            <a:cxnSpLocks/>
          </p:cNvCxnSpPr>
          <p:nvPr/>
        </p:nvCxnSpPr>
        <p:spPr>
          <a:xfrm>
            <a:off x="3637759" y="2464762"/>
            <a:ext cx="0" cy="1730004"/>
          </a:xfrm>
          <a:prstGeom prst="line">
            <a:avLst/>
          </a:prstGeom>
          <a:ln w="6350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TextBox 259">
            <a:extLst>
              <a:ext uri="{FF2B5EF4-FFF2-40B4-BE49-F238E27FC236}">
                <a16:creationId xmlns:a16="http://schemas.microsoft.com/office/drawing/2014/main" id="{637CED76-D5E5-439E-B6B3-5F17BC320EA7}"/>
              </a:ext>
            </a:extLst>
          </p:cNvPr>
          <p:cNvSpPr txBox="1"/>
          <p:nvPr/>
        </p:nvSpPr>
        <p:spPr>
          <a:xfrm>
            <a:off x="2901053" y="2542514"/>
            <a:ext cx="7367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8.30-9.30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CD1F08C3-E1C1-47D6-9416-6CBCBE337233}"/>
              </a:ext>
            </a:extLst>
          </p:cNvPr>
          <p:cNvSpPr txBox="1"/>
          <p:nvPr/>
        </p:nvSpPr>
        <p:spPr>
          <a:xfrm>
            <a:off x="2901053" y="2975015"/>
            <a:ext cx="7446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9.40-10.40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ECE1753B-BC6E-4781-A128-2D039923A192}"/>
              </a:ext>
            </a:extLst>
          </p:cNvPr>
          <p:cNvSpPr txBox="1"/>
          <p:nvPr/>
        </p:nvSpPr>
        <p:spPr>
          <a:xfrm>
            <a:off x="2901053" y="3407516"/>
            <a:ext cx="770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10.50-11.50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1C135C21-1F1C-49A9-AEAC-47357223C9AC}"/>
              </a:ext>
            </a:extLst>
          </p:cNvPr>
          <p:cNvSpPr txBox="1"/>
          <p:nvPr/>
        </p:nvSpPr>
        <p:spPr>
          <a:xfrm>
            <a:off x="2901052" y="3840017"/>
            <a:ext cx="7914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12.00-13.00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F16F0298-6AF6-47FB-9BC7-9E957F28E9BC}"/>
              </a:ext>
            </a:extLst>
          </p:cNvPr>
          <p:cNvSpPr txBox="1"/>
          <p:nvPr/>
        </p:nvSpPr>
        <p:spPr>
          <a:xfrm>
            <a:off x="6001470" y="2095430"/>
            <a:ext cx="1395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Викладач</a:t>
            </a:r>
          </a:p>
        </p:txBody>
      </p:sp>
      <p:cxnSp>
        <p:nvCxnSpPr>
          <p:cNvPr id="266" name="Прямая соединительная линия 265">
            <a:extLst>
              <a:ext uri="{FF2B5EF4-FFF2-40B4-BE49-F238E27FC236}">
                <a16:creationId xmlns:a16="http://schemas.microsoft.com/office/drawing/2014/main" id="{AFDE5328-CA8A-48DD-8FE1-2D6E18FFE8C7}"/>
              </a:ext>
            </a:extLst>
          </p:cNvPr>
          <p:cNvCxnSpPr>
            <a:cxnSpLocks/>
          </p:cNvCxnSpPr>
          <p:nvPr/>
        </p:nvCxnSpPr>
        <p:spPr>
          <a:xfrm>
            <a:off x="5930901" y="2464762"/>
            <a:ext cx="0" cy="1730004"/>
          </a:xfrm>
          <a:prstGeom prst="line">
            <a:avLst/>
          </a:prstGeom>
          <a:ln w="6350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" name="TextBox 267">
            <a:extLst>
              <a:ext uri="{FF2B5EF4-FFF2-40B4-BE49-F238E27FC236}">
                <a16:creationId xmlns:a16="http://schemas.microsoft.com/office/drawing/2014/main" id="{4A4D49FE-C6AF-41EB-ACEE-B0D3EAC61CE9}"/>
              </a:ext>
            </a:extLst>
          </p:cNvPr>
          <p:cNvSpPr txBox="1"/>
          <p:nvPr/>
        </p:nvSpPr>
        <p:spPr>
          <a:xfrm>
            <a:off x="3593296" y="2950192"/>
            <a:ext cx="248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spc="-10" dirty="0">
                <a:latin typeface="Akrobat SemiBold" panose="00000700000000000000" pitchFamily="50" charset="-52"/>
              </a:rPr>
              <a:t>Організація комп’ютерних мереж</a:t>
            </a:r>
            <a:endParaRPr lang="ru-RU" sz="1400" spc="-10" dirty="0">
              <a:latin typeface="Akrobat SemiBold" panose="00000700000000000000" pitchFamily="50" charset="-52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A421308B-55CC-4AB0-B2A9-F933450CD11C}"/>
              </a:ext>
            </a:extLst>
          </p:cNvPr>
          <p:cNvSpPr txBox="1"/>
          <p:nvPr/>
        </p:nvSpPr>
        <p:spPr>
          <a:xfrm>
            <a:off x="5892480" y="2950192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Козин О. В.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5495BA0F-F896-4BA1-B1D2-8686A8F97AC6}"/>
              </a:ext>
            </a:extLst>
          </p:cNvPr>
          <p:cNvSpPr txBox="1"/>
          <p:nvPr/>
        </p:nvSpPr>
        <p:spPr>
          <a:xfrm>
            <a:off x="3601227" y="3375801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Українська мова (проф. спряму)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BFD2DBF4-FE24-471E-BC85-8C02C2473017}"/>
              </a:ext>
            </a:extLst>
          </p:cNvPr>
          <p:cNvSpPr txBox="1"/>
          <p:nvPr/>
        </p:nvSpPr>
        <p:spPr>
          <a:xfrm>
            <a:off x="5892480" y="3375801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Губанова Т. В.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71A20DF8-7818-43BA-AF46-56E8224309A5}"/>
              </a:ext>
            </a:extLst>
          </p:cNvPr>
          <p:cNvSpPr txBox="1"/>
          <p:nvPr/>
        </p:nvSpPr>
        <p:spPr>
          <a:xfrm>
            <a:off x="3601227" y="3801410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Іноземна мова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1EF6AF0E-392F-4D11-AFC0-8D7EE635F6A4}"/>
              </a:ext>
            </a:extLst>
          </p:cNvPr>
          <p:cNvSpPr txBox="1"/>
          <p:nvPr/>
        </p:nvSpPr>
        <p:spPr>
          <a:xfrm>
            <a:off x="5903177" y="3741078"/>
            <a:ext cx="1781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200" dirty="0">
                <a:latin typeface="Akrobat SemiBold" panose="00000700000000000000" pitchFamily="50" charset="-52"/>
              </a:rPr>
              <a:t>Підгр.1 Юрінова Я. В.</a:t>
            </a:r>
            <a:endParaRPr lang="ru-RU" sz="1200" dirty="0">
              <a:latin typeface="Akrobat SemiBold" panose="00000700000000000000" pitchFamily="50" charset="-52"/>
            </a:endParaRP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4F178F4E-F6B1-4B81-8383-FBB5039E1E56}"/>
              </a:ext>
            </a:extLst>
          </p:cNvPr>
          <p:cNvSpPr txBox="1"/>
          <p:nvPr/>
        </p:nvSpPr>
        <p:spPr>
          <a:xfrm>
            <a:off x="5903177" y="3932867"/>
            <a:ext cx="1781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200" dirty="0">
                <a:latin typeface="Akrobat SemiBold" panose="00000700000000000000" pitchFamily="50" charset="-52"/>
              </a:rPr>
              <a:t>Підгр.2 Терещенко О. В.</a:t>
            </a:r>
            <a:endParaRPr lang="ru-RU" sz="1200" dirty="0">
              <a:latin typeface="Akrobat SemiBold" panose="00000700000000000000" pitchFamily="50" charset="-52"/>
            </a:endParaRPr>
          </a:p>
        </p:txBody>
      </p:sp>
      <p:sp>
        <p:nvSpPr>
          <p:cNvPr id="276" name="Прямоугольник 275">
            <a:extLst>
              <a:ext uri="{FF2B5EF4-FFF2-40B4-BE49-F238E27FC236}">
                <a16:creationId xmlns:a16="http://schemas.microsoft.com/office/drawing/2014/main" id="{7970D790-1176-4A06-9915-500AA2696044}"/>
              </a:ext>
            </a:extLst>
          </p:cNvPr>
          <p:cNvSpPr/>
          <p:nvPr/>
        </p:nvSpPr>
        <p:spPr>
          <a:xfrm>
            <a:off x="7927491" y="2453571"/>
            <a:ext cx="5187950" cy="1730004"/>
          </a:xfrm>
          <a:prstGeom prst="rect">
            <a:avLst/>
          </a:prstGeom>
          <a:solidFill>
            <a:srgbClr val="FFE4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BC26BEA9-A1BD-4919-A070-90CD25C86C10}"/>
              </a:ext>
            </a:extLst>
          </p:cNvPr>
          <p:cNvSpPr txBox="1"/>
          <p:nvPr/>
        </p:nvSpPr>
        <p:spPr>
          <a:xfrm>
            <a:off x="8590785" y="2084239"/>
            <a:ext cx="636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Час</a:t>
            </a:r>
          </a:p>
        </p:txBody>
      </p:sp>
      <p:cxnSp>
        <p:nvCxnSpPr>
          <p:cNvPr id="278" name="Прямая соединительная линия 277">
            <a:extLst>
              <a:ext uri="{FF2B5EF4-FFF2-40B4-BE49-F238E27FC236}">
                <a16:creationId xmlns:a16="http://schemas.microsoft.com/office/drawing/2014/main" id="{8D9ADB55-7D2F-462F-AE74-9DAD7D3E0AD9}"/>
              </a:ext>
            </a:extLst>
          </p:cNvPr>
          <p:cNvCxnSpPr>
            <a:cxnSpLocks/>
          </p:cNvCxnSpPr>
          <p:nvPr/>
        </p:nvCxnSpPr>
        <p:spPr>
          <a:xfrm>
            <a:off x="7927490" y="2453571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Прямая соединительная линия 278">
            <a:extLst>
              <a:ext uri="{FF2B5EF4-FFF2-40B4-BE49-F238E27FC236}">
                <a16:creationId xmlns:a16="http://schemas.microsoft.com/office/drawing/2014/main" id="{D75A16CA-FA2E-4216-9DDB-7AF7FACD25D6}"/>
              </a:ext>
            </a:extLst>
          </p:cNvPr>
          <p:cNvCxnSpPr>
            <a:cxnSpLocks/>
          </p:cNvCxnSpPr>
          <p:nvPr/>
        </p:nvCxnSpPr>
        <p:spPr>
          <a:xfrm>
            <a:off x="7927490" y="4183575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Прямая соединительная линия 279">
            <a:extLst>
              <a:ext uri="{FF2B5EF4-FFF2-40B4-BE49-F238E27FC236}">
                <a16:creationId xmlns:a16="http://schemas.microsoft.com/office/drawing/2014/main" id="{CF3C1B05-6FD4-4F04-9B18-23D104CA0B78}"/>
              </a:ext>
            </a:extLst>
          </p:cNvPr>
          <p:cNvCxnSpPr>
            <a:cxnSpLocks/>
          </p:cNvCxnSpPr>
          <p:nvPr/>
        </p:nvCxnSpPr>
        <p:spPr>
          <a:xfrm>
            <a:off x="7927490" y="2741905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Прямая соединительная линия 280">
            <a:extLst>
              <a:ext uri="{FF2B5EF4-FFF2-40B4-BE49-F238E27FC236}">
                <a16:creationId xmlns:a16="http://schemas.microsoft.com/office/drawing/2014/main" id="{A583FF8F-85B6-4BC4-924D-8F1285826CBF}"/>
              </a:ext>
            </a:extLst>
          </p:cNvPr>
          <p:cNvCxnSpPr>
            <a:cxnSpLocks/>
          </p:cNvCxnSpPr>
          <p:nvPr/>
        </p:nvCxnSpPr>
        <p:spPr>
          <a:xfrm>
            <a:off x="9249880" y="3030239"/>
            <a:ext cx="3865561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Прямая соединительная линия 281">
            <a:extLst>
              <a:ext uri="{FF2B5EF4-FFF2-40B4-BE49-F238E27FC236}">
                <a16:creationId xmlns:a16="http://schemas.microsoft.com/office/drawing/2014/main" id="{A334E967-D0D2-4836-AE12-91B45D3E5BE7}"/>
              </a:ext>
            </a:extLst>
          </p:cNvPr>
          <p:cNvCxnSpPr>
            <a:cxnSpLocks/>
          </p:cNvCxnSpPr>
          <p:nvPr/>
        </p:nvCxnSpPr>
        <p:spPr>
          <a:xfrm>
            <a:off x="7927490" y="3318573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" name="TextBox 282">
            <a:extLst>
              <a:ext uri="{FF2B5EF4-FFF2-40B4-BE49-F238E27FC236}">
                <a16:creationId xmlns:a16="http://schemas.microsoft.com/office/drawing/2014/main" id="{B603DFE1-B0EC-4339-84B1-DF4F05505948}"/>
              </a:ext>
            </a:extLst>
          </p:cNvPr>
          <p:cNvSpPr txBox="1"/>
          <p:nvPr/>
        </p:nvSpPr>
        <p:spPr>
          <a:xfrm>
            <a:off x="9737623" y="2084239"/>
            <a:ext cx="1298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Предмет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69643AFC-8B9C-4147-A3E5-6AE793C25629}"/>
              </a:ext>
            </a:extLst>
          </p:cNvPr>
          <p:cNvSpPr txBox="1"/>
          <p:nvPr/>
        </p:nvSpPr>
        <p:spPr>
          <a:xfrm>
            <a:off x="7863967" y="2084239"/>
            <a:ext cx="88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Пара</a:t>
            </a: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CC01C2C6-D69A-48F1-8EFB-4F5899B56803}"/>
              </a:ext>
            </a:extLst>
          </p:cNvPr>
          <p:cNvSpPr txBox="1"/>
          <p:nvPr/>
        </p:nvSpPr>
        <p:spPr>
          <a:xfrm>
            <a:off x="8078483" y="2409166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1</a:t>
            </a: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0CCD3153-45A5-452A-A641-542EC576900A}"/>
              </a:ext>
            </a:extLst>
          </p:cNvPr>
          <p:cNvSpPr txBox="1"/>
          <p:nvPr/>
        </p:nvSpPr>
        <p:spPr>
          <a:xfrm>
            <a:off x="8073721" y="2817652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2</a:t>
            </a: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6BC1E024-8E5A-48B5-957A-DD214C5308BD}"/>
              </a:ext>
            </a:extLst>
          </p:cNvPr>
          <p:cNvSpPr txBox="1"/>
          <p:nvPr/>
        </p:nvSpPr>
        <p:spPr>
          <a:xfrm>
            <a:off x="8071340" y="3283477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3</a:t>
            </a: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214FAFA3-9420-4124-8F24-6E81798FFE86}"/>
              </a:ext>
            </a:extLst>
          </p:cNvPr>
          <p:cNvSpPr txBox="1"/>
          <p:nvPr/>
        </p:nvSpPr>
        <p:spPr>
          <a:xfrm>
            <a:off x="8071340" y="3706450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4</a:t>
            </a:r>
          </a:p>
        </p:txBody>
      </p:sp>
      <p:cxnSp>
        <p:nvCxnSpPr>
          <p:cNvPr id="289" name="Прямая соединительная линия 288">
            <a:extLst>
              <a:ext uri="{FF2B5EF4-FFF2-40B4-BE49-F238E27FC236}">
                <a16:creationId xmlns:a16="http://schemas.microsoft.com/office/drawing/2014/main" id="{E6349859-4AF3-4BC0-81B8-6A6650ACA186}"/>
              </a:ext>
            </a:extLst>
          </p:cNvPr>
          <p:cNvCxnSpPr>
            <a:cxnSpLocks/>
          </p:cNvCxnSpPr>
          <p:nvPr/>
        </p:nvCxnSpPr>
        <p:spPr>
          <a:xfrm>
            <a:off x="8571735" y="2453571"/>
            <a:ext cx="0" cy="1730004"/>
          </a:xfrm>
          <a:prstGeom prst="line">
            <a:avLst/>
          </a:prstGeom>
          <a:ln w="6350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Прямая соединительная линия 289">
            <a:extLst>
              <a:ext uri="{FF2B5EF4-FFF2-40B4-BE49-F238E27FC236}">
                <a16:creationId xmlns:a16="http://schemas.microsoft.com/office/drawing/2014/main" id="{0298A7DE-87C4-4CD3-9059-A4B6B6CA55E5}"/>
              </a:ext>
            </a:extLst>
          </p:cNvPr>
          <p:cNvCxnSpPr>
            <a:cxnSpLocks/>
          </p:cNvCxnSpPr>
          <p:nvPr/>
        </p:nvCxnSpPr>
        <p:spPr>
          <a:xfrm>
            <a:off x="9249879" y="2453571"/>
            <a:ext cx="0" cy="1730004"/>
          </a:xfrm>
          <a:prstGeom prst="line">
            <a:avLst/>
          </a:prstGeom>
          <a:ln w="6350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" name="TextBox 294">
            <a:extLst>
              <a:ext uri="{FF2B5EF4-FFF2-40B4-BE49-F238E27FC236}">
                <a16:creationId xmlns:a16="http://schemas.microsoft.com/office/drawing/2014/main" id="{37505C92-2B8A-452D-B934-1743100F834D}"/>
              </a:ext>
            </a:extLst>
          </p:cNvPr>
          <p:cNvSpPr txBox="1"/>
          <p:nvPr/>
        </p:nvSpPr>
        <p:spPr>
          <a:xfrm>
            <a:off x="11613590" y="2084239"/>
            <a:ext cx="1395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Викладач</a:t>
            </a:r>
          </a:p>
        </p:txBody>
      </p:sp>
      <p:cxnSp>
        <p:nvCxnSpPr>
          <p:cNvPr id="296" name="Прямая соединительная линия 295">
            <a:extLst>
              <a:ext uri="{FF2B5EF4-FFF2-40B4-BE49-F238E27FC236}">
                <a16:creationId xmlns:a16="http://schemas.microsoft.com/office/drawing/2014/main" id="{40D0E958-7EDB-4ED0-9EC7-E1E84E3FC4D0}"/>
              </a:ext>
            </a:extLst>
          </p:cNvPr>
          <p:cNvCxnSpPr>
            <a:cxnSpLocks/>
          </p:cNvCxnSpPr>
          <p:nvPr/>
        </p:nvCxnSpPr>
        <p:spPr>
          <a:xfrm>
            <a:off x="11543021" y="2453571"/>
            <a:ext cx="0" cy="1730004"/>
          </a:xfrm>
          <a:prstGeom prst="line">
            <a:avLst/>
          </a:prstGeom>
          <a:ln w="6350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Прямая соединительная линия 304">
            <a:extLst>
              <a:ext uri="{FF2B5EF4-FFF2-40B4-BE49-F238E27FC236}">
                <a16:creationId xmlns:a16="http://schemas.microsoft.com/office/drawing/2014/main" id="{97698720-D35F-4E19-9964-6EACE41912F2}"/>
              </a:ext>
            </a:extLst>
          </p:cNvPr>
          <p:cNvCxnSpPr>
            <a:cxnSpLocks/>
          </p:cNvCxnSpPr>
          <p:nvPr/>
        </p:nvCxnSpPr>
        <p:spPr>
          <a:xfrm>
            <a:off x="7927490" y="3606907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Прямоугольник 324">
            <a:extLst>
              <a:ext uri="{FF2B5EF4-FFF2-40B4-BE49-F238E27FC236}">
                <a16:creationId xmlns:a16="http://schemas.microsoft.com/office/drawing/2014/main" id="{33BAC6FF-0B22-4793-BE8A-A3F7D9E88CED}"/>
              </a:ext>
            </a:extLst>
          </p:cNvPr>
          <p:cNvSpPr/>
          <p:nvPr/>
        </p:nvSpPr>
        <p:spPr>
          <a:xfrm>
            <a:off x="7927491" y="374509"/>
            <a:ext cx="5187950" cy="1730004"/>
          </a:xfrm>
          <a:prstGeom prst="rect">
            <a:avLst/>
          </a:prstGeom>
          <a:solidFill>
            <a:srgbClr val="FFE4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406FC869-AAC5-4BEF-89DC-F1C7A3340F0E}"/>
              </a:ext>
            </a:extLst>
          </p:cNvPr>
          <p:cNvSpPr txBox="1"/>
          <p:nvPr/>
        </p:nvSpPr>
        <p:spPr>
          <a:xfrm>
            <a:off x="8590785" y="5177"/>
            <a:ext cx="636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Час</a:t>
            </a:r>
          </a:p>
        </p:txBody>
      </p:sp>
      <p:cxnSp>
        <p:nvCxnSpPr>
          <p:cNvPr id="327" name="Прямая соединительная линия 326">
            <a:extLst>
              <a:ext uri="{FF2B5EF4-FFF2-40B4-BE49-F238E27FC236}">
                <a16:creationId xmlns:a16="http://schemas.microsoft.com/office/drawing/2014/main" id="{CE45DF48-94E9-4CCF-A5D5-45CA58D75B0E}"/>
              </a:ext>
            </a:extLst>
          </p:cNvPr>
          <p:cNvCxnSpPr>
            <a:cxnSpLocks/>
          </p:cNvCxnSpPr>
          <p:nvPr/>
        </p:nvCxnSpPr>
        <p:spPr>
          <a:xfrm>
            <a:off x="7927490" y="374509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Прямая соединительная линия 327">
            <a:extLst>
              <a:ext uri="{FF2B5EF4-FFF2-40B4-BE49-F238E27FC236}">
                <a16:creationId xmlns:a16="http://schemas.microsoft.com/office/drawing/2014/main" id="{D8B3652E-95BB-4931-874D-0BA6232F6CA5}"/>
              </a:ext>
            </a:extLst>
          </p:cNvPr>
          <p:cNvCxnSpPr>
            <a:cxnSpLocks/>
          </p:cNvCxnSpPr>
          <p:nvPr/>
        </p:nvCxnSpPr>
        <p:spPr>
          <a:xfrm>
            <a:off x="7927490" y="2104513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Прямая соединительная линия 328">
            <a:extLst>
              <a:ext uri="{FF2B5EF4-FFF2-40B4-BE49-F238E27FC236}">
                <a16:creationId xmlns:a16="http://schemas.microsoft.com/office/drawing/2014/main" id="{0A7467A7-DD69-4E9D-8972-E556666114A8}"/>
              </a:ext>
            </a:extLst>
          </p:cNvPr>
          <p:cNvCxnSpPr>
            <a:cxnSpLocks/>
          </p:cNvCxnSpPr>
          <p:nvPr/>
        </p:nvCxnSpPr>
        <p:spPr>
          <a:xfrm>
            <a:off x="9249880" y="720510"/>
            <a:ext cx="3865561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Прямая соединительная линия 329">
            <a:extLst>
              <a:ext uri="{FF2B5EF4-FFF2-40B4-BE49-F238E27FC236}">
                <a16:creationId xmlns:a16="http://schemas.microsoft.com/office/drawing/2014/main" id="{CEE3759A-4070-4854-9AE5-D28EF2E73980}"/>
              </a:ext>
            </a:extLst>
          </p:cNvPr>
          <p:cNvCxnSpPr>
            <a:cxnSpLocks/>
          </p:cNvCxnSpPr>
          <p:nvPr/>
        </p:nvCxnSpPr>
        <p:spPr>
          <a:xfrm>
            <a:off x="7927490" y="1066511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Прямая соединительная линия 330">
            <a:extLst>
              <a:ext uri="{FF2B5EF4-FFF2-40B4-BE49-F238E27FC236}">
                <a16:creationId xmlns:a16="http://schemas.microsoft.com/office/drawing/2014/main" id="{D95F2974-664B-4BEA-B7D5-0DC9109E2912}"/>
              </a:ext>
            </a:extLst>
          </p:cNvPr>
          <p:cNvCxnSpPr>
            <a:cxnSpLocks/>
          </p:cNvCxnSpPr>
          <p:nvPr/>
        </p:nvCxnSpPr>
        <p:spPr>
          <a:xfrm>
            <a:off x="7927490" y="1412512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TextBox 331">
            <a:extLst>
              <a:ext uri="{FF2B5EF4-FFF2-40B4-BE49-F238E27FC236}">
                <a16:creationId xmlns:a16="http://schemas.microsoft.com/office/drawing/2014/main" id="{42386CB2-D670-4BB8-8A57-477A9D7C77F3}"/>
              </a:ext>
            </a:extLst>
          </p:cNvPr>
          <p:cNvSpPr txBox="1"/>
          <p:nvPr/>
        </p:nvSpPr>
        <p:spPr>
          <a:xfrm>
            <a:off x="9737623" y="5177"/>
            <a:ext cx="1298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Предмет</a:t>
            </a:r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AC83128D-8DB2-4DC9-B9C4-06DE016A98BF}"/>
              </a:ext>
            </a:extLst>
          </p:cNvPr>
          <p:cNvSpPr txBox="1"/>
          <p:nvPr/>
        </p:nvSpPr>
        <p:spPr>
          <a:xfrm>
            <a:off x="7863967" y="5177"/>
            <a:ext cx="88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Пара</a:t>
            </a: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1B26EDCA-D08B-4151-B816-8C88C8CF010C}"/>
              </a:ext>
            </a:extLst>
          </p:cNvPr>
          <p:cNvSpPr txBox="1"/>
          <p:nvPr/>
        </p:nvSpPr>
        <p:spPr>
          <a:xfrm>
            <a:off x="8078483" y="535844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1</a:t>
            </a:r>
          </a:p>
        </p:txBody>
      </p:sp>
      <p:sp>
        <p:nvSpPr>
          <p:cNvPr id="335" name="TextBox 334">
            <a:extLst>
              <a:ext uri="{FF2B5EF4-FFF2-40B4-BE49-F238E27FC236}">
                <a16:creationId xmlns:a16="http://schemas.microsoft.com/office/drawing/2014/main" id="{18F902F8-1B8A-43B4-8B3B-E32D6C99F8D8}"/>
              </a:ext>
            </a:extLst>
          </p:cNvPr>
          <p:cNvSpPr txBox="1"/>
          <p:nvPr/>
        </p:nvSpPr>
        <p:spPr>
          <a:xfrm>
            <a:off x="8073721" y="1052918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2</a:t>
            </a:r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D30E37A9-4274-4BE6-B153-798721871098}"/>
              </a:ext>
            </a:extLst>
          </p:cNvPr>
          <p:cNvSpPr txBox="1"/>
          <p:nvPr/>
        </p:nvSpPr>
        <p:spPr>
          <a:xfrm>
            <a:off x="8071340" y="1409213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3</a:t>
            </a:r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BD314CBC-8795-4512-8723-D434187D7443}"/>
              </a:ext>
            </a:extLst>
          </p:cNvPr>
          <p:cNvSpPr txBox="1"/>
          <p:nvPr/>
        </p:nvSpPr>
        <p:spPr>
          <a:xfrm>
            <a:off x="8071340" y="1741696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4</a:t>
            </a:r>
          </a:p>
        </p:txBody>
      </p:sp>
      <p:cxnSp>
        <p:nvCxnSpPr>
          <p:cNvPr id="338" name="Прямая соединительная линия 337">
            <a:extLst>
              <a:ext uri="{FF2B5EF4-FFF2-40B4-BE49-F238E27FC236}">
                <a16:creationId xmlns:a16="http://schemas.microsoft.com/office/drawing/2014/main" id="{19B611B2-3DD2-4483-ADB0-9F30F5335431}"/>
              </a:ext>
            </a:extLst>
          </p:cNvPr>
          <p:cNvCxnSpPr>
            <a:cxnSpLocks/>
          </p:cNvCxnSpPr>
          <p:nvPr/>
        </p:nvCxnSpPr>
        <p:spPr>
          <a:xfrm>
            <a:off x="8571735" y="374509"/>
            <a:ext cx="0" cy="1730004"/>
          </a:xfrm>
          <a:prstGeom prst="line">
            <a:avLst/>
          </a:prstGeom>
          <a:ln w="6350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Прямая соединительная линия 338">
            <a:extLst>
              <a:ext uri="{FF2B5EF4-FFF2-40B4-BE49-F238E27FC236}">
                <a16:creationId xmlns:a16="http://schemas.microsoft.com/office/drawing/2014/main" id="{B5A7A711-D279-424E-889C-2F6F092AE0EE}"/>
              </a:ext>
            </a:extLst>
          </p:cNvPr>
          <p:cNvCxnSpPr>
            <a:cxnSpLocks/>
          </p:cNvCxnSpPr>
          <p:nvPr/>
        </p:nvCxnSpPr>
        <p:spPr>
          <a:xfrm>
            <a:off x="9249879" y="374509"/>
            <a:ext cx="0" cy="1730004"/>
          </a:xfrm>
          <a:prstGeom prst="line">
            <a:avLst/>
          </a:prstGeom>
          <a:ln w="6350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0" name="TextBox 339">
            <a:extLst>
              <a:ext uri="{FF2B5EF4-FFF2-40B4-BE49-F238E27FC236}">
                <a16:creationId xmlns:a16="http://schemas.microsoft.com/office/drawing/2014/main" id="{7BE7797C-10F0-49E0-A2CB-689E859A57BE}"/>
              </a:ext>
            </a:extLst>
          </p:cNvPr>
          <p:cNvSpPr txBox="1"/>
          <p:nvPr/>
        </p:nvSpPr>
        <p:spPr>
          <a:xfrm>
            <a:off x="11613590" y="5177"/>
            <a:ext cx="1395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Викладач</a:t>
            </a:r>
          </a:p>
        </p:txBody>
      </p:sp>
      <p:cxnSp>
        <p:nvCxnSpPr>
          <p:cNvPr id="341" name="Прямая соединительная линия 340">
            <a:extLst>
              <a:ext uri="{FF2B5EF4-FFF2-40B4-BE49-F238E27FC236}">
                <a16:creationId xmlns:a16="http://schemas.microsoft.com/office/drawing/2014/main" id="{10B88EDB-9664-4F15-9748-127C7A51609F}"/>
              </a:ext>
            </a:extLst>
          </p:cNvPr>
          <p:cNvCxnSpPr>
            <a:cxnSpLocks/>
          </p:cNvCxnSpPr>
          <p:nvPr/>
        </p:nvCxnSpPr>
        <p:spPr>
          <a:xfrm>
            <a:off x="11543021" y="374509"/>
            <a:ext cx="0" cy="1730004"/>
          </a:xfrm>
          <a:prstGeom prst="line">
            <a:avLst/>
          </a:prstGeom>
          <a:ln w="6350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Прямая соединительная линия 341">
            <a:extLst>
              <a:ext uri="{FF2B5EF4-FFF2-40B4-BE49-F238E27FC236}">
                <a16:creationId xmlns:a16="http://schemas.microsoft.com/office/drawing/2014/main" id="{00B9F9BD-BB34-4909-83AB-9E2F5752572D}"/>
              </a:ext>
            </a:extLst>
          </p:cNvPr>
          <p:cNvCxnSpPr>
            <a:cxnSpLocks/>
          </p:cNvCxnSpPr>
          <p:nvPr/>
        </p:nvCxnSpPr>
        <p:spPr>
          <a:xfrm>
            <a:off x="7927490" y="1758513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3" name="TextBox 342">
            <a:extLst>
              <a:ext uri="{FF2B5EF4-FFF2-40B4-BE49-F238E27FC236}">
                <a16:creationId xmlns:a16="http://schemas.microsoft.com/office/drawing/2014/main" id="{8E79B260-E67B-4C76-AC6E-972FD95775E2}"/>
              </a:ext>
            </a:extLst>
          </p:cNvPr>
          <p:cNvSpPr txBox="1"/>
          <p:nvPr/>
        </p:nvSpPr>
        <p:spPr>
          <a:xfrm>
            <a:off x="8513173" y="2451299"/>
            <a:ext cx="7367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8.30-9.30</a:t>
            </a: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0C871EE1-CFF0-465C-B40F-6D6F47AF93CD}"/>
              </a:ext>
            </a:extLst>
          </p:cNvPr>
          <p:cNvSpPr txBox="1"/>
          <p:nvPr/>
        </p:nvSpPr>
        <p:spPr>
          <a:xfrm>
            <a:off x="8513173" y="2879030"/>
            <a:ext cx="7446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9.40-10.40</a:t>
            </a:r>
          </a:p>
        </p:txBody>
      </p:sp>
      <p:sp>
        <p:nvSpPr>
          <p:cNvPr id="345" name="TextBox 344">
            <a:extLst>
              <a:ext uri="{FF2B5EF4-FFF2-40B4-BE49-F238E27FC236}">
                <a16:creationId xmlns:a16="http://schemas.microsoft.com/office/drawing/2014/main" id="{DD867A79-CB20-49D0-98EB-8D90920A71A9}"/>
              </a:ext>
            </a:extLst>
          </p:cNvPr>
          <p:cNvSpPr txBox="1"/>
          <p:nvPr/>
        </p:nvSpPr>
        <p:spPr>
          <a:xfrm>
            <a:off x="8513173" y="3321060"/>
            <a:ext cx="770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10.50-11.50</a:t>
            </a: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63119140-77F2-46A3-8416-9223E3F62A25}"/>
              </a:ext>
            </a:extLst>
          </p:cNvPr>
          <p:cNvSpPr txBox="1"/>
          <p:nvPr/>
        </p:nvSpPr>
        <p:spPr>
          <a:xfrm>
            <a:off x="8513172" y="3748801"/>
            <a:ext cx="7914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12.00-13.00</a:t>
            </a:r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CE9BEC6D-171C-4F32-84DF-E9C258A34852}"/>
              </a:ext>
            </a:extLst>
          </p:cNvPr>
          <p:cNvSpPr txBox="1"/>
          <p:nvPr/>
        </p:nvSpPr>
        <p:spPr>
          <a:xfrm>
            <a:off x="9205416" y="392701"/>
            <a:ext cx="248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spc="-10" dirty="0">
                <a:latin typeface="Akrobat SemiBold" panose="00000700000000000000" pitchFamily="50" charset="-52"/>
              </a:rPr>
              <a:t>Організація комп’ютерних мереж</a:t>
            </a:r>
            <a:endParaRPr lang="ru-RU" sz="1400" spc="-10" dirty="0">
              <a:latin typeface="Akrobat SemiBold" panose="00000700000000000000" pitchFamily="50" charset="-52"/>
            </a:endParaRP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1A7197C6-CA4D-4618-ADB9-A1DD7B7E83D8}"/>
              </a:ext>
            </a:extLst>
          </p:cNvPr>
          <p:cNvSpPr txBox="1"/>
          <p:nvPr/>
        </p:nvSpPr>
        <p:spPr>
          <a:xfrm>
            <a:off x="11504600" y="392701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Козин О. В.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43EBAFC8-7CBD-4E60-9052-4F5492F1474A}"/>
              </a:ext>
            </a:extLst>
          </p:cNvPr>
          <p:cNvSpPr txBox="1"/>
          <p:nvPr/>
        </p:nvSpPr>
        <p:spPr>
          <a:xfrm>
            <a:off x="9205416" y="748354"/>
            <a:ext cx="248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spc="-40" dirty="0">
                <a:latin typeface="Akrobat SemiBold" panose="00000700000000000000" pitchFamily="50" charset="-52"/>
              </a:rPr>
              <a:t>Комп’ютерна графіка та 3д модель</a:t>
            </a:r>
            <a:endParaRPr lang="ru-RU" sz="1400" spc="-40" dirty="0">
              <a:latin typeface="Akrobat SemiBold" panose="00000700000000000000" pitchFamily="50" charset="-52"/>
            </a:endParaRPr>
          </a:p>
        </p:txBody>
      </p:sp>
      <p:sp>
        <p:nvSpPr>
          <p:cNvPr id="350" name="TextBox 349">
            <a:extLst>
              <a:ext uri="{FF2B5EF4-FFF2-40B4-BE49-F238E27FC236}">
                <a16:creationId xmlns:a16="http://schemas.microsoft.com/office/drawing/2014/main" id="{2274725B-1529-4A2F-A309-BBAC28DA3C2B}"/>
              </a:ext>
            </a:extLst>
          </p:cNvPr>
          <p:cNvSpPr txBox="1"/>
          <p:nvPr/>
        </p:nvSpPr>
        <p:spPr>
          <a:xfrm>
            <a:off x="11504600" y="748354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Бондарева Я. В.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351" name="TextBox 350">
            <a:extLst>
              <a:ext uri="{FF2B5EF4-FFF2-40B4-BE49-F238E27FC236}">
                <a16:creationId xmlns:a16="http://schemas.microsoft.com/office/drawing/2014/main" id="{FE001847-A482-414A-A244-BD50A53A9727}"/>
              </a:ext>
            </a:extLst>
          </p:cNvPr>
          <p:cNvSpPr txBox="1"/>
          <p:nvPr/>
        </p:nvSpPr>
        <p:spPr>
          <a:xfrm>
            <a:off x="9213347" y="1066511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Операційні системи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D9003438-134D-4521-90BE-9E5CC5E2AA4F}"/>
              </a:ext>
            </a:extLst>
          </p:cNvPr>
          <p:cNvSpPr txBox="1"/>
          <p:nvPr/>
        </p:nvSpPr>
        <p:spPr>
          <a:xfrm>
            <a:off x="11504600" y="1066511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Бондарева Я. В.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38F93C03-375C-438E-B614-4A278266A488}"/>
              </a:ext>
            </a:extLst>
          </p:cNvPr>
          <p:cNvSpPr txBox="1"/>
          <p:nvPr/>
        </p:nvSpPr>
        <p:spPr>
          <a:xfrm>
            <a:off x="9213347" y="1436810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Основи програмування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F56FF5A6-3ECC-4815-88A1-98DC45DC6079}"/>
              </a:ext>
            </a:extLst>
          </p:cNvPr>
          <p:cNvSpPr txBox="1"/>
          <p:nvPr/>
        </p:nvSpPr>
        <p:spPr>
          <a:xfrm>
            <a:off x="11504600" y="1436810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Антоненко Ю. С.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cxnSp>
        <p:nvCxnSpPr>
          <p:cNvPr id="386" name="Прямая соединительная линия 385">
            <a:extLst>
              <a:ext uri="{FF2B5EF4-FFF2-40B4-BE49-F238E27FC236}">
                <a16:creationId xmlns:a16="http://schemas.microsoft.com/office/drawing/2014/main" id="{FE398928-CEFC-4B24-A2B3-898C162CC6FF}"/>
              </a:ext>
            </a:extLst>
          </p:cNvPr>
          <p:cNvCxnSpPr>
            <a:cxnSpLocks/>
          </p:cNvCxnSpPr>
          <p:nvPr/>
        </p:nvCxnSpPr>
        <p:spPr>
          <a:xfrm>
            <a:off x="9249880" y="3895241"/>
            <a:ext cx="3865561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9" name="Прямоугольник 448">
            <a:extLst>
              <a:ext uri="{FF2B5EF4-FFF2-40B4-BE49-F238E27FC236}">
                <a16:creationId xmlns:a16="http://schemas.microsoft.com/office/drawing/2014/main" id="{9DD19586-091C-47A6-A81A-E128C6E4D535}"/>
              </a:ext>
            </a:extLst>
          </p:cNvPr>
          <p:cNvSpPr/>
          <p:nvPr/>
        </p:nvSpPr>
        <p:spPr>
          <a:xfrm>
            <a:off x="2315371" y="4560191"/>
            <a:ext cx="5189536" cy="1730004"/>
          </a:xfrm>
          <a:prstGeom prst="rect">
            <a:avLst/>
          </a:prstGeom>
          <a:solidFill>
            <a:srgbClr val="FFE4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E4490EC3-2F38-46BB-BDC8-341029721033}"/>
              </a:ext>
            </a:extLst>
          </p:cNvPr>
          <p:cNvSpPr txBox="1"/>
          <p:nvPr/>
        </p:nvSpPr>
        <p:spPr>
          <a:xfrm>
            <a:off x="2978665" y="4190859"/>
            <a:ext cx="636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Час</a:t>
            </a:r>
          </a:p>
        </p:txBody>
      </p:sp>
      <p:cxnSp>
        <p:nvCxnSpPr>
          <p:cNvPr id="451" name="Прямая соединительная линия 450">
            <a:extLst>
              <a:ext uri="{FF2B5EF4-FFF2-40B4-BE49-F238E27FC236}">
                <a16:creationId xmlns:a16="http://schemas.microsoft.com/office/drawing/2014/main" id="{1E8CBB75-233E-4C90-A1B6-C22197972E74}"/>
              </a:ext>
            </a:extLst>
          </p:cNvPr>
          <p:cNvCxnSpPr>
            <a:cxnSpLocks/>
          </p:cNvCxnSpPr>
          <p:nvPr/>
        </p:nvCxnSpPr>
        <p:spPr>
          <a:xfrm>
            <a:off x="2315370" y="4560191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Прямая соединительная линия 451">
            <a:extLst>
              <a:ext uri="{FF2B5EF4-FFF2-40B4-BE49-F238E27FC236}">
                <a16:creationId xmlns:a16="http://schemas.microsoft.com/office/drawing/2014/main" id="{5923B887-6989-4755-BA91-87CDE6347D1F}"/>
              </a:ext>
            </a:extLst>
          </p:cNvPr>
          <p:cNvCxnSpPr>
            <a:cxnSpLocks/>
          </p:cNvCxnSpPr>
          <p:nvPr/>
        </p:nvCxnSpPr>
        <p:spPr>
          <a:xfrm>
            <a:off x="2315370" y="6290195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Прямая соединительная линия 452">
            <a:extLst>
              <a:ext uri="{FF2B5EF4-FFF2-40B4-BE49-F238E27FC236}">
                <a16:creationId xmlns:a16="http://schemas.microsoft.com/office/drawing/2014/main" id="{6E0AC661-10DF-489C-A5CD-EB0381382764}"/>
              </a:ext>
            </a:extLst>
          </p:cNvPr>
          <p:cNvCxnSpPr>
            <a:cxnSpLocks/>
          </p:cNvCxnSpPr>
          <p:nvPr/>
        </p:nvCxnSpPr>
        <p:spPr>
          <a:xfrm>
            <a:off x="2315370" y="4992692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Прямая соединительная линия 453">
            <a:extLst>
              <a:ext uri="{FF2B5EF4-FFF2-40B4-BE49-F238E27FC236}">
                <a16:creationId xmlns:a16="http://schemas.microsoft.com/office/drawing/2014/main" id="{4A7238AA-D555-4383-B5AA-E2A87E85F1D8}"/>
              </a:ext>
            </a:extLst>
          </p:cNvPr>
          <p:cNvCxnSpPr>
            <a:cxnSpLocks/>
          </p:cNvCxnSpPr>
          <p:nvPr/>
        </p:nvCxnSpPr>
        <p:spPr>
          <a:xfrm>
            <a:off x="2315370" y="5425193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Прямая соединительная линия 454">
            <a:extLst>
              <a:ext uri="{FF2B5EF4-FFF2-40B4-BE49-F238E27FC236}">
                <a16:creationId xmlns:a16="http://schemas.microsoft.com/office/drawing/2014/main" id="{0F5A8612-0AE5-4BA8-A2F3-251126BB6BCE}"/>
              </a:ext>
            </a:extLst>
          </p:cNvPr>
          <p:cNvCxnSpPr>
            <a:cxnSpLocks/>
          </p:cNvCxnSpPr>
          <p:nvPr/>
        </p:nvCxnSpPr>
        <p:spPr>
          <a:xfrm>
            <a:off x="2315370" y="5857694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6" name="TextBox 455">
            <a:extLst>
              <a:ext uri="{FF2B5EF4-FFF2-40B4-BE49-F238E27FC236}">
                <a16:creationId xmlns:a16="http://schemas.microsoft.com/office/drawing/2014/main" id="{711554F5-BB61-43D0-88BF-3BBA0C6896DA}"/>
              </a:ext>
            </a:extLst>
          </p:cNvPr>
          <p:cNvSpPr txBox="1"/>
          <p:nvPr/>
        </p:nvSpPr>
        <p:spPr>
          <a:xfrm>
            <a:off x="4125503" y="4190859"/>
            <a:ext cx="1298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Предмет</a:t>
            </a:r>
          </a:p>
        </p:txBody>
      </p:sp>
      <p:sp>
        <p:nvSpPr>
          <p:cNvPr id="457" name="TextBox 456">
            <a:extLst>
              <a:ext uri="{FF2B5EF4-FFF2-40B4-BE49-F238E27FC236}">
                <a16:creationId xmlns:a16="http://schemas.microsoft.com/office/drawing/2014/main" id="{B22B2F0B-A1D2-49F6-A6B1-AE6A62A890B1}"/>
              </a:ext>
            </a:extLst>
          </p:cNvPr>
          <p:cNvSpPr txBox="1"/>
          <p:nvPr/>
        </p:nvSpPr>
        <p:spPr>
          <a:xfrm>
            <a:off x="2251847" y="4190859"/>
            <a:ext cx="88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Пара</a:t>
            </a:r>
          </a:p>
        </p:txBody>
      </p:sp>
      <p:sp>
        <p:nvSpPr>
          <p:cNvPr id="458" name="TextBox 457">
            <a:extLst>
              <a:ext uri="{FF2B5EF4-FFF2-40B4-BE49-F238E27FC236}">
                <a16:creationId xmlns:a16="http://schemas.microsoft.com/office/drawing/2014/main" id="{62A4D86E-A8BB-4A48-BC3A-56D9F3572324}"/>
              </a:ext>
            </a:extLst>
          </p:cNvPr>
          <p:cNvSpPr txBox="1"/>
          <p:nvPr/>
        </p:nvSpPr>
        <p:spPr>
          <a:xfrm>
            <a:off x="2466363" y="4591775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1</a:t>
            </a:r>
          </a:p>
        </p:txBody>
      </p:sp>
      <p:sp>
        <p:nvSpPr>
          <p:cNvPr id="459" name="TextBox 458">
            <a:extLst>
              <a:ext uri="{FF2B5EF4-FFF2-40B4-BE49-F238E27FC236}">
                <a16:creationId xmlns:a16="http://schemas.microsoft.com/office/drawing/2014/main" id="{9F7A2DAF-7E33-43B7-A909-2C22FAA63314}"/>
              </a:ext>
            </a:extLst>
          </p:cNvPr>
          <p:cNvSpPr txBox="1"/>
          <p:nvPr/>
        </p:nvSpPr>
        <p:spPr>
          <a:xfrm>
            <a:off x="2461601" y="5024276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2</a:t>
            </a:r>
          </a:p>
        </p:txBody>
      </p:sp>
      <p:sp>
        <p:nvSpPr>
          <p:cNvPr id="460" name="TextBox 459">
            <a:extLst>
              <a:ext uri="{FF2B5EF4-FFF2-40B4-BE49-F238E27FC236}">
                <a16:creationId xmlns:a16="http://schemas.microsoft.com/office/drawing/2014/main" id="{178728C0-A487-4921-A6B4-391FAD0B8C4C}"/>
              </a:ext>
            </a:extLst>
          </p:cNvPr>
          <p:cNvSpPr txBox="1"/>
          <p:nvPr/>
        </p:nvSpPr>
        <p:spPr>
          <a:xfrm>
            <a:off x="2459220" y="5456777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3</a:t>
            </a: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0835964A-839D-4F23-A9C9-180EC3126A87}"/>
              </a:ext>
            </a:extLst>
          </p:cNvPr>
          <p:cNvSpPr txBox="1"/>
          <p:nvPr/>
        </p:nvSpPr>
        <p:spPr>
          <a:xfrm>
            <a:off x="2459220" y="5889277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4</a:t>
            </a:r>
          </a:p>
        </p:txBody>
      </p:sp>
      <p:cxnSp>
        <p:nvCxnSpPr>
          <p:cNvPr id="462" name="Прямая соединительная линия 461">
            <a:extLst>
              <a:ext uri="{FF2B5EF4-FFF2-40B4-BE49-F238E27FC236}">
                <a16:creationId xmlns:a16="http://schemas.microsoft.com/office/drawing/2014/main" id="{594009A2-3E89-4FC1-BBC7-2EC49B6535B5}"/>
              </a:ext>
            </a:extLst>
          </p:cNvPr>
          <p:cNvCxnSpPr>
            <a:cxnSpLocks/>
          </p:cNvCxnSpPr>
          <p:nvPr/>
        </p:nvCxnSpPr>
        <p:spPr>
          <a:xfrm>
            <a:off x="2959615" y="4560191"/>
            <a:ext cx="0" cy="1730004"/>
          </a:xfrm>
          <a:prstGeom prst="line">
            <a:avLst/>
          </a:prstGeom>
          <a:ln w="6350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Прямая соединительная линия 462">
            <a:extLst>
              <a:ext uri="{FF2B5EF4-FFF2-40B4-BE49-F238E27FC236}">
                <a16:creationId xmlns:a16="http://schemas.microsoft.com/office/drawing/2014/main" id="{5F94808C-F8E6-49D8-9304-A9D0E80FCF0F}"/>
              </a:ext>
            </a:extLst>
          </p:cNvPr>
          <p:cNvCxnSpPr>
            <a:cxnSpLocks/>
          </p:cNvCxnSpPr>
          <p:nvPr/>
        </p:nvCxnSpPr>
        <p:spPr>
          <a:xfrm>
            <a:off x="3637759" y="4560191"/>
            <a:ext cx="0" cy="1730004"/>
          </a:xfrm>
          <a:prstGeom prst="line">
            <a:avLst/>
          </a:prstGeom>
          <a:ln w="6350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4" name="TextBox 463">
            <a:extLst>
              <a:ext uri="{FF2B5EF4-FFF2-40B4-BE49-F238E27FC236}">
                <a16:creationId xmlns:a16="http://schemas.microsoft.com/office/drawing/2014/main" id="{7BBB31CA-F1E3-4359-A1B5-615489E2906C}"/>
              </a:ext>
            </a:extLst>
          </p:cNvPr>
          <p:cNvSpPr txBox="1"/>
          <p:nvPr/>
        </p:nvSpPr>
        <p:spPr>
          <a:xfrm>
            <a:off x="2901053" y="4637943"/>
            <a:ext cx="7700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8.30-9.30</a:t>
            </a:r>
          </a:p>
        </p:txBody>
      </p:sp>
      <p:sp>
        <p:nvSpPr>
          <p:cNvPr id="465" name="TextBox 464">
            <a:extLst>
              <a:ext uri="{FF2B5EF4-FFF2-40B4-BE49-F238E27FC236}">
                <a16:creationId xmlns:a16="http://schemas.microsoft.com/office/drawing/2014/main" id="{827940A1-897B-49AF-8387-D79B7F9D2364}"/>
              </a:ext>
            </a:extLst>
          </p:cNvPr>
          <p:cNvSpPr txBox="1"/>
          <p:nvPr/>
        </p:nvSpPr>
        <p:spPr>
          <a:xfrm>
            <a:off x="2901053" y="5070444"/>
            <a:ext cx="7446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9.40-10.40</a:t>
            </a:r>
          </a:p>
        </p:txBody>
      </p:sp>
      <p:sp>
        <p:nvSpPr>
          <p:cNvPr id="466" name="TextBox 465">
            <a:extLst>
              <a:ext uri="{FF2B5EF4-FFF2-40B4-BE49-F238E27FC236}">
                <a16:creationId xmlns:a16="http://schemas.microsoft.com/office/drawing/2014/main" id="{4083D980-8708-4DFD-9F1E-FCEFA4DB06EA}"/>
              </a:ext>
            </a:extLst>
          </p:cNvPr>
          <p:cNvSpPr txBox="1"/>
          <p:nvPr/>
        </p:nvSpPr>
        <p:spPr>
          <a:xfrm>
            <a:off x="2901053" y="5502945"/>
            <a:ext cx="770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10.50-11.50</a:t>
            </a:r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8CA08DF5-829F-4E71-BC64-7A7B5019DAEE}"/>
              </a:ext>
            </a:extLst>
          </p:cNvPr>
          <p:cNvSpPr txBox="1"/>
          <p:nvPr/>
        </p:nvSpPr>
        <p:spPr>
          <a:xfrm>
            <a:off x="2901052" y="5935446"/>
            <a:ext cx="7914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12.00-13.00</a:t>
            </a:r>
          </a:p>
        </p:txBody>
      </p:sp>
      <p:sp>
        <p:nvSpPr>
          <p:cNvPr id="468" name="TextBox 467">
            <a:extLst>
              <a:ext uri="{FF2B5EF4-FFF2-40B4-BE49-F238E27FC236}">
                <a16:creationId xmlns:a16="http://schemas.microsoft.com/office/drawing/2014/main" id="{670ABA67-A75D-4A24-A724-7F4D197929E4}"/>
              </a:ext>
            </a:extLst>
          </p:cNvPr>
          <p:cNvSpPr txBox="1"/>
          <p:nvPr/>
        </p:nvSpPr>
        <p:spPr>
          <a:xfrm>
            <a:off x="6001470" y="4190859"/>
            <a:ext cx="1395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Викладач</a:t>
            </a:r>
          </a:p>
        </p:txBody>
      </p:sp>
      <p:cxnSp>
        <p:nvCxnSpPr>
          <p:cNvPr id="470" name="Прямая соединительная линия 469">
            <a:extLst>
              <a:ext uri="{FF2B5EF4-FFF2-40B4-BE49-F238E27FC236}">
                <a16:creationId xmlns:a16="http://schemas.microsoft.com/office/drawing/2014/main" id="{BD162EE4-E8E2-4C98-8E28-9B28971D0188}"/>
              </a:ext>
            </a:extLst>
          </p:cNvPr>
          <p:cNvCxnSpPr>
            <a:cxnSpLocks/>
          </p:cNvCxnSpPr>
          <p:nvPr/>
        </p:nvCxnSpPr>
        <p:spPr>
          <a:xfrm>
            <a:off x="5930901" y="4560191"/>
            <a:ext cx="0" cy="1730004"/>
          </a:xfrm>
          <a:prstGeom prst="line">
            <a:avLst/>
          </a:prstGeom>
          <a:ln w="6350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2" name="TextBox 471">
            <a:extLst>
              <a:ext uri="{FF2B5EF4-FFF2-40B4-BE49-F238E27FC236}">
                <a16:creationId xmlns:a16="http://schemas.microsoft.com/office/drawing/2014/main" id="{D0840C97-C365-4828-BC04-0A1DBE2E204D}"/>
              </a:ext>
            </a:extLst>
          </p:cNvPr>
          <p:cNvSpPr txBox="1"/>
          <p:nvPr/>
        </p:nvSpPr>
        <p:spPr>
          <a:xfrm>
            <a:off x="3601227" y="5045621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spc="-40" dirty="0">
                <a:latin typeface="Akrobat SemiBold" panose="00000700000000000000" pitchFamily="50" charset="-52"/>
              </a:rPr>
              <a:t>Комп’ютерна графіка та 3д модель</a:t>
            </a:r>
            <a:endParaRPr lang="ru-RU" sz="1400" spc="-40" dirty="0">
              <a:latin typeface="Akrobat SemiBold" panose="00000700000000000000" pitchFamily="50" charset="-52"/>
            </a:endParaRPr>
          </a:p>
        </p:txBody>
      </p:sp>
      <p:sp>
        <p:nvSpPr>
          <p:cNvPr id="473" name="TextBox 472">
            <a:extLst>
              <a:ext uri="{FF2B5EF4-FFF2-40B4-BE49-F238E27FC236}">
                <a16:creationId xmlns:a16="http://schemas.microsoft.com/office/drawing/2014/main" id="{8CE0D43F-991A-4B1F-887B-8D9A1EB6054A}"/>
              </a:ext>
            </a:extLst>
          </p:cNvPr>
          <p:cNvSpPr txBox="1"/>
          <p:nvPr/>
        </p:nvSpPr>
        <p:spPr>
          <a:xfrm>
            <a:off x="5892480" y="5045621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Бондарева Я. В.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474" name="TextBox 473">
            <a:extLst>
              <a:ext uri="{FF2B5EF4-FFF2-40B4-BE49-F238E27FC236}">
                <a16:creationId xmlns:a16="http://schemas.microsoft.com/office/drawing/2014/main" id="{3E1DB366-E50E-4247-930B-1CB71C4F9501}"/>
              </a:ext>
            </a:extLst>
          </p:cNvPr>
          <p:cNvSpPr txBox="1"/>
          <p:nvPr/>
        </p:nvSpPr>
        <p:spPr>
          <a:xfrm>
            <a:off x="3601227" y="5471230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Фізична культура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475" name="TextBox 474">
            <a:extLst>
              <a:ext uri="{FF2B5EF4-FFF2-40B4-BE49-F238E27FC236}">
                <a16:creationId xmlns:a16="http://schemas.microsoft.com/office/drawing/2014/main" id="{F4E6BBF4-2400-406F-8A29-FE9419B2F75D}"/>
              </a:ext>
            </a:extLst>
          </p:cNvPr>
          <p:cNvSpPr txBox="1"/>
          <p:nvPr/>
        </p:nvSpPr>
        <p:spPr>
          <a:xfrm>
            <a:off x="5892480" y="5471230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Івченко О. В.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476" name="TextBox 475">
            <a:extLst>
              <a:ext uri="{FF2B5EF4-FFF2-40B4-BE49-F238E27FC236}">
                <a16:creationId xmlns:a16="http://schemas.microsoft.com/office/drawing/2014/main" id="{EAB27EEE-46B2-4FFF-B615-0B839D389E8B}"/>
              </a:ext>
            </a:extLst>
          </p:cNvPr>
          <p:cNvSpPr txBox="1"/>
          <p:nvPr/>
        </p:nvSpPr>
        <p:spPr>
          <a:xfrm>
            <a:off x="3601227" y="5896839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Українська мова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477" name="TextBox 476">
            <a:extLst>
              <a:ext uri="{FF2B5EF4-FFF2-40B4-BE49-F238E27FC236}">
                <a16:creationId xmlns:a16="http://schemas.microsoft.com/office/drawing/2014/main" id="{DA327CB5-8488-4DD8-AC94-761E7495FFEC}"/>
              </a:ext>
            </a:extLst>
          </p:cNvPr>
          <p:cNvSpPr txBox="1"/>
          <p:nvPr/>
        </p:nvSpPr>
        <p:spPr>
          <a:xfrm>
            <a:off x="5892480" y="5896839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Губанова Т. В.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479" name="TextBox 478">
            <a:extLst>
              <a:ext uri="{FF2B5EF4-FFF2-40B4-BE49-F238E27FC236}">
                <a16:creationId xmlns:a16="http://schemas.microsoft.com/office/drawing/2014/main" id="{B67803F5-8DDF-471A-A792-C40DEE20AA07}"/>
              </a:ext>
            </a:extLst>
          </p:cNvPr>
          <p:cNvSpPr txBox="1"/>
          <p:nvPr/>
        </p:nvSpPr>
        <p:spPr>
          <a:xfrm>
            <a:off x="9213347" y="2712446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Математика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480" name="TextBox 479">
            <a:extLst>
              <a:ext uri="{FF2B5EF4-FFF2-40B4-BE49-F238E27FC236}">
                <a16:creationId xmlns:a16="http://schemas.microsoft.com/office/drawing/2014/main" id="{65E08799-9C20-4621-9A83-075DBD7C02CE}"/>
              </a:ext>
            </a:extLst>
          </p:cNvPr>
          <p:cNvSpPr txBox="1"/>
          <p:nvPr/>
        </p:nvSpPr>
        <p:spPr>
          <a:xfrm>
            <a:off x="11504600" y="2712446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Коржова А. В.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9F032581-8C83-428F-9B8F-EFB5D2A8E807}"/>
              </a:ext>
            </a:extLst>
          </p:cNvPr>
          <p:cNvSpPr txBox="1"/>
          <p:nvPr/>
        </p:nvSpPr>
        <p:spPr>
          <a:xfrm>
            <a:off x="9213347" y="3015510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Фізична культура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482" name="TextBox 481">
            <a:extLst>
              <a:ext uri="{FF2B5EF4-FFF2-40B4-BE49-F238E27FC236}">
                <a16:creationId xmlns:a16="http://schemas.microsoft.com/office/drawing/2014/main" id="{92C05343-98AA-4BFA-9D41-37088B6F52C6}"/>
              </a:ext>
            </a:extLst>
          </p:cNvPr>
          <p:cNvSpPr txBox="1"/>
          <p:nvPr/>
        </p:nvSpPr>
        <p:spPr>
          <a:xfrm>
            <a:off x="11504600" y="3015510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Івченко О. В.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961F9D25-E792-4D53-A056-342D9F096972}"/>
              </a:ext>
            </a:extLst>
          </p:cNvPr>
          <p:cNvSpPr txBox="1"/>
          <p:nvPr/>
        </p:nvSpPr>
        <p:spPr>
          <a:xfrm>
            <a:off x="9213347" y="3294583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Вища математика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484" name="TextBox 483">
            <a:extLst>
              <a:ext uri="{FF2B5EF4-FFF2-40B4-BE49-F238E27FC236}">
                <a16:creationId xmlns:a16="http://schemas.microsoft.com/office/drawing/2014/main" id="{71E7EC09-0DEA-4FF4-9EA6-DA837784D187}"/>
              </a:ext>
            </a:extLst>
          </p:cNvPr>
          <p:cNvSpPr txBox="1"/>
          <p:nvPr/>
        </p:nvSpPr>
        <p:spPr>
          <a:xfrm>
            <a:off x="11504600" y="3294583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Сизоненко О. Б.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070C0AE3-A0F8-4BA0-A409-095935A08BAE}"/>
              </a:ext>
            </a:extLst>
          </p:cNvPr>
          <p:cNvSpPr txBox="1"/>
          <p:nvPr/>
        </p:nvSpPr>
        <p:spPr>
          <a:xfrm>
            <a:off x="9213347" y="3576792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Українська мова (проф. спряму)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4D54B681-DF4D-48D9-A5B5-22D6202C01B1}"/>
              </a:ext>
            </a:extLst>
          </p:cNvPr>
          <p:cNvSpPr txBox="1"/>
          <p:nvPr/>
        </p:nvSpPr>
        <p:spPr>
          <a:xfrm>
            <a:off x="11504600" y="3576792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Губанова Т. В.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490" name="TextBox 489">
            <a:extLst>
              <a:ext uri="{FF2B5EF4-FFF2-40B4-BE49-F238E27FC236}">
                <a16:creationId xmlns:a16="http://schemas.microsoft.com/office/drawing/2014/main" id="{2ABEB501-5292-42E6-A65D-AD84F120421B}"/>
              </a:ext>
            </a:extLst>
          </p:cNvPr>
          <p:cNvSpPr txBox="1"/>
          <p:nvPr/>
        </p:nvSpPr>
        <p:spPr>
          <a:xfrm>
            <a:off x="11504600" y="3874179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Терещенко. Д. Є.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grpSp>
        <p:nvGrpSpPr>
          <p:cNvPr id="493" name="Группа 492">
            <a:extLst>
              <a:ext uri="{FF2B5EF4-FFF2-40B4-BE49-F238E27FC236}">
                <a16:creationId xmlns:a16="http://schemas.microsoft.com/office/drawing/2014/main" id="{CED1D825-7911-4151-BE21-FD25F033A485}"/>
              </a:ext>
            </a:extLst>
          </p:cNvPr>
          <p:cNvGrpSpPr/>
          <p:nvPr/>
        </p:nvGrpSpPr>
        <p:grpSpPr>
          <a:xfrm>
            <a:off x="12895740" y="3588854"/>
            <a:ext cx="288800" cy="584775"/>
            <a:chOff x="11791634" y="3588853"/>
            <a:chExt cx="288800" cy="584775"/>
          </a:xfrm>
        </p:grpSpPr>
        <p:sp>
          <p:nvSpPr>
            <p:cNvPr id="491" name="Прямоугольник 490">
              <a:extLst>
                <a:ext uri="{FF2B5EF4-FFF2-40B4-BE49-F238E27FC236}">
                  <a16:creationId xmlns:a16="http://schemas.microsoft.com/office/drawing/2014/main" id="{05FD1EFC-3597-49D0-B77A-F52011F5EADD}"/>
                </a:ext>
              </a:extLst>
            </p:cNvPr>
            <p:cNvSpPr/>
            <p:nvPr/>
          </p:nvSpPr>
          <p:spPr>
            <a:xfrm>
              <a:off x="11860815" y="3621949"/>
              <a:ext cx="150519" cy="55094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9" name="TextBox 488">
              <a:extLst>
                <a:ext uri="{FF2B5EF4-FFF2-40B4-BE49-F238E27FC236}">
                  <a16:creationId xmlns:a16="http://schemas.microsoft.com/office/drawing/2014/main" id="{012EFAB4-BAC1-417B-9768-F88496A2FC8D}"/>
                </a:ext>
              </a:extLst>
            </p:cNvPr>
            <p:cNvSpPr txBox="1"/>
            <p:nvPr/>
          </p:nvSpPr>
          <p:spPr>
            <a:xfrm>
              <a:off x="11791634" y="3588853"/>
              <a:ext cx="288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3200" dirty="0">
                  <a:solidFill>
                    <a:schemeClr val="bg1"/>
                  </a:solidFill>
                  <a:latin typeface="Akrobat SemiBold" panose="00000700000000000000" pitchFamily="50" charset="-52"/>
                </a:rPr>
                <a:t>!</a:t>
              </a:r>
              <a:endParaRPr lang="ru-RU" sz="3200" dirty="0">
                <a:solidFill>
                  <a:schemeClr val="bg1"/>
                </a:solidFill>
                <a:latin typeface="Akrobat SemiBold" panose="00000700000000000000" pitchFamily="50" charset="-52"/>
              </a:endParaRPr>
            </a:p>
          </p:txBody>
        </p:sp>
      </p:grpSp>
      <p:grpSp>
        <p:nvGrpSpPr>
          <p:cNvPr id="494" name="Группа 493">
            <a:extLst>
              <a:ext uri="{FF2B5EF4-FFF2-40B4-BE49-F238E27FC236}">
                <a16:creationId xmlns:a16="http://schemas.microsoft.com/office/drawing/2014/main" id="{843438F7-815B-4EFD-9027-3FA20536D88A}"/>
              </a:ext>
            </a:extLst>
          </p:cNvPr>
          <p:cNvGrpSpPr/>
          <p:nvPr/>
        </p:nvGrpSpPr>
        <p:grpSpPr>
          <a:xfrm>
            <a:off x="12895740" y="2721999"/>
            <a:ext cx="288800" cy="584775"/>
            <a:chOff x="11791634" y="3588853"/>
            <a:chExt cx="288800" cy="584775"/>
          </a:xfrm>
        </p:grpSpPr>
        <p:sp>
          <p:nvSpPr>
            <p:cNvPr id="495" name="Прямоугольник 494">
              <a:extLst>
                <a:ext uri="{FF2B5EF4-FFF2-40B4-BE49-F238E27FC236}">
                  <a16:creationId xmlns:a16="http://schemas.microsoft.com/office/drawing/2014/main" id="{E8AE3B2C-7A87-433A-ADEC-D5ECFCA1D9CF}"/>
                </a:ext>
              </a:extLst>
            </p:cNvPr>
            <p:cNvSpPr/>
            <p:nvPr/>
          </p:nvSpPr>
          <p:spPr>
            <a:xfrm>
              <a:off x="11860815" y="3621949"/>
              <a:ext cx="150519" cy="55094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6" name="TextBox 495">
              <a:extLst>
                <a:ext uri="{FF2B5EF4-FFF2-40B4-BE49-F238E27FC236}">
                  <a16:creationId xmlns:a16="http://schemas.microsoft.com/office/drawing/2014/main" id="{3A24192F-5BF8-4906-9115-9956050EB08D}"/>
                </a:ext>
              </a:extLst>
            </p:cNvPr>
            <p:cNvSpPr txBox="1"/>
            <p:nvPr/>
          </p:nvSpPr>
          <p:spPr>
            <a:xfrm>
              <a:off x="11791634" y="3588853"/>
              <a:ext cx="288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3200" dirty="0">
                  <a:solidFill>
                    <a:schemeClr val="bg1"/>
                  </a:solidFill>
                  <a:latin typeface="Akrobat SemiBold" panose="00000700000000000000" pitchFamily="50" charset="-52"/>
                </a:rPr>
                <a:t>!</a:t>
              </a:r>
              <a:endParaRPr lang="ru-RU" sz="3200" dirty="0">
                <a:solidFill>
                  <a:schemeClr val="bg1"/>
                </a:solidFill>
                <a:latin typeface="Akrobat SemiBold" panose="00000700000000000000" pitchFamily="50" charset="-52"/>
              </a:endParaRPr>
            </a:p>
          </p:txBody>
        </p:sp>
      </p:grpSp>
      <p:grpSp>
        <p:nvGrpSpPr>
          <p:cNvPr id="497" name="Группа 496">
            <a:extLst>
              <a:ext uri="{FF2B5EF4-FFF2-40B4-BE49-F238E27FC236}">
                <a16:creationId xmlns:a16="http://schemas.microsoft.com/office/drawing/2014/main" id="{4D9462DE-3A0A-48EA-80AC-F3CE2E324AB7}"/>
              </a:ext>
            </a:extLst>
          </p:cNvPr>
          <p:cNvGrpSpPr/>
          <p:nvPr/>
        </p:nvGrpSpPr>
        <p:grpSpPr>
          <a:xfrm>
            <a:off x="12895740" y="388434"/>
            <a:ext cx="288800" cy="663190"/>
            <a:chOff x="11791634" y="3621949"/>
            <a:chExt cx="288800" cy="550945"/>
          </a:xfrm>
        </p:grpSpPr>
        <p:sp>
          <p:nvSpPr>
            <p:cNvPr id="498" name="Прямоугольник 497">
              <a:extLst>
                <a:ext uri="{FF2B5EF4-FFF2-40B4-BE49-F238E27FC236}">
                  <a16:creationId xmlns:a16="http://schemas.microsoft.com/office/drawing/2014/main" id="{A758FDE9-7C91-4330-BEE8-494B786370B9}"/>
                </a:ext>
              </a:extLst>
            </p:cNvPr>
            <p:cNvSpPr/>
            <p:nvPr/>
          </p:nvSpPr>
          <p:spPr>
            <a:xfrm>
              <a:off x="11860815" y="3621949"/>
              <a:ext cx="150519" cy="55094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9" name="TextBox 498">
              <a:extLst>
                <a:ext uri="{FF2B5EF4-FFF2-40B4-BE49-F238E27FC236}">
                  <a16:creationId xmlns:a16="http://schemas.microsoft.com/office/drawing/2014/main" id="{88CB78A1-FBC7-4CBF-9A64-E1182012D6DD}"/>
                </a:ext>
              </a:extLst>
            </p:cNvPr>
            <p:cNvSpPr txBox="1"/>
            <p:nvPr/>
          </p:nvSpPr>
          <p:spPr>
            <a:xfrm>
              <a:off x="11791634" y="3631987"/>
              <a:ext cx="288800" cy="4858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3200" dirty="0">
                  <a:solidFill>
                    <a:schemeClr val="bg1"/>
                  </a:solidFill>
                  <a:latin typeface="Akrobat SemiBold" panose="00000700000000000000" pitchFamily="50" charset="-52"/>
                </a:rPr>
                <a:t>!</a:t>
              </a:r>
              <a:endParaRPr lang="ru-RU" sz="3200" dirty="0">
                <a:solidFill>
                  <a:schemeClr val="bg1"/>
                </a:solidFill>
                <a:latin typeface="Akrobat SemiBold" panose="00000700000000000000" pitchFamily="50" charset="-52"/>
              </a:endParaRPr>
            </a:p>
          </p:txBody>
        </p:sp>
      </p:grpSp>
      <p:sp>
        <p:nvSpPr>
          <p:cNvPr id="500" name="TextBox 499">
            <a:extLst>
              <a:ext uri="{FF2B5EF4-FFF2-40B4-BE49-F238E27FC236}">
                <a16:creationId xmlns:a16="http://schemas.microsoft.com/office/drawing/2014/main" id="{F35F4723-E4D8-4086-9B9B-FB4B4BBA2DBA}"/>
              </a:ext>
            </a:extLst>
          </p:cNvPr>
          <p:cNvSpPr txBox="1"/>
          <p:nvPr/>
        </p:nvSpPr>
        <p:spPr>
          <a:xfrm>
            <a:off x="9213347" y="3883083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Історія України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501" name="Прямоугольник 500">
            <a:extLst>
              <a:ext uri="{FF2B5EF4-FFF2-40B4-BE49-F238E27FC236}">
                <a16:creationId xmlns:a16="http://schemas.microsoft.com/office/drawing/2014/main" id="{96018770-681A-465D-ADD6-993695D5FC7D}"/>
              </a:ext>
            </a:extLst>
          </p:cNvPr>
          <p:cNvSpPr/>
          <p:nvPr/>
        </p:nvSpPr>
        <p:spPr>
          <a:xfrm>
            <a:off x="7927490" y="4560191"/>
            <a:ext cx="5189536" cy="1730004"/>
          </a:xfrm>
          <a:prstGeom prst="rect">
            <a:avLst/>
          </a:prstGeom>
          <a:solidFill>
            <a:srgbClr val="FFE4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02" name="Прямая соединительная линия 501">
            <a:extLst>
              <a:ext uri="{FF2B5EF4-FFF2-40B4-BE49-F238E27FC236}">
                <a16:creationId xmlns:a16="http://schemas.microsoft.com/office/drawing/2014/main" id="{16D8F42E-1DB5-4E20-A87C-90A55CE8B161}"/>
              </a:ext>
            </a:extLst>
          </p:cNvPr>
          <p:cNvCxnSpPr>
            <a:cxnSpLocks/>
          </p:cNvCxnSpPr>
          <p:nvPr/>
        </p:nvCxnSpPr>
        <p:spPr>
          <a:xfrm>
            <a:off x="7927489" y="4560191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3" name="Прямая соединительная линия 502">
            <a:extLst>
              <a:ext uri="{FF2B5EF4-FFF2-40B4-BE49-F238E27FC236}">
                <a16:creationId xmlns:a16="http://schemas.microsoft.com/office/drawing/2014/main" id="{92BC5943-8C5F-4DA6-9BD4-E38281EA441B}"/>
              </a:ext>
            </a:extLst>
          </p:cNvPr>
          <p:cNvCxnSpPr>
            <a:cxnSpLocks/>
          </p:cNvCxnSpPr>
          <p:nvPr/>
        </p:nvCxnSpPr>
        <p:spPr>
          <a:xfrm>
            <a:off x="7927489" y="6290195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Прямая соединительная линия 503">
            <a:extLst>
              <a:ext uri="{FF2B5EF4-FFF2-40B4-BE49-F238E27FC236}">
                <a16:creationId xmlns:a16="http://schemas.microsoft.com/office/drawing/2014/main" id="{8F2830DC-ED09-43A6-A545-53C49BEA1F03}"/>
              </a:ext>
            </a:extLst>
          </p:cNvPr>
          <p:cNvCxnSpPr>
            <a:cxnSpLocks/>
          </p:cNvCxnSpPr>
          <p:nvPr/>
        </p:nvCxnSpPr>
        <p:spPr>
          <a:xfrm>
            <a:off x="7927489" y="4992692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Прямая соединительная линия 504">
            <a:extLst>
              <a:ext uri="{FF2B5EF4-FFF2-40B4-BE49-F238E27FC236}">
                <a16:creationId xmlns:a16="http://schemas.microsoft.com/office/drawing/2014/main" id="{48C85A4A-0F29-46F8-A083-27FB408CDAA1}"/>
              </a:ext>
            </a:extLst>
          </p:cNvPr>
          <p:cNvCxnSpPr>
            <a:cxnSpLocks/>
          </p:cNvCxnSpPr>
          <p:nvPr/>
        </p:nvCxnSpPr>
        <p:spPr>
          <a:xfrm>
            <a:off x="7927489" y="5425193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6" name="Прямая соединительная линия 505">
            <a:extLst>
              <a:ext uri="{FF2B5EF4-FFF2-40B4-BE49-F238E27FC236}">
                <a16:creationId xmlns:a16="http://schemas.microsoft.com/office/drawing/2014/main" id="{CBD622EE-F233-4F38-BF83-FFF48D8452A2}"/>
              </a:ext>
            </a:extLst>
          </p:cNvPr>
          <p:cNvCxnSpPr>
            <a:cxnSpLocks/>
          </p:cNvCxnSpPr>
          <p:nvPr/>
        </p:nvCxnSpPr>
        <p:spPr>
          <a:xfrm>
            <a:off x="7927489" y="5857694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Прямая соединительная линия 510">
            <a:extLst>
              <a:ext uri="{FF2B5EF4-FFF2-40B4-BE49-F238E27FC236}">
                <a16:creationId xmlns:a16="http://schemas.microsoft.com/office/drawing/2014/main" id="{057D27F4-BFD4-4544-8337-F4A99A50AE20}"/>
              </a:ext>
            </a:extLst>
          </p:cNvPr>
          <p:cNvCxnSpPr>
            <a:cxnSpLocks/>
          </p:cNvCxnSpPr>
          <p:nvPr/>
        </p:nvCxnSpPr>
        <p:spPr>
          <a:xfrm>
            <a:off x="8571734" y="4560191"/>
            <a:ext cx="0" cy="1730004"/>
          </a:xfrm>
          <a:prstGeom prst="line">
            <a:avLst/>
          </a:prstGeom>
          <a:ln w="6350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" name="Прямая соединительная линия 511">
            <a:extLst>
              <a:ext uri="{FF2B5EF4-FFF2-40B4-BE49-F238E27FC236}">
                <a16:creationId xmlns:a16="http://schemas.microsoft.com/office/drawing/2014/main" id="{AEAF416C-9FC2-4819-A34F-828E6FDD914F}"/>
              </a:ext>
            </a:extLst>
          </p:cNvPr>
          <p:cNvCxnSpPr>
            <a:cxnSpLocks/>
          </p:cNvCxnSpPr>
          <p:nvPr/>
        </p:nvCxnSpPr>
        <p:spPr>
          <a:xfrm>
            <a:off x="9249878" y="4560191"/>
            <a:ext cx="0" cy="1730004"/>
          </a:xfrm>
          <a:prstGeom prst="line">
            <a:avLst/>
          </a:prstGeom>
          <a:ln w="6350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7" name="Прямая соединительная линия 516">
            <a:extLst>
              <a:ext uri="{FF2B5EF4-FFF2-40B4-BE49-F238E27FC236}">
                <a16:creationId xmlns:a16="http://schemas.microsoft.com/office/drawing/2014/main" id="{AD132CC1-9521-4368-BEDE-375CE314E8E1}"/>
              </a:ext>
            </a:extLst>
          </p:cNvPr>
          <p:cNvCxnSpPr>
            <a:cxnSpLocks/>
          </p:cNvCxnSpPr>
          <p:nvPr/>
        </p:nvCxnSpPr>
        <p:spPr>
          <a:xfrm>
            <a:off x="11543020" y="4560191"/>
            <a:ext cx="0" cy="1730004"/>
          </a:xfrm>
          <a:prstGeom prst="line">
            <a:avLst/>
          </a:prstGeom>
          <a:ln w="6350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6" name="Рисунок 525">
            <a:extLst>
              <a:ext uri="{FF2B5EF4-FFF2-40B4-BE49-F238E27FC236}">
                <a16:creationId xmlns:a16="http://schemas.microsoft.com/office/drawing/2014/main" id="{50952561-61FE-48C0-A3DF-607A84AB3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4784" y="5863393"/>
            <a:ext cx="421912" cy="421912"/>
          </a:xfrm>
          <a:prstGeom prst="rect">
            <a:avLst/>
          </a:prstGeom>
        </p:spPr>
      </p:pic>
      <p:sp>
        <p:nvSpPr>
          <p:cNvPr id="527" name="TextBox 526">
            <a:extLst>
              <a:ext uri="{FF2B5EF4-FFF2-40B4-BE49-F238E27FC236}">
                <a16:creationId xmlns:a16="http://schemas.microsoft.com/office/drawing/2014/main" id="{386BC087-B669-49EB-B95A-57C0C5545510}"/>
              </a:ext>
            </a:extLst>
          </p:cNvPr>
          <p:cNvSpPr txBox="1"/>
          <p:nvPr/>
        </p:nvSpPr>
        <p:spPr>
          <a:xfrm>
            <a:off x="8521043" y="570827"/>
            <a:ext cx="7700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8.30-9.30</a:t>
            </a:r>
          </a:p>
        </p:txBody>
      </p:sp>
      <p:sp>
        <p:nvSpPr>
          <p:cNvPr id="528" name="TextBox 527">
            <a:extLst>
              <a:ext uri="{FF2B5EF4-FFF2-40B4-BE49-F238E27FC236}">
                <a16:creationId xmlns:a16="http://schemas.microsoft.com/office/drawing/2014/main" id="{D2BB1FE2-F279-447A-93D4-0BC936245CED}"/>
              </a:ext>
            </a:extLst>
          </p:cNvPr>
          <p:cNvSpPr txBox="1"/>
          <p:nvPr/>
        </p:nvSpPr>
        <p:spPr>
          <a:xfrm>
            <a:off x="8521043" y="1098909"/>
            <a:ext cx="7446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9.40-10.40</a:t>
            </a:r>
          </a:p>
        </p:txBody>
      </p:sp>
      <p:sp>
        <p:nvSpPr>
          <p:cNvPr id="529" name="TextBox 528">
            <a:extLst>
              <a:ext uri="{FF2B5EF4-FFF2-40B4-BE49-F238E27FC236}">
                <a16:creationId xmlns:a16="http://schemas.microsoft.com/office/drawing/2014/main" id="{17E2B082-65E7-40DF-B3CA-8A2D3682E201}"/>
              </a:ext>
            </a:extLst>
          </p:cNvPr>
          <p:cNvSpPr txBox="1"/>
          <p:nvPr/>
        </p:nvSpPr>
        <p:spPr>
          <a:xfrm>
            <a:off x="8521043" y="1444909"/>
            <a:ext cx="770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10.50-11.50</a:t>
            </a:r>
          </a:p>
        </p:txBody>
      </p:sp>
      <p:sp>
        <p:nvSpPr>
          <p:cNvPr id="530" name="TextBox 529">
            <a:extLst>
              <a:ext uri="{FF2B5EF4-FFF2-40B4-BE49-F238E27FC236}">
                <a16:creationId xmlns:a16="http://schemas.microsoft.com/office/drawing/2014/main" id="{AA63B872-FA97-4493-ADCA-B763C0EE935E}"/>
              </a:ext>
            </a:extLst>
          </p:cNvPr>
          <p:cNvSpPr txBox="1"/>
          <p:nvPr/>
        </p:nvSpPr>
        <p:spPr>
          <a:xfrm>
            <a:off x="8521042" y="1787174"/>
            <a:ext cx="7914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12.00-13.00</a:t>
            </a:r>
          </a:p>
        </p:txBody>
      </p:sp>
    </p:spTree>
    <p:extLst>
      <p:ext uri="{BB962C8B-B14F-4D97-AF65-F5344CB8AC3E}">
        <p14:creationId xmlns:p14="http://schemas.microsoft.com/office/powerpoint/2010/main" val="1629418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7B57008C-9C3D-497A-B52D-38CE0E834F83}"/>
              </a:ext>
            </a:extLst>
          </p:cNvPr>
          <p:cNvSpPr/>
          <p:nvPr/>
        </p:nvSpPr>
        <p:spPr>
          <a:xfrm>
            <a:off x="2160849" y="369332"/>
            <a:ext cx="5189536" cy="1730004"/>
          </a:xfrm>
          <a:prstGeom prst="rect">
            <a:avLst/>
          </a:prstGeom>
          <a:solidFill>
            <a:srgbClr val="FFE4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13F3284-AC6F-4B76-BD22-3C2254703149}"/>
              </a:ext>
            </a:extLst>
          </p:cNvPr>
          <p:cNvSpPr txBox="1"/>
          <p:nvPr/>
        </p:nvSpPr>
        <p:spPr>
          <a:xfrm>
            <a:off x="2824143" y="0"/>
            <a:ext cx="636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Час</a:t>
            </a:r>
          </a:p>
        </p:txBody>
      </p:sp>
      <p:cxnSp>
        <p:nvCxnSpPr>
          <p:cNvPr id="43" name="Прямая соединительная линия 42">
            <a:extLst>
              <a:ext uri="{FF2B5EF4-FFF2-40B4-BE49-F238E27FC236}">
                <a16:creationId xmlns:a16="http://schemas.microsoft.com/office/drawing/2014/main" id="{B2E948B5-406F-49F2-9789-BA19026FE6A4}"/>
              </a:ext>
            </a:extLst>
          </p:cNvPr>
          <p:cNvCxnSpPr>
            <a:cxnSpLocks/>
          </p:cNvCxnSpPr>
          <p:nvPr/>
        </p:nvCxnSpPr>
        <p:spPr>
          <a:xfrm>
            <a:off x="2160848" y="369332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>
            <a:extLst>
              <a:ext uri="{FF2B5EF4-FFF2-40B4-BE49-F238E27FC236}">
                <a16:creationId xmlns:a16="http://schemas.microsoft.com/office/drawing/2014/main" id="{AA7127FD-9F6E-430E-9E32-026D19565E74}"/>
              </a:ext>
            </a:extLst>
          </p:cNvPr>
          <p:cNvCxnSpPr>
            <a:cxnSpLocks/>
          </p:cNvCxnSpPr>
          <p:nvPr/>
        </p:nvCxnSpPr>
        <p:spPr>
          <a:xfrm>
            <a:off x="2160848" y="2099336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>
            <a:extLst>
              <a:ext uri="{FF2B5EF4-FFF2-40B4-BE49-F238E27FC236}">
                <a16:creationId xmlns:a16="http://schemas.microsoft.com/office/drawing/2014/main" id="{0462AA16-C11F-44C5-BCC6-338C64246731}"/>
              </a:ext>
            </a:extLst>
          </p:cNvPr>
          <p:cNvCxnSpPr>
            <a:cxnSpLocks/>
          </p:cNvCxnSpPr>
          <p:nvPr/>
        </p:nvCxnSpPr>
        <p:spPr>
          <a:xfrm>
            <a:off x="2160848" y="801833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>
            <a:extLst>
              <a:ext uri="{FF2B5EF4-FFF2-40B4-BE49-F238E27FC236}">
                <a16:creationId xmlns:a16="http://schemas.microsoft.com/office/drawing/2014/main" id="{F534D8F9-8676-4EBD-90FB-0A4D8E6F53E6}"/>
              </a:ext>
            </a:extLst>
          </p:cNvPr>
          <p:cNvCxnSpPr>
            <a:cxnSpLocks/>
          </p:cNvCxnSpPr>
          <p:nvPr/>
        </p:nvCxnSpPr>
        <p:spPr>
          <a:xfrm>
            <a:off x="2160848" y="1234334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id="{A62E6BA9-8AFA-48C3-B3A7-637086B149E1}"/>
              </a:ext>
            </a:extLst>
          </p:cNvPr>
          <p:cNvCxnSpPr>
            <a:cxnSpLocks/>
          </p:cNvCxnSpPr>
          <p:nvPr/>
        </p:nvCxnSpPr>
        <p:spPr>
          <a:xfrm>
            <a:off x="2160848" y="1666835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5E9F0F5F-361B-42D0-B9D9-D1CABC2174DE}"/>
              </a:ext>
            </a:extLst>
          </p:cNvPr>
          <p:cNvSpPr txBox="1"/>
          <p:nvPr/>
        </p:nvSpPr>
        <p:spPr>
          <a:xfrm>
            <a:off x="3970981" y="0"/>
            <a:ext cx="1298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Предмет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3E08009D-3BE9-4204-90C6-4B0A197BF415}"/>
              </a:ext>
            </a:extLst>
          </p:cNvPr>
          <p:cNvSpPr txBox="1"/>
          <p:nvPr/>
        </p:nvSpPr>
        <p:spPr>
          <a:xfrm>
            <a:off x="2097325" y="0"/>
            <a:ext cx="88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Пара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32FA5768-3ABD-4396-B083-6EE3A9859C2D}"/>
              </a:ext>
            </a:extLst>
          </p:cNvPr>
          <p:cNvSpPr txBox="1"/>
          <p:nvPr/>
        </p:nvSpPr>
        <p:spPr>
          <a:xfrm>
            <a:off x="2311841" y="400916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1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60B24222-87FA-4DC8-8AD7-7487F708C864}"/>
              </a:ext>
            </a:extLst>
          </p:cNvPr>
          <p:cNvSpPr txBox="1"/>
          <p:nvPr/>
        </p:nvSpPr>
        <p:spPr>
          <a:xfrm>
            <a:off x="2307079" y="833417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2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2D8BED56-CE4A-4A58-B09C-4547D9DE49FC}"/>
              </a:ext>
            </a:extLst>
          </p:cNvPr>
          <p:cNvSpPr txBox="1"/>
          <p:nvPr/>
        </p:nvSpPr>
        <p:spPr>
          <a:xfrm>
            <a:off x="2304698" y="1265918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3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ED496723-79DC-4D69-B6F1-E9CA00349E62}"/>
              </a:ext>
            </a:extLst>
          </p:cNvPr>
          <p:cNvSpPr txBox="1"/>
          <p:nvPr/>
        </p:nvSpPr>
        <p:spPr>
          <a:xfrm>
            <a:off x="2304698" y="1698418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4</a:t>
            </a:r>
          </a:p>
        </p:txBody>
      </p:sp>
      <p:cxnSp>
        <p:nvCxnSpPr>
          <p:cNvPr id="143" name="Прямая соединительная линия 142">
            <a:extLst>
              <a:ext uri="{FF2B5EF4-FFF2-40B4-BE49-F238E27FC236}">
                <a16:creationId xmlns:a16="http://schemas.microsoft.com/office/drawing/2014/main" id="{BFD74005-1CBE-46A2-87A9-F10D86FCCD50}"/>
              </a:ext>
            </a:extLst>
          </p:cNvPr>
          <p:cNvCxnSpPr>
            <a:cxnSpLocks/>
          </p:cNvCxnSpPr>
          <p:nvPr/>
        </p:nvCxnSpPr>
        <p:spPr>
          <a:xfrm>
            <a:off x="2805093" y="369332"/>
            <a:ext cx="0" cy="1730004"/>
          </a:xfrm>
          <a:prstGeom prst="line">
            <a:avLst/>
          </a:prstGeom>
          <a:ln w="6350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Прямая соединительная линия 147">
            <a:extLst>
              <a:ext uri="{FF2B5EF4-FFF2-40B4-BE49-F238E27FC236}">
                <a16:creationId xmlns:a16="http://schemas.microsoft.com/office/drawing/2014/main" id="{18C73601-C66B-443B-8C4F-08DE4EFB4454}"/>
              </a:ext>
            </a:extLst>
          </p:cNvPr>
          <p:cNvCxnSpPr>
            <a:cxnSpLocks/>
          </p:cNvCxnSpPr>
          <p:nvPr/>
        </p:nvCxnSpPr>
        <p:spPr>
          <a:xfrm>
            <a:off x="3483237" y="369332"/>
            <a:ext cx="0" cy="1730004"/>
          </a:xfrm>
          <a:prstGeom prst="line">
            <a:avLst/>
          </a:prstGeom>
          <a:ln w="6350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15375F17-A230-49F4-8A5E-CA68C4E96BAE}"/>
              </a:ext>
            </a:extLst>
          </p:cNvPr>
          <p:cNvSpPr txBox="1"/>
          <p:nvPr/>
        </p:nvSpPr>
        <p:spPr>
          <a:xfrm>
            <a:off x="2746531" y="447084"/>
            <a:ext cx="7700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8.30-9.30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BC40D5CE-A699-476C-8679-2E03D27AC53E}"/>
              </a:ext>
            </a:extLst>
          </p:cNvPr>
          <p:cNvSpPr txBox="1"/>
          <p:nvPr/>
        </p:nvSpPr>
        <p:spPr>
          <a:xfrm rot="16200000">
            <a:off x="1126058" y="1049668"/>
            <a:ext cx="1714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ПОНЕД</a:t>
            </a:r>
            <a:r>
              <a:rPr lang="uk-UA" dirty="0">
                <a:latin typeface="Montserrat SemiBold" panose="00000700000000000000" pitchFamily="2" charset="-52"/>
              </a:rPr>
              <a:t>ІЛОК</a:t>
            </a:r>
            <a:endParaRPr lang="ru-RU" dirty="0">
              <a:latin typeface="Montserrat SemiBold" panose="00000700000000000000" pitchFamily="2" charset="-52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AE1109BF-F394-4390-BE6D-E38A84780438}"/>
              </a:ext>
            </a:extLst>
          </p:cNvPr>
          <p:cNvSpPr txBox="1"/>
          <p:nvPr/>
        </p:nvSpPr>
        <p:spPr>
          <a:xfrm rot="16200000">
            <a:off x="1248121" y="3145098"/>
            <a:ext cx="1470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latin typeface="Montserrat SemiBold" panose="00000700000000000000" pitchFamily="2" charset="-52"/>
              </a:rPr>
              <a:t>ВІВТОРОК</a:t>
            </a:r>
            <a:endParaRPr lang="ru-RU" dirty="0">
              <a:latin typeface="Montserrat SemiBold" panose="00000700000000000000" pitchFamily="2" charset="-52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00F0F94C-8F42-4972-B9ED-D08B19ABD284}"/>
              </a:ext>
            </a:extLst>
          </p:cNvPr>
          <p:cNvSpPr txBox="1"/>
          <p:nvPr/>
        </p:nvSpPr>
        <p:spPr>
          <a:xfrm rot="16200000">
            <a:off x="1384101" y="5309765"/>
            <a:ext cx="1198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latin typeface="Montserrat SemiBold" panose="00000700000000000000" pitchFamily="2" charset="-52"/>
              </a:rPr>
              <a:t>СЕРЕДА</a:t>
            </a:r>
            <a:endParaRPr lang="ru-RU" dirty="0">
              <a:latin typeface="Montserrat SemiBold" panose="00000700000000000000" pitchFamily="2" charset="-52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BDEE2AF-43B6-4C8C-B45A-AFAC285D96A4}"/>
              </a:ext>
            </a:extLst>
          </p:cNvPr>
          <p:cNvSpPr txBox="1"/>
          <p:nvPr/>
        </p:nvSpPr>
        <p:spPr>
          <a:xfrm rot="16200000">
            <a:off x="7190616" y="1152490"/>
            <a:ext cx="1179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latin typeface="Montserrat SemiBold" panose="00000700000000000000" pitchFamily="2" charset="-52"/>
              </a:rPr>
              <a:t>ЧЕТВЕР</a:t>
            </a:r>
            <a:endParaRPr lang="ru-RU" dirty="0">
              <a:latin typeface="Montserrat SemiBold" panose="00000700000000000000" pitchFamily="2" charset="-52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1B3466D1-F17F-4B94-B993-771ACAE5DBDB}"/>
              </a:ext>
            </a:extLst>
          </p:cNvPr>
          <p:cNvSpPr txBox="1"/>
          <p:nvPr/>
        </p:nvSpPr>
        <p:spPr>
          <a:xfrm rot="16200000">
            <a:off x="7045144" y="3178411"/>
            <a:ext cx="1470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latin typeface="Montserrat SemiBold" panose="00000700000000000000" pitchFamily="2" charset="-52"/>
              </a:rPr>
              <a:t>П’ЯТНИЦЯ</a:t>
            </a:r>
            <a:endParaRPr lang="ru-RU" dirty="0">
              <a:latin typeface="Montserrat SemiBold" panose="00000700000000000000" pitchFamily="2" charset="-52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C59DDCAC-1833-4192-9B28-20AC5E9217DE}"/>
              </a:ext>
            </a:extLst>
          </p:cNvPr>
          <p:cNvSpPr txBox="1"/>
          <p:nvPr/>
        </p:nvSpPr>
        <p:spPr>
          <a:xfrm rot="16200000">
            <a:off x="7150643" y="5218394"/>
            <a:ext cx="1259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latin typeface="Montserrat SemiBold" panose="00000700000000000000" pitchFamily="2" charset="-52"/>
              </a:rPr>
              <a:t>ВИХІДНІ</a:t>
            </a:r>
            <a:endParaRPr lang="ru-RU" dirty="0">
              <a:latin typeface="Montserrat SemiBold" panose="00000700000000000000" pitchFamily="2" charset="-52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3DB9EC6B-5C2B-4312-AD0F-727246FF22CF}"/>
              </a:ext>
            </a:extLst>
          </p:cNvPr>
          <p:cNvSpPr txBox="1"/>
          <p:nvPr/>
        </p:nvSpPr>
        <p:spPr>
          <a:xfrm>
            <a:off x="2746531" y="879585"/>
            <a:ext cx="7446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9.40-10.40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49AC0FC7-9C7F-4E24-BAE4-81C784AC496E}"/>
              </a:ext>
            </a:extLst>
          </p:cNvPr>
          <p:cNvSpPr txBox="1"/>
          <p:nvPr/>
        </p:nvSpPr>
        <p:spPr>
          <a:xfrm>
            <a:off x="2746531" y="1312086"/>
            <a:ext cx="770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10.50-11.50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222087E6-D179-4610-AFF1-3FC10C27462D}"/>
              </a:ext>
            </a:extLst>
          </p:cNvPr>
          <p:cNvSpPr txBox="1"/>
          <p:nvPr/>
        </p:nvSpPr>
        <p:spPr>
          <a:xfrm>
            <a:off x="2746530" y="1744587"/>
            <a:ext cx="7914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12.00-13.00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A08AA7D7-8167-4963-98CF-4F8F6645F4FB}"/>
              </a:ext>
            </a:extLst>
          </p:cNvPr>
          <p:cNvSpPr txBox="1"/>
          <p:nvPr/>
        </p:nvSpPr>
        <p:spPr>
          <a:xfrm>
            <a:off x="5846948" y="0"/>
            <a:ext cx="1395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Викладач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6358B43E-DB15-4DAB-A40E-1C4CB9579C0C}"/>
              </a:ext>
            </a:extLst>
          </p:cNvPr>
          <p:cNvSpPr txBox="1"/>
          <p:nvPr/>
        </p:nvSpPr>
        <p:spPr>
          <a:xfrm>
            <a:off x="3446705" y="429153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Операційні системи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cxnSp>
        <p:nvCxnSpPr>
          <p:cNvPr id="178" name="Прямая соединительная линия 177">
            <a:extLst>
              <a:ext uri="{FF2B5EF4-FFF2-40B4-BE49-F238E27FC236}">
                <a16:creationId xmlns:a16="http://schemas.microsoft.com/office/drawing/2014/main" id="{12198AE0-E2B0-496F-AB56-7A471A61D422}"/>
              </a:ext>
            </a:extLst>
          </p:cNvPr>
          <p:cNvCxnSpPr>
            <a:cxnSpLocks/>
          </p:cNvCxnSpPr>
          <p:nvPr/>
        </p:nvCxnSpPr>
        <p:spPr>
          <a:xfrm>
            <a:off x="5776379" y="369332"/>
            <a:ext cx="0" cy="1730004"/>
          </a:xfrm>
          <a:prstGeom prst="line">
            <a:avLst/>
          </a:prstGeom>
          <a:ln w="6350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43E705A9-4E56-4B5F-8B28-E7B690E3FD98}"/>
              </a:ext>
            </a:extLst>
          </p:cNvPr>
          <p:cNvSpPr txBox="1"/>
          <p:nvPr/>
        </p:nvSpPr>
        <p:spPr>
          <a:xfrm>
            <a:off x="5892480" y="429153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Бондарева Я. В.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16A36DE9-148C-49A5-BBEE-24DA40DF7CD8}"/>
              </a:ext>
            </a:extLst>
          </p:cNvPr>
          <p:cNvSpPr txBox="1"/>
          <p:nvPr/>
        </p:nvSpPr>
        <p:spPr>
          <a:xfrm>
            <a:off x="3446705" y="854762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Основи програмування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B59193DC-3295-4F31-B9B4-6BDB76EE4EAD}"/>
              </a:ext>
            </a:extLst>
          </p:cNvPr>
          <p:cNvSpPr txBox="1"/>
          <p:nvPr/>
        </p:nvSpPr>
        <p:spPr>
          <a:xfrm>
            <a:off x="5892480" y="854762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Антоненко Ю. С.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BE12DBD4-B2DF-4431-8D20-742D02D7F5B4}"/>
              </a:ext>
            </a:extLst>
          </p:cNvPr>
          <p:cNvSpPr txBox="1"/>
          <p:nvPr/>
        </p:nvSpPr>
        <p:spPr>
          <a:xfrm>
            <a:off x="3446705" y="1280371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Математика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23DB63AF-6ED1-43A1-A009-BC5D6C02C5FB}"/>
              </a:ext>
            </a:extLst>
          </p:cNvPr>
          <p:cNvSpPr txBox="1"/>
          <p:nvPr/>
        </p:nvSpPr>
        <p:spPr>
          <a:xfrm>
            <a:off x="5892480" y="1280371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Коржова А. В.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D81E0DB8-25D3-4EF2-9E98-C64C75A54FF3}"/>
              </a:ext>
            </a:extLst>
          </p:cNvPr>
          <p:cNvSpPr txBox="1"/>
          <p:nvPr/>
        </p:nvSpPr>
        <p:spPr>
          <a:xfrm>
            <a:off x="3446705" y="1705980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Історія України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4A5FC5C3-9747-422F-ADB4-BB824B7E1C63}"/>
              </a:ext>
            </a:extLst>
          </p:cNvPr>
          <p:cNvSpPr txBox="1"/>
          <p:nvPr/>
        </p:nvSpPr>
        <p:spPr>
          <a:xfrm>
            <a:off x="5892480" y="1705980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Терещенко Д. Є.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45" name="Прямоугольник 244">
            <a:extLst>
              <a:ext uri="{FF2B5EF4-FFF2-40B4-BE49-F238E27FC236}">
                <a16:creationId xmlns:a16="http://schemas.microsoft.com/office/drawing/2014/main" id="{B122C299-7736-415C-9C61-21931F863DB4}"/>
              </a:ext>
            </a:extLst>
          </p:cNvPr>
          <p:cNvSpPr/>
          <p:nvPr/>
        </p:nvSpPr>
        <p:spPr>
          <a:xfrm>
            <a:off x="2160849" y="2464762"/>
            <a:ext cx="5189536" cy="1730004"/>
          </a:xfrm>
          <a:prstGeom prst="rect">
            <a:avLst/>
          </a:prstGeom>
          <a:solidFill>
            <a:srgbClr val="FFE4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318EDEEB-4AE4-4DD2-9CF5-3922926C89D3}"/>
              </a:ext>
            </a:extLst>
          </p:cNvPr>
          <p:cNvSpPr txBox="1"/>
          <p:nvPr/>
        </p:nvSpPr>
        <p:spPr>
          <a:xfrm>
            <a:off x="2824143" y="2095430"/>
            <a:ext cx="636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Час</a:t>
            </a:r>
          </a:p>
        </p:txBody>
      </p:sp>
      <p:cxnSp>
        <p:nvCxnSpPr>
          <p:cNvPr id="247" name="Прямая соединительная линия 246">
            <a:extLst>
              <a:ext uri="{FF2B5EF4-FFF2-40B4-BE49-F238E27FC236}">
                <a16:creationId xmlns:a16="http://schemas.microsoft.com/office/drawing/2014/main" id="{71DE5679-6E7A-4933-A846-DD7BBE1CD554}"/>
              </a:ext>
            </a:extLst>
          </p:cNvPr>
          <p:cNvCxnSpPr>
            <a:cxnSpLocks/>
          </p:cNvCxnSpPr>
          <p:nvPr/>
        </p:nvCxnSpPr>
        <p:spPr>
          <a:xfrm>
            <a:off x="2160848" y="2464762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Прямая соединительная линия 247">
            <a:extLst>
              <a:ext uri="{FF2B5EF4-FFF2-40B4-BE49-F238E27FC236}">
                <a16:creationId xmlns:a16="http://schemas.microsoft.com/office/drawing/2014/main" id="{6F2FE4EF-B121-4C62-9F4F-032790B8C241}"/>
              </a:ext>
            </a:extLst>
          </p:cNvPr>
          <p:cNvCxnSpPr>
            <a:cxnSpLocks/>
          </p:cNvCxnSpPr>
          <p:nvPr/>
        </p:nvCxnSpPr>
        <p:spPr>
          <a:xfrm>
            <a:off x="2160848" y="4194766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Прямая соединительная линия 248">
            <a:extLst>
              <a:ext uri="{FF2B5EF4-FFF2-40B4-BE49-F238E27FC236}">
                <a16:creationId xmlns:a16="http://schemas.microsoft.com/office/drawing/2014/main" id="{D57E1C88-93FE-4EF7-909B-2AFA60F9BD8B}"/>
              </a:ext>
            </a:extLst>
          </p:cNvPr>
          <p:cNvCxnSpPr>
            <a:cxnSpLocks/>
          </p:cNvCxnSpPr>
          <p:nvPr/>
        </p:nvCxnSpPr>
        <p:spPr>
          <a:xfrm>
            <a:off x="2160848" y="2897263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Прямая соединительная линия 249">
            <a:extLst>
              <a:ext uri="{FF2B5EF4-FFF2-40B4-BE49-F238E27FC236}">
                <a16:creationId xmlns:a16="http://schemas.microsoft.com/office/drawing/2014/main" id="{9E2BCC00-0754-43C8-B7D3-69C8FF7376BE}"/>
              </a:ext>
            </a:extLst>
          </p:cNvPr>
          <p:cNvCxnSpPr>
            <a:cxnSpLocks/>
          </p:cNvCxnSpPr>
          <p:nvPr/>
        </p:nvCxnSpPr>
        <p:spPr>
          <a:xfrm>
            <a:off x="2160848" y="3329764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Прямая соединительная линия 250">
            <a:extLst>
              <a:ext uri="{FF2B5EF4-FFF2-40B4-BE49-F238E27FC236}">
                <a16:creationId xmlns:a16="http://schemas.microsoft.com/office/drawing/2014/main" id="{1C04D6CE-CAFE-4269-B6F1-50B0F8E7DBBE}"/>
              </a:ext>
            </a:extLst>
          </p:cNvPr>
          <p:cNvCxnSpPr>
            <a:cxnSpLocks/>
          </p:cNvCxnSpPr>
          <p:nvPr/>
        </p:nvCxnSpPr>
        <p:spPr>
          <a:xfrm>
            <a:off x="2160848" y="3762265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TextBox 251">
            <a:extLst>
              <a:ext uri="{FF2B5EF4-FFF2-40B4-BE49-F238E27FC236}">
                <a16:creationId xmlns:a16="http://schemas.microsoft.com/office/drawing/2014/main" id="{C4C2C4A6-23AD-47DD-8CAE-D91CF75F2D05}"/>
              </a:ext>
            </a:extLst>
          </p:cNvPr>
          <p:cNvSpPr txBox="1"/>
          <p:nvPr/>
        </p:nvSpPr>
        <p:spPr>
          <a:xfrm>
            <a:off x="3970981" y="2095430"/>
            <a:ext cx="1298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Предмет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C6FE36ED-F60C-41CF-8DBA-416A9CCA076D}"/>
              </a:ext>
            </a:extLst>
          </p:cNvPr>
          <p:cNvSpPr txBox="1"/>
          <p:nvPr/>
        </p:nvSpPr>
        <p:spPr>
          <a:xfrm>
            <a:off x="2097325" y="2095430"/>
            <a:ext cx="88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Пара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32CB0D12-4040-4244-94E5-41330F8C4BAA}"/>
              </a:ext>
            </a:extLst>
          </p:cNvPr>
          <p:cNvSpPr txBox="1"/>
          <p:nvPr/>
        </p:nvSpPr>
        <p:spPr>
          <a:xfrm>
            <a:off x="2311841" y="2496346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1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A4F7213F-AC96-4DE7-8388-A377C6A4EB4D}"/>
              </a:ext>
            </a:extLst>
          </p:cNvPr>
          <p:cNvSpPr txBox="1"/>
          <p:nvPr/>
        </p:nvSpPr>
        <p:spPr>
          <a:xfrm>
            <a:off x="2307079" y="2928847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2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CAEA5757-05EE-4279-9D46-CFC3826854CF}"/>
              </a:ext>
            </a:extLst>
          </p:cNvPr>
          <p:cNvSpPr txBox="1"/>
          <p:nvPr/>
        </p:nvSpPr>
        <p:spPr>
          <a:xfrm>
            <a:off x="2304698" y="3361348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3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244F33E1-A136-4B4B-81C3-F45458A70A1F}"/>
              </a:ext>
            </a:extLst>
          </p:cNvPr>
          <p:cNvSpPr txBox="1"/>
          <p:nvPr/>
        </p:nvSpPr>
        <p:spPr>
          <a:xfrm>
            <a:off x="2304698" y="3793848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4</a:t>
            </a:r>
          </a:p>
        </p:txBody>
      </p:sp>
      <p:cxnSp>
        <p:nvCxnSpPr>
          <p:cNvPr id="258" name="Прямая соединительная линия 257">
            <a:extLst>
              <a:ext uri="{FF2B5EF4-FFF2-40B4-BE49-F238E27FC236}">
                <a16:creationId xmlns:a16="http://schemas.microsoft.com/office/drawing/2014/main" id="{9B1E6993-15C4-4E37-AC85-2440FE7EB76A}"/>
              </a:ext>
            </a:extLst>
          </p:cNvPr>
          <p:cNvCxnSpPr>
            <a:cxnSpLocks/>
          </p:cNvCxnSpPr>
          <p:nvPr/>
        </p:nvCxnSpPr>
        <p:spPr>
          <a:xfrm>
            <a:off x="2805093" y="2464762"/>
            <a:ext cx="0" cy="1730004"/>
          </a:xfrm>
          <a:prstGeom prst="line">
            <a:avLst/>
          </a:prstGeom>
          <a:ln w="6350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Прямая соединительная линия 258">
            <a:extLst>
              <a:ext uri="{FF2B5EF4-FFF2-40B4-BE49-F238E27FC236}">
                <a16:creationId xmlns:a16="http://schemas.microsoft.com/office/drawing/2014/main" id="{B68DC8C3-2561-4435-8B7B-7BF82DCC354D}"/>
              </a:ext>
            </a:extLst>
          </p:cNvPr>
          <p:cNvCxnSpPr>
            <a:cxnSpLocks/>
          </p:cNvCxnSpPr>
          <p:nvPr/>
        </p:nvCxnSpPr>
        <p:spPr>
          <a:xfrm>
            <a:off x="3483237" y="2464762"/>
            <a:ext cx="0" cy="1730004"/>
          </a:xfrm>
          <a:prstGeom prst="line">
            <a:avLst/>
          </a:prstGeom>
          <a:ln w="6350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TextBox 259">
            <a:extLst>
              <a:ext uri="{FF2B5EF4-FFF2-40B4-BE49-F238E27FC236}">
                <a16:creationId xmlns:a16="http://schemas.microsoft.com/office/drawing/2014/main" id="{637CED76-D5E5-439E-B6B3-5F17BC320EA7}"/>
              </a:ext>
            </a:extLst>
          </p:cNvPr>
          <p:cNvSpPr txBox="1"/>
          <p:nvPr/>
        </p:nvSpPr>
        <p:spPr>
          <a:xfrm>
            <a:off x="2746531" y="2542514"/>
            <a:ext cx="7367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8.30-9.30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CD1F08C3-E1C1-47D6-9416-6CBCBE337233}"/>
              </a:ext>
            </a:extLst>
          </p:cNvPr>
          <p:cNvSpPr txBox="1"/>
          <p:nvPr/>
        </p:nvSpPr>
        <p:spPr>
          <a:xfrm>
            <a:off x="2746531" y="2975015"/>
            <a:ext cx="7446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9.40-10.40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ECE1753B-BC6E-4781-A128-2D039923A192}"/>
              </a:ext>
            </a:extLst>
          </p:cNvPr>
          <p:cNvSpPr txBox="1"/>
          <p:nvPr/>
        </p:nvSpPr>
        <p:spPr>
          <a:xfrm>
            <a:off x="2746531" y="3407516"/>
            <a:ext cx="770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10.50-11.50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1C135C21-1F1C-49A9-AEAC-47357223C9AC}"/>
              </a:ext>
            </a:extLst>
          </p:cNvPr>
          <p:cNvSpPr txBox="1"/>
          <p:nvPr/>
        </p:nvSpPr>
        <p:spPr>
          <a:xfrm>
            <a:off x="2746530" y="3840017"/>
            <a:ext cx="7914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12.00-13.00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F16F0298-6AF6-47FB-9BC7-9E957F28E9BC}"/>
              </a:ext>
            </a:extLst>
          </p:cNvPr>
          <p:cNvSpPr txBox="1"/>
          <p:nvPr/>
        </p:nvSpPr>
        <p:spPr>
          <a:xfrm>
            <a:off x="5846948" y="2095430"/>
            <a:ext cx="1395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Викладач</a:t>
            </a:r>
          </a:p>
        </p:txBody>
      </p:sp>
      <p:cxnSp>
        <p:nvCxnSpPr>
          <p:cNvPr id="266" name="Прямая соединительная линия 265">
            <a:extLst>
              <a:ext uri="{FF2B5EF4-FFF2-40B4-BE49-F238E27FC236}">
                <a16:creationId xmlns:a16="http://schemas.microsoft.com/office/drawing/2014/main" id="{AFDE5328-CA8A-48DD-8FE1-2D6E18FFE8C7}"/>
              </a:ext>
            </a:extLst>
          </p:cNvPr>
          <p:cNvCxnSpPr>
            <a:cxnSpLocks/>
          </p:cNvCxnSpPr>
          <p:nvPr/>
        </p:nvCxnSpPr>
        <p:spPr>
          <a:xfrm>
            <a:off x="5776379" y="2464762"/>
            <a:ext cx="0" cy="1730004"/>
          </a:xfrm>
          <a:prstGeom prst="line">
            <a:avLst/>
          </a:prstGeom>
          <a:ln w="6350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" name="TextBox 267">
            <a:extLst>
              <a:ext uri="{FF2B5EF4-FFF2-40B4-BE49-F238E27FC236}">
                <a16:creationId xmlns:a16="http://schemas.microsoft.com/office/drawing/2014/main" id="{4A4D49FE-C6AF-41EB-ACEE-B0D3EAC61CE9}"/>
              </a:ext>
            </a:extLst>
          </p:cNvPr>
          <p:cNvSpPr txBox="1"/>
          <p:nvPr/>
        </p:nvSpPr>
        <p:spPr>
          <a:xfrm>
            <a:off x="3438774" y="2950192"/>
            <a:ext cx="248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spc="-10" dirty="0">
                <a:latin typeface="Akrobat SemiBold" panose="00000700000000000000" pitchFamily="50" charset="-52"/>
              </a:rPr>
              <a:t>Організація комп’ютерних мереж</a:t>
            </a:r>
            <a:endParaRPr lang="ru-RU" sz="1400" spc="-10" dirty="0">
              <a:latin typeface="Akrobat SemiBold" panose="00000700000000000000" pitchFamily="50" charset="-52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A421308B-55CC-4AB0-B2A9-F933450CD11C}"/>
              </a:ext>
            </a:extLst>
          </p:cNvPr>
          <p:cNvSpPr txBox="1"/>
          <p:nvPr/>
        </p:nvSpPr>
        <p:spPr>
          <a:xfrm>
            <a:off x="5892480" y="2950192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Козин О. В.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5495BA0F-F896-4BA1-B1D2-8686A8F97AC6}"/>
              </a:ext>
            </a:extLst>
          </p:cNvPr>
          <p:cNvSpPr txBox="1"/>
          <p:nvPr/>
        </p:nvSpPr>
        <p:spPr>
          <a:xfrm>
            <a:off x="3446705" y="3375801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Українська мова (проф. спряму)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BFD2DBF4-FE24-471E-BC85-8C02C2473017}"/>
              </a:ext>
            </a:extLst>
          </p:cNvPr>
          <p:cNvSpPr txBox="1"/>
          <p:nvPr/>
        </p:nvSpPr>
        <p:spPr>
          <a:xfrm>
            <a:off x="5892480" y="3375801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Губанова Т. В.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71A20DF8-7818-43BA-AF46-56E8224309A5}"/>
              </a:ext>
            </a:extLst>
          </p:cNvPr>
          <p:cNvSpPr txBox="1"/>
          <p:nvPr/>
        </p:nvSpPr>
        <p:spPr>
          <a:xfrm>
            <a:off x="3446705" y="3801410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Іноземна мова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1EF6AF0E-392F-4D11-AFC0-8D7EE635F6A4}"/>
              </a:ext>
            </a:extLst>
          </p:cNvPr>
          <p:cNvSpPr txBox="1"/>
          <p:nvPr/>
        </p:nvSpPr>
        <p:spPr>
          <a:xfrm>
            <a:off x="5903177" y="3741078"/>
            <a:ext cx="1781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200" dirty="0">
                <a:latin typeface="Akrobat SemiBold" panose="00000700000000000000" pitchFamily="50" charset="-52"/>
              </a:rPr>
              <a:t>Підгр.1 Юрінова Я. В.</a:t>
            </a:r>
            <a:endParaRPr lang="ru-RU" sz="1200" dirty="0">
              <a:latin typeface="Akrobat SemiBold" panose="00000700000000000000" pitchFamily="50" charset="-52"/>
            </a:endParaRP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4F178F4E-F6B1-4B81-8383-FBB5039E1E56}"/>
              </a:ext>
            </a:extLst>
          </p:cNvPr>
          <p:cNvSpPr txBox="1"/>
          <p:nvPr/>
        </p:nvSpPr>
        <p:spPr>
          <a:xfrm>
            <a:off x="5903177" y="3932867"/>
            <a:ext cx="1781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200" dirty="0">
                <a:latin typeface="Akrobat SemiBold" panose="00000700000000000000" pitchFamily="50" charset="-52"/>
              </a:rPr>
              <a:t>Підгр.2 Терещенко О. В.</a:t>
            </a:r>
            <a:endParaRPr lang="ru-RU" sz="1200" dirty="0">
              <a:latin typeface="Akrobat SemiBold" panose="00000700000000000000" pitchFamily="50" charset="-52"/>
            </a:endParaRPr>
          </a:p>
        </p:txBody>
      </p:sp>
      <p:sp>
        <p:nvSpPr>
          <p:cNvPr id="276" name="Прямоугольник 275">
            <a:extLst>
              <a:ext uri="{FF2B5EF4-FFF2-40B4-BE49-F238E27FC236}">
                <a16:creationId xmlns:a16="http://schemas.microsoft.com/office/drawing/2014/main" id="{7970D790-1176-4A06-9915-500AA2696044}"/>
              </a:ext>
            </a:extLst>
          </p:cNvPr>
          <p:cNvSpPr/>
          <p:nvPr/>
        </p:nvSpPr>
        <p:spPr>
          <a:xfrm>
            <a:off x="7927491" y="2453571"/>
            <a:ext cx="5187950" cy="1730004"/>
          </a:xfrm>
          <a:prstGeom prst="rect">
            <a:avLst/>
          </a:prstGeom>
          <a:solidFill>
            <a:srgbClr val="FFE4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BC26BEA9-A1BD-4919-A070-90CD25C86C10}"/>
              </a:ext>
            </a:extLst>
          </p:cNvPr>
          <p:cNvSpPr txBox="1"/>
          <p:nvPr/>
        </p:nvSpPr>
        <p:spPr>
          <a:xfrm>
            <a:off x="8590785" y="2084239"/>
            <a:ext cx="636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Час</a:t>
            </a:r>
          </a:p>
        </p:txBody>
      </p:sp>
      <p:cxnSp>
        <p:nvCxnSpPr>
          <p:cNvPr id="278" name="Прямая соединительная линия 277">
            <a:extLst>
              <a:ext uri="{FF2B5EF4-FFF2-40B4-BE49-F238E27FC236}">
                <a16:creationId xmlns:a16="http://schemas.microsoft.com/office/drawing/2014/main" id="{8D9ADB55-7D2F-462F-AE74-9DAD7D3E0AD9}"/>
              </a:ext>
            </a:extLst>
          </p:cNvPr>
          <p:cNvCxnSpPr>
            <a:cxnSpLocks/>
          </p:cNvCxnSpPr>
          <p:nvPr/>
        </p:nvCxnSpPr>
        <p:spPr>
          <a:xfrm>
            <a:off x="7927490" y="2453571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Прямая соединительная линия 278">
            <a:extLst>
              <a:ext uri="{FF2B5EF4-FFF2-40B4-BE49-F238E27FC236}">
                <a16:creationId xmlns:a16="http://schemas.microsoft.com/office/drawing/2014/main" id="{D75A16CA-FA2E-4216-9DDB-7AF7FACD25D6}"/>
              </a:ext>
            </a:extLst>
          </p:cNvPr>
          <p:cNvCxnSpPr>
            <a:cxnSpLocks/>
          </p:cNvCxnSpPr>
          <p:nvPr/>
        </p:nvCxnSpPr>
        <p:spPr>
          <a:xfrm>
            <a:off x="7927490" y="4183575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Прямая соединительная линия 279">
            <a:extLst>
              <a:ext uri="{FF2B5EF4-FFF2-40B4-BE49-F238E27FC236}">
                <a16:creationId xmlns:a16="http://schemas.microsoft.com/office/drawing/2014/main" id="{CF3C1B05-6FD4-4F04-9B18-23D104CA0B78}"/>
              </a:ext>
            </a:extLst>
          </p:cNvPr>
          <p:cNvCxnSpPr>
            <a:cxnSpLocks/>
          </p:cNvCxnSpPr>
          <p:nvPr/>
        </p:nvCxnSpPr>
        <p:spPr>
          <a:xfrm>
            <a:off x="7927490" y="2741905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Прямая соединительная линия 280">
            <a:extLst>
              <a:ext uri="{FF2B5EF4-FFF2-40B4-BE49-F238E27FC236}">
                <a16:creationId xmlns:a16="http://schemas.microsoft.com/office/drawing/2014/main" id="{A583FF8F-85B6-4BC4-924D-8F1285826CBF}"/>
              </a:ext>
            </a:extLst>
          </p:cNvPr>
          <p:cNvCxnSpPr>
            <a:cxnSpLocks/>
          </p:cNvCxnSpPr>
          <p:nvPr/>
        </p:nvCxnSpPr>
        <p:spPr>
          <a:xfrm>
            <a:off x="9249880" y="3030239"/>
            <a:ext cx="3865561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Прямая соединительная линия 281">
            <a:extLst>
              <a:ext uri="{FF2B5EF4-FFF2-40B4-BE49-F238E27FC236}">
                <a16:creationId xmlns:a16="http://schemas.microsoft.com/office/drawing/2014/main" id="{A334E967-D0D2-4836-AE12-91B45D3E5BE7}"/>
              </a:ext>
            </a:extLst>
          </p:cNvPr>
          <p:cNvCxnSpPr>
            <a:cxnSpLocks/>
          </p:cNvCxnSpPr>
          <p:nvPr/>
        </p:nvCxnSpPr>
        <p:spPr>
          <a:xfrm>
            <a:off x="7927490" y="3318573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" name="TextBox 282">
            <a:extLst>
              <a:ext uri="{FF2B5EF4-FFF2-40B4-BE49-F238E27FC236}">
                <a16:creationId xmlns:a16="http://schemas.microsoft.com/office/drawing/2014/main" id="{B603DFE1-B0EC-4339-84B1-DF4F05505948}"/>
              </a:ext>
            </a:extLst>
          </p:cNvPr>
          <p:cNvSpPr txBox="1"/>
          <p:nvPr/>
        </p:nvSpPr>
        <p:spPr>
          <a:xfrm>
            <a:off x="9737623" y="2084239"/>
            <a:ext cx="1298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Предмет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69643AFC-8B9C-4147-A3E5-6AE793C25629}"/>
              </a:ext>
            </a:extLst>
          </p:cNvPr>
          <p:cNvSpPr txBox="1"/>
          <p:nvPr/>
        </p:nvSpPr>
        <p:spPr>
          <a:xfrm>
            <a:off x="7863967" y="2084239"/>
            <a:ext cx="88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Пара</a:t>
            </a: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CC01C2C6-D69A-48F1-8EFB-4F5899B56803}"/>
              </a:ext>
            </a:extLst>
          </p:cNvPr>
          <p:cNvSpPr txBox="1"/>
          <p:nvPr/>
        </p:nvSpPr>
        <p:spPr>
          <a:xfrm>
            <a:off x="8078483" y="2409166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1</a:t>
            </a: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0CCD3153-45A5-452A-A641-542EC576900A}"/>
              </a:ext>
            </a:extLst>
          </p:cNvPr>
          <p:cNvSpPr txBox="1"/>
          <p:nvPr/>
        </p:nvSpPr>
        <p:spPr>
          <a:xfrm>
            <a:off x="8073721" y="2817652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2</a:t>
            </a: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6BC1E024-8E5A-48B5-957A-DD214C5308BD}"/>
              </a:ext>
            </a:extLst>
          </p:cNvPr>
          <p:cNvSpPr txBox="1"/>
          <p:nvPr/>
        </p:nvSpPr>
        <p:spPr>
          <a:xfrm>
            <a:off x="8071340" y="3283477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3</a:t>
            </a: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214FAFA3-9420-4124-8F24-6E81798FFE86}"/>
              </a:ext>
            </a:extLst>
          </p:cNvPr>
          <p:cNvSpPr txBox="1"/>
          <p:nvPr/>
        </p:nvSpPr>
        <p:spPr>
          <a:xfrm>
            <a:off x="8071340" y="3706450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4</a:t>
            </a:r>
          </a:p>
        </p:txBody>
      </p:sp>
      <p:cxnSp>
        <p:nvCxnSpPr>
          <p:cNvPr id="289" name="Прямая соединительная линия 288">
            <a:extLst>
              <a:ext uri="{FF2B5EF4-FFF2-40B4-BE49-F238E27FC236}">
                <a16:creationId xmlns:a16="http://schemas.microsoft.com/office/drawing/2014/main" id="{E6349859-4AF3-4BC0-81B8-6A6650ACA186}"/>
              </a:ext>
            </a:extLst>
          </p:cNvPr>
          <p:cNvCxnSpPr>
            <a:cxnSpLocks/>
          </p:cNvCxnSpPr>
          <p:nvPr/>
        </p:nvCxnSpPr>
        <p:spPr>
          <a:xfrm>
            <a:off x="8571735" y="2453571"/>
            <a:ext cx="0" cy="1730004"/>
          </a:xfrm>
          <a:prstGeom prst="line">
            <a:avLst/>
          </a:prstGeom>
          <a:ln w="6350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Прямая соединительная линия 289">
            <a:extLst>
              <a:ext uri="{FF2B5EF4-FFF2-40B4-BE49-F238E27FC236}">
                <a16:creationId xmlns:a16="http://schemas.microsoft.com/office/drawing/2014/main" id="{0298A7DE-87C4-4CD3-9059-A4B6B6CA55E5}"/>
              </a:ext>
            </a:extLst>
          </p:cNvPr>
          <p:cNvCxnSpPr>
            <a:cxnSpLocks/>
          </p:cNvCxnSpPr>
          <p:nvPr/>
        </p:nvCxnSpPr>
        <p:spPr>
          <a:xfrm>
            <a:off x="9249879" y="2453571"/>
            <a:ext cx="0" cy="1730004"/>
          </a:xfrm>
          <a:prstGeom prst="line">
            <a:avLst/>
          </a:prstGeom>
          <a:ln w="6350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" name="TextBox 294">
            <a:extLst>
              <a:ext uri="{FF2B5EF4-FFF2-40B4-BE49-F238E27FC236}">
                <a16:creationId xmlns:a16="http://schemas.microsoft.com/office/drawing/2014/main" id="{37505C92-2B8A-452D-B934-1743100F834D}"/>
              </a:ext>
            </a:extLst>
          </p:cNvPr>
          <p:cNvSpPr txBox="1"/>
          <p:nvPr/>
        </p:nvSpPr>
        <p:spPr>
          <a:xfrm>
            <a:off x="11613590" y="2084239"/>
            <a:ext cx="1395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Викладач</a:t>
            </a:r>
          </a:p>
        </p:txBody>
      </p:sp>
      <p:cxnSp>
        <p:nvCxnSpPr>
          <p:cNvPr id="296" name="Прямая соединительная линия 295">
            <a:extLst>
              <a:ext uri="{FF2B5EF4-FFF2-40B4-BE49-F238E27FC236}">
                <a16:creationId xmlns:a16="http://schemas.microsoft.com/office/drawing/2014/main" id="{40D0E958-7EDB-4ED0-9EC7-E1E84E3FC4D0}"/>
              </a:ext>
            </a:extLst>
          </p:cNvPr>
          <p:cNvCxnSpPr>
            <a:cxnSpLocks/>
          </p:cNvCxnSpPr>
          <p:nvPr/>
        </p:nvCxnSpPr>
        <p:spPr>
          <a:xfrm>
            <a:off x="11543021" y="2453571"/>
            <a:ext cx="0" cy="1730004"/>
          </a:xfrm>
          <a:prstGeom prst="line">
            <a:avLst/>
          </a:prstGeom>
          <a:ln w="6350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Прямая соединительная линия 304">
            <a:extLst>
              <a:ext uri="{FF2B5EF4-FFF2-40B4-BE49-F238E27FC236}">
                <a16:creationId xmlns:a16="http://schemas.microsoft.com/office/drawing/2014/main" id="{97698720-D35F-4E19-9964-6EACE41912F2}"/>
              </a:ext>
            </a:extLst>
          </p:cNvPr>
          <p:cNvCxnSpPr>
            <a:cxnSpLocks/>
          </p:cNvCxnSpPr>
          <p:nvPr/>
        </p:nvCxnSpPr>
        <p:spPr>
          <a:xfrm>
            <a:off x="7927490" y="3606907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Прямоугольник 324">
            <a:extLst>
              <a:ext uri="{FF2B5EF4-FFF2-40B4-BE49-F238E27FC236}">
                <a16:creationId xmlns:a16="http://schemas.microsoft.com/office/drawing/2014/main" id="{33BAC6FF-0B22-4793-BE8A-A3F7D9E88CED}"/>
              </a:ext>
            </a:extLst>
          </p:cNvPr>
          <p:cNvSpPr/>
          <p:nvPr/>
        </p:nvSpPr>
        <p:spPr>
          <a:xfrm>
            <a:off x="7927491" y="374509"/>
            <a:ext cx="5187950" cy="1730004"/>
          </a:xfrm>
          <a:prstGeom prst="rect">
            <a:avLst/>
          </a:prstGeom>
          <a:solidFill>
            <a:srgbClr val="FFE4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406FC869-AAC5-4BEF-89DC-F1C7A3340F0E}"/>
              </a:ext>
            </a:extLst>
          </p:cNvPr>
          <p:cNvSpPr txBox="1"/>
          <p:nvPr/>
        </p:nvSpPr>
        <p:spPr>
          <a:xfrm>
            <a:off x="8590785" y="5177"/>
            <a:ext cx="636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Час</a:t>
            </a:r>
          </a:p>
        </p:txBody>
      </p:sp>
      <p:cxnSp>
        <p:nvCxnSpPr>
          <p:cNvPr id="327" name="Прямая соединительная линия 326">
            <a:extLst>
              <a:ext uri="{FF2B5EF4-FFF2-40B4-BE49-F238E27FC236}">
                <a16:creationId xmlns:a16="http://schemas.microsoft.com/office/drawing/2014/main" id="{CE45DF48-94E9-4CCF-A5D5-45CA58D75B0E}"/>
              </a:ext>
            </a:extLst>
          </p:cNvPr>
          <p:cNvCxnSpPr>
            <a:cxnSpLocks/>
          </p:cNvCxnSpPr>
          <p:nvPr/>
        </p:nvCxnSpPr>
        <p:spPr>
          <a:xfrm>
            <a:off x="7927490" y="374509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Прямая соединительная линия 327">
            <a:extLst>
              <a:ext uri="{FF2B5EF4-FFF2-40B4-BE49-F238E27FC236}">
                <a16:creationId xmlns:a16="http://schemas.microsoft.com/office/drawing/2014/main" id="{D8B3652E-95BB-4931-874D-0BA6232F6CA5}"/>
              </a:ext>
            </a:extLst>
          </p:cNvPr>
          <p:cNvCxnSpPr>
            <a:cxnSpLocks/>
          </p:cNvCxnSpPr>
          <p:nvPr/>
        </p:nvCxnSpPr>
        <p:spPr>
          <a:xfrm>
            <a:off x="7927490" y="2104513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Прямая соединительная линия 328">
            <a:extLst>
              <a:ext uri="{FF2B5EF4-FFF2-40B4-BE49-F238E27FC236}">
                <a16:creationId xmlns:a16="http://schemas.microsoft.com/office/drawing/2014/main" id="{0A7467A7-DD69-4E9D-8972-E556666114A8}"/>
              </a:ext>
            </a:extLst>
          </p:cNvPr>
          <p:cNvCxnSpPr>
            <a:cxnSpLocks/>
          </p:cNvCxnSpPr>
          <p:nvPr/>
        </p:nvCxnSpPr>
        <p:spPr>
          <a:xfrm>
            <a:off x="9249880" y="720510"/>
            <a:ext cx="3865561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Прямая соединительная линия 329">
            <a:extLst>
              <a:ext uri="{FF2B5EF4-FFF2-40B4-BE49-F238E27FC236}">
                <a16:creationId xmlns:a16="http://schemas.microsoft.com/office/drawing/2014/main" id="{CEE3759A-4070-4854-9AE5-D28EF2E73980}"/>
              </a:ext>
            </a:extLst>
          </p:cNvPr>
          <p:cNvCxnSpPr>
            <a:cxnSpLocks/>
          </p:cNvCxnSpPr>
          <p:nvPr/>
        </p:nvCxnSpPr>
        <p:spPr>
          <a:xfrm>
            <a:off x="7927490" y="1066511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Прямая соединительная линия 330">
            <a:extLst>
              <a:ext uri="{FF2B5EF4-FFF2-40B4-BE49-F238E27FC236}">
                <a16:creationId xmlns:a16="http://schemas.microsoft.com/office/drawing/2014/main" id="{D95F2974-664B-4BEA-B7D5-0DC9109E2912}"/>
              </a:ext>
            </a:extLst>
          </p:cNvPr>
          <p:cNvCxnSpPr>
            <a:cxnSpLocks/>
          </p:cNvCxnSpPr>
          <p:nvPr/>
        </p:nvCxnSpPr>
        <p:spPr>
          <a:xfrm>
            <a:off x="7927490" y="1412512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TextBox 331">
            <a:extLst>
              <a:ext uri="{FF2B5EF4-FFF2-40B4-BE49-F238E27FC236}">
                <a16:creationId xmlns:a16="http://schemas.microsoft.com/office/drawing/2014/main" id="{42386CB2-D670-4BB8-8A57-477A9D7C77F3}"/>
              </a:ext>
            </a:extLst>
          </p:cNvPr>
          <p:cNvSpPr txBox="1"/>
          <p:nvPr/>
        </p:nvSpPr>
        <p:spPr>
          <a:xfrm>
            <a:off x="9737623" y="5177"/>
            <a:ext cx="1298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Предмет</a:t>
            </a:r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AC83128D-8DB2-4DC9-B9C4-06DE016A98BF}"/>
              </a:ext>
            </a:extLst>
          </p:cNvPr>
          <p:cNvSpPr txBox="1"/>
          <p:nvPr/>
        </p:nvSpPr>
        <p:spPr>
          <a:xfrm>
            <a:off x="7863967" y="5177"/>
            <a:ext cx="88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Пара</a:t>
            </a: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1B26EDCA-D08B-4151-B816-8C88C8CF010C}"/>
              </a:ext>
            </a:extLst>
          </p:cNvPr>
          <p:cNvSpPr txBox="1"/>
          <p:nvPr/>
        </p:nvSpPr>
        <p:spPr>
          <a:xfrm>
            <a:off x="8078483" y="535844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1</a:t>
            </a:r>
          </a:p>
        </p:txBody>
      </p:sp>
      <p:sp>
        <p:nvSpPr>
          <p:cNvPr id="335" name="TextBox 334">
            <a:extLst>
              <a:ext uri="{FF2B5EF4-FFF2-40B4-BE49-F238E27FC236}">
                <a16:creationId xmlns:a16="http://schemas.microsoft.com/office/drawing/2014/main" id="{18F902F8-1B8A-43B4-8B3B-E32D6C99F8D8}"/>
              </a:ext>
            </a:extLst>
          </p:cNvPr>
          <p:cNvSpPr txBox="1"/>
          <p:nvPr/>
        </p:nvSpPr>
        <p:spPr>
          <a:xfrm>
            <a:off x="8073721" y="1052918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2</a:t>
            </a:r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D30E37A9-4274-4BE6-B153-798721871098}"/>
              </a:ext>
            </a:extLst>
          </p:cNvPr>
          <p:cNvSpPr txBox="1"/>
          <p:nvPr/>
        </p:nvSpPr>
        <p:spPr>
          <a:xfrm>
            <a:off x="8071340" y="1409213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3</a:t>
            </a:r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BD314CBC-8795-4512-8723-D434187D7443}"/>
              </a:ext>
            </a:extLst>
          </p:cNvPr>
          <p:cNvSpPr txBox="1"/>
          <p:nvPr/>
        </p:nvSpPr>
        <p:spPr>
          <a:xfrm>
            <a:off x="8071340" y="1741696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4</a:t>
            </a:r>
          </a:p>
        </p:txBody>
      </p:sp>
      <p:cxnSp>
        <p:nvCxnSpPr>
          <p:cNvPr id="338" name="Прямая соединительная линия 337">
            <a:extLst>
              <a:ext uri="{FF2B5EF4-FFF2-40B4-BE49-F238E27FC236}">
                <a16:creationId xmlns:a16="http://schemas.microsoft.com/office/drawing/2014/main" id="{19B611B2-3DD2-4483-ADB0-9F30F5335431}"/>
              </a:ext>
            </a:extLst>
          </p:cNvPr>
          <p:cNvCxnSpPr>
            <a:cxnSpLocks/>
          </p:cNvCxnSpPr>
          <p:nvPr/>
        </p:nvCxnSpPr>
        <p:spPr>
          <a:xfrm>
            <a:off x="8571735" y="374509"/>
            <a:ext cx="0" cy="1730004"/>
          </a:xfrm>
          <a:prstGeom prst="line">
            <a:avLst/>
          </a:prstGeom>
          <a:ln w="6350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Прямая соединительная линия 338">
            <a:extLst>
              <a:ext uri="{FF2B5EF4-FFF2-40B4-BE49-F238E27FC236}">
                <a16:creationId xmlns:a16="http://schemas.microsoft.com/office/drawing/2014/main" id="{B5A7A711-D279-424E-889C-2F6F092AE0EE}"/>
              </a:ext>
            </a:extLst>
          </p:cNvPr>
          <p:cNvCxnSpPr>
            <a:cxnSpLocks/>
          </p:cNvCxnSpPr>
          <p:nvPr/>
        </p:nvCxnSpPr>
        <p:spPr>
          <a:xfrm>
            <a:off x="9249879" y="374509"/>
            <a:ext cx="0" cy="1730004"/>
          </a:xfrm>
          <a:prstGeom prst="line">
            <a:avLst/>
          </a:prstGeom>
          <a:ln w="6350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0" name="TextBox 339">
            <a:extLst>
              <a:ext uri="{FF2B5EF4-FFF2-40B4-BE49-F238E27FC236}">
                <a16:creationId xmlns:a16="http://schemas.microsoft.com/office/drawing/2014/main" id="{7BE7797C-10F0-49E0-A2CB-689E859A57BE}"/>
              </a:ext>
            </a:extLst>
          </p:cNvPr>
          <p:cNvSpPr txBox="1"/>
          <p:nvPr/>
        </p:nvSpPr>
        <p:spPr>
          <a:xfrm>
            <a:off x="11613590" y="5177"/>
            <a:ext cx="1395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Викладач</a:t>
            </a:r>
          </a:p>
        </p:txBody>
      </p:sp>
      <p:cxnSp>
        <p:nvCxnSpPr>
          <p:cNvPr id="341" name="Прямая соединительная линия 340">
            <a:extLst>
              <a:ext uri="{FF2B5EF4-FFF2-40B4-BE49-F238E27FC236}">
                <a16:creationId xmlns:a16="http://schemas.microsoft.com/office/drawing/2014/main" id="{10B88EDB-9664-4F15-9748-127C7A51609F}"/>
              </a:ext>
            </a:extLst>
          </p:cNvPr>
          <p:cNvCxnSpPr>
            <a:cxnSpLocks/>
          </p:cNvCxnSpPr>
          <p:nvPr/>
        </p:nvCxnSpPr>
        <p:spPr>
          <a:xfrm>
            <a:off x="11543021" y="374509"/>
            <a:ext cx="0" cy="1730004"/>
          </a:xfrm>
          <a:prstGeom prst="line">
            <a:avLst/>
          </a:prstGeom>
          <a:ln w="6350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Прямая соединительная линия 341">
            <a:extLst>
              <a:ext uri="{FF2B5EF4-FFF2-40B4-BE49-F238E27FC236}">
                <a16:creationId xmlns:a16="http://schemas.microsoft.com/office/drawing/2014/main" id="{00B9F9BD-BB34-4909-83AB-9E2F5752572D}"/>
              </a:ext>
            </a:extLst>
          </p:cNvPr>
          <p:cNvCxnSpPr>
            <a:cxnSpLocks/>
          </p:cNvCxnSpPr>
          <p:nvPr/>
        </p:nvCxnSpPr>
        <p:spPr>
          <a:xfrm>
            <a:off x="7927490" y="1758513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3" name="TextBox 342">
            <a:extLst>
              <a:ext uri="{FF2B5EF4-FFF2-40B4-BE49-F238E27FC236}">
                <a16:creationId xmlns:a16="http://schemas.microsoft.com/office/drawing/2014/main" id="{8E79B260-E67B-4C76-AC6E-972FD95775E2}"/>
              </a:ext>
            </a:extLst>
          </p:cNvPr>
          <p:cNvSpPr txBox="1"/>
          <p:nvPr/>
        </p:nvSpPr>
        <p:spPr>
          <a:xfrm>
            <a:off x="8513173" y="2451299"/>
            <a:ext cx="7367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8.30-9.30</a:t>
            </a: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0C871EE1-CFF0-465C-B40F-6D6F47AF93CD}"/>
              </a:ext>
            </a:extLst>
          </p:cNvPr>
          <p:cNvSpPr txBox="1"/>
          <p:nvPr/>
        </p:nvSpPr>
        <p:spPr>
          <a:xfrm>
            <a:off x="8513173" y="2879030"/>
            <a:ext cx="7446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9.40-10.40</a:t>
            </a:r>
          </a:p>
        </p:txBody>
      </p:sp>
      <p:sp>
        <p:nvSpPr>
          <p:cNvPr id="345" name="TextBox 344">
            <a:extLst>
              <a:ext uri="{FF2B5EF4-FFF2-40B4-BE49-F238E27FC236}">
                <a16:creationId xmlns:a16="http://schemas.microsoft.com/office/drawing/2014/main" id="{DD867A79-CB20-49D0-98EB-8D90920A71A9}"/>
              </a:ext>
            </a:extLst>
          </p:cNvPr>
          <p:cNvSpPr txBox="1"/>
          <p:nvPr/>
        </p:nvSpPr>
        <p:spPr>
          <a:xfrm>
            <a:off x="8513173" y="3321060"/>
            <a:ext cx="770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10.50-11.50</a:t>
            </a: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63119140-77F2-46A3-8416-9223E3F62A25}"/>
              </a:ext>
            </a:extLst>
          </p:cNvPr>
          <p:cNvSpPr txBox="1"/>
          <p:nvPr/>
        </p:nvSpPr>
        <p:spPr>
          <a:xfrm>
            <a:off x="8513172" y="3748801"/>
            <a:ext cx="7914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12.00-13.00</a:t>
            </a:r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CE9BEC6D-171C-4F32-84DF-E9C258A34852}"/>
              </a:ext>
            </a:extLst>
          </p:cNvPr>
          <p:cNvSpPr txBox="1"/>
          <p:nvPr/>
        </p:nvSpPr>
        <p:spPr>
          <a:xfrm>
            <a:off x="9205416" y="392701"/>
            <a:ext cx="248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spc="-10" dirty="0">
                <a:latin typeface="Akrobat SemiBold" panose="00000700000000000000" pitchFamily="50" charset="-52"/>
              </a:rPr>
              <a:t>Організація комп’ютерних мереж</a:t>
            </a:r>
            <a:endParaRPr lang="ru-RU" sz="1400" spc="-10" dirty="0">
              <a:latin typeface="Akrobat SemiBold" panose="00000700000000000000" pitchFamily="50" charset="-52"/>
            </a:endParaRP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1A7197C6-CA4D-4618-ADB9-A1DD7B7E83D8}"/>
              </a:ext>
            </a:extLst>
          </p:cNvPr>
          <p:cNvSpPr txBox="1"/>
          <p:nvPr/>
        </p:nvSpPr>
        <p:spPr>
          <a:xfrm>
            <a:off x="11504600" y="392701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Козин О. В.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43EBAFC8-7CBD-4E60-9052-4F5492F1474A}"/>
              </a:ext>
            </a:extLst>
          </p:cNvPr>
          <p:cNvSpPr txBox="1"/>
          <p:nvPr/>
        </p:nvSpPr>
        <p:spPr>
          <a:xfrm>
            <a:off x="9205416" y="748354"/>
            <a:ext cx="248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spc="-40" dirty="0">
                <a:latin typeface="Akrobat SemiBold" panose="00000700000000000000" pitchFamily="50" charset="-52"/>
              </a:rPr>
              <a:t>Комп’ютерна графіка та 3д модель</a:t>
            </a:r>
            <a:endParaRPr lang="ru-RU" sz="1400" spc="-40" dirty="0">
              <a:latin typeface="Akrobat SemiBold" panose="00000700000000000000" pitchFamily="50" charset="-52"/>
            </a:endParaRPr>
          </a:p>
        </p:txBody>
      </p:sp>
      <p:sp>
        <p:nvSpPr>
          <p:cNvPr id="350" name="TextBox 349">
            <a:extLst>
              <a:ext uri="{FF2B5EF4-FFF2-40B4-BE49-F238E27FC236}">
                <a16:creationId xmlns:a16="http://schemas.microsoft.com/office/drawing/2014/main" id="{2274725B-1529-4A2F-A309-BBAC28DA3C2B}"/>
              </a:ext>
            </a:extLst>
          </p:cNvPr>
          <p:cNvSpPr txBox="1"/>
          <p:nvPr/>
        </p:nvSpPr>
        <p:spPr>
          <a:xfrm>
            <a:off x="11504600" y="748354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Бондарева Я. В.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351" name="TextBox 350">
            <a:extLst>
              <a:ext uri="{FF2B5EF4-FFF2-40B4-BE49-F238E27FC236}">
                <a16:creationId xmlns:a16="http://schemas.microsoft.com/office/drawing/2014/main" id="{FE001847-A482-414A-A244-BD50A53A9727}"/>
              </a:ext>
            </a:extLst>
          </p:cNvPr>
          <p:cNvSpPr txBox="1"/>
          <p:nvPr/>
        </p:nvSpPr>
        <p:spPr>
          <a:xfrm>
            <a:off x="9213347" y="1066511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Операційні системи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D9003438-134D-4521-90BE-9E5CC5E2AA4F}"/>
              </a:ext>
            </a:extLst>
          </p:cNvPr>
          <p:cNvSpPr txBox="1"/>
          <p:nvPr/>
        </p:nvSpPr>
        <p:spPr>
          <a:xfrm>
            <a:off x="11504600" y="1066511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Бондарева Я. В.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38F93C03-375C-438E-B614-4A278266A488}"/>
              </a:ext>
            </a:extLst>
          </p:cNvPr>
          <p:cNvSpPr txBox="1"/>
          <p:nvPr/>
        </p:nvSpPr>
        <p:spPr>
          <a:xfrm>
            <a:off x="9213347" y="1436810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Основи програмування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F56FF5A6-3ECC-4815-88A1-98DC45DC6079}"/>
              </a:ext>
            </a:extLst>
          </p:cNvPr>
          <p:cNvSpPr txBox="1"/>
          <p:nvPr/>
        </p:nvSpPr>
        <p:spPr>
          <a:xfrm>
            <a:off x="11504600" y="1436810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Антоненко Ю. С.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cxnSp>
        <p:nvCxnSpPr>
          <p:cNvPr id="386" name="Прямая соединительная линия 385">
            <a:extLst>
              <a:ext uri="{FF2B5EF4-FFF2-40B4-BE49-F238E27FC236}">
                <a16:creationId xmlns:a16="http://schemas.microsoft.com/office/drawing/2014/main" id="{FE398928-CEFC-4B24-A2B3-898C162CC6FF}"/>
              </a:ext>
            </a:extLst>
          </p:cNvPr>
          <p:cNvCxnSpPr>
            <a:cxnSpLocks/>
          </p:cNvCxnSpPr>
          <p:nvPr/>
        </p:nvCxnSpPr>
        <p:spPr>
          <a:xfrm>
            <a:off x="9249880" y="3895241"/>
            <a:ext cx="3865561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9" name="Прямоугольник 448">
            <a:extLst>
              <a:ext uri="{FF2B5EF4-FFF2-40B4-BE49-F238E27FC236}">
                <a16:creationId xmlns:a16="http://schemas.microsoft.com/office/drawing/2014/main" id="{9DD19586-091C-47A6-A81A-E128C6E4D535}"/>
              </a:ext>
            </a:extLst>
          </p:cNvPr>
          <p:cNvSpPr/>
          <p:nvPr/>
        </p:nvSpPr>
        <p:spPr>
          <a:xfrm>
            <a:off x="2160849" y="4560191"/>
            <a:ext cx="5189536" cy="1730004"/>
          </a:xfrm>
          <a:prstGeom prst="rect">
            <a:avLst/>
          </a:prstGeom>
          <a:solidFill>
            <a:srgbClr val="FFE4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E4490EC3-2F38-46BB-BDC8-341029721033}"/>
              </a:ext>
            </a:extLst>
          </p:cNvPr>
          <p:cNvSpPr txBox="1"/>
          <p:nvPr/>
        </p:nvSpPr>
        <p:spPr>
          <a:xfrm>
            <a:off x="2824143" y="4190859"/>
            <a:ext cx="636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Час</a:t>
            </a:r>
          </a:p>
        </p:txBody>
      </p:sp>
      <p:cxnSp>
        <p:nvCxnSpPr>
          <p:cNvPr id="451" name="Прямая соединительная линия 450">
            <a:extLst>
              <a:ext uri="{FF2B5EF4-FFF2-40B4-BE49-F238E27FC236}">
                <a16:creationId xmlns:a16="http://schemas.microsoft.com/office/drawing/2014/main" id="{1E8CBB75-233E-4C90-A1B6-C22197972E74}"/>
              </a:ext>
            </a:extLst>
          </p:cNvPr>
          <p:cNvCxnSpPr>
            <a:cxnSpLocks/>
          </p:cNvCxnSpPr>
          <p:nvPr/>
        </p:nvCxnSpPr>
        <p:spPr>
          <a:xfrm>
            <a:off x="2160848" y="4560191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Прямая соединительная линия 451">
            <a:extLst>
              <a:ext uri="{FF2B5EF4-FFF2-40B4-BE49-F238E27FC236}">
                <a16:creationId xmlns:a16="http://schemas.microsoft.com/office/drawing/2014/main" id="{5923B887-6989-4755-BA91-87CDE6347D1F}"/>
              </a:ext>
            </a:extLst>
          </p:cNvPr>
          <p:cNvCxnSpPr>
            <a:cxnSpLocks/>
          </p:cNvCxnSpPr>
          <p:nvPr/>
        </p:nvCxnSpPr>
        <p:spPr>
          <a:xfrm>
            <a:off x="2160848" y="6290195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Прямая соединительная линия 452">
            <a:extLst>
              <a:ext uri="{FF2B5EF4-FFF2-40B4-BE49-F238E27FC236}">
                <a16:creationId xmlns:a16="http://schemas.microsoft.com/office/drawing/2014/main" id="{6E0AC661-10DF-489C-A5CD-EB0381382764}"/>
              </a:ext>
            </a:extLst>
          </p:cNvPr>
          <p:cNvCxnSpPr>
            <a:cxnSpLocks/>
          </p:cNvCxnSpPr>
          <p:nvPr/>
        </p:nvCxnSpPr>
        <p:spPr>
          <a:xfrm>
            <a:off x="2160848" y="4992692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Прямая соединительная линия 453">
            <a:extLst>
              <a:ext uri="{FF2B5EF4-FFF2-40B4-BE49-F238E27FC236}">
                <a16:creationId xmlns:a16="http://schemas.microsoft.com/office/drawing/2014/main" id="{4A7238AA-D555-4383-B5AA-E2A87E85F1D8}"/>
              </a:ext>
            </a:extLst>
          </p:cNvPr>
          <p:cNvCxnSpPr>
            <a:cxnSpLocks/>
          </p:cNvCxnSpPr>
          <p:nvPr/>
        </p:nvCxnSpPr>
        <p:spPr>
          <a:xfrm>
            <a:off x="2160848" y="5425193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Прямая соединительная линия 454">
            <a:extLst>
              <a:ext uri="{FF2B5EF4-FFF2-40B4-BE49-F238E27FC236}">
                <a16:creationId xmlns:a16="http://schemas.microsoft.com/office/drawing/2014/main" id="{0F5A8612-0AE5-4BA8-A2F3-251126BB6BCE}"/>
              </a:ext>
            </a:extLst>
          </p:cNvPr>
          <p:cNvCxnSpPr>
            <a:cxnSpLocks/>
          </p:cNvCxnSpPr>
          <p:nvPr/>
        </p:nvCxnSpPr>
        <p:spPr>
          <a:xfrm>
            <a:off x="2160848" y="5857694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6" name="TextBox 455">
            <a:extLst>
              <a:ext uri="{FF2B5EF4-FFF2-40B4-BE49-F238E27FC236}">
                <a16:creationId xmlns:a16="http://schemas.microsoft.com/office/drawing/2014/main" id="{711554F5-BB61-43D0-88BF-3BBA0C6896DA}"/>
              </a:ext>
            </a:extLst>
          </p:cNvPr>
          <p:cNvSpPr txBox="1"/>
          <p:nvPr/>
        </p:nvSpPr>
        <p:spPr>
          <a:xfrm>
            <a:off x="3970981" y="4190859"/>
            <a:ext cx="1298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Предмет</a:t>
            </a:r>
          </a:p>
        </p:txBody>
      </p:sp>
      <p:sp>
        <p:nvSpPr>
          <p:cNvPr id="457" name="TextBox 456">
            <a:extLst>
              <a:ext uri="{FF2B5EF4-FFF2-40B4-BE49-F238E27FC236}">
                <a16:creationId xmlns:a16="http://schemas.microsoft.com/office/drawing/2014/main" id="{B22B2F0B-A1D2-49F6-A6B1-AE6A62A890B1}"/>
              </a:ext>
            </a:extLst>
          </p:cNvPr>
          <p:cNvSpPr txBox="1"/>
          <p:nvPr/>
        </p:nvSpPr>
        <p:spPr>
          <a:xfrm>
            <a:off x="2097325" y="4190859"/>
            <a:ext cx="88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Пара</a:t>
            </a:r>
          </a:p>
        </p:txBody>
      </p:sp>
      <p:sp>
        <p:nvSpPr>
          <p:cNvPr id="458" name="TextBox 457">
            <a:extLst>
              <a:ext uri="{FF2B5EF4-FFF2-40B4-BE49-F238E27FC236}">
                <a16:creationId xmlns:a16="http://schemas.microsoft.com/office/drawing/2014/main" id="{62A4D86E-A8BB-4A48-BC3A-56D9F3572324}"/>
              </a:ext>
            </a:extLst>
          </p:cNvPr>
          <p:cNvSpPr txBox="1"/>
          <p:nvPr/>
        </p:nvSpPr>
        <p:spPr>
          <a:xfrm>
            <a:off x="2311841" y="4591775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1</a:t>
            </a:r>
          </a:p>
        </p:txBody>
      </p:sp>
      <p:sp>
        <p:nvSpPr>
          <p:cNvPr id="459" name="TextBox 458">
            <a:extLst>
              <a:ext uri="{FF2B5EF4-FFF2-40B4-BE49-F238E27FC236}">
                <a16:creationId xmlns:a16="http://schemas.microsoft.com/office/drawing/2014/main" id="{9F7A2DAF-7E33-43B7-A909-2C22FAA63314}"/>
              </a:ext>
            </a:extLst>
          </p:cNvPr>
          <p:cNvSpPr txBox="1"/>
          <p:nvPr/>
        </p:nvSpPr>
        <p:spPr>
          <a:xfrm>
            <a:off x="2307079" y="5024276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2</a:t>
            </a:r>
          </a:p>
        </p:txBody>
      </p:sp>
      <p:sp>
        <p:nvSpPr>
          <p:cNvPr id="460" name="TextBox 459">
            <a:extLst>
              <a:ext uri="{FF2B5EF4-FFF2-40B4-BE49-F238E27FC236}">
                <a16:creationId xmlns:a16="http://schemas.microsoft.com/office/drawing/2014/main" id="{178728C0-A487-4921-A6B4-391FAD0B8C4C}"/>
              </a:ext>
            </a:extLst>
          </p:cNvPr>
          <p:cNvSpPr txBox="1"/>
          <p:nvPr/>
        </p:nvSpPr>
        <p:spPr>
          <a:xfrm>
            <a:off x="2304698" y="5456777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3</a:t>
            </a: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0835964A-839D-4F23-A9C9-180EC3126A87}"/>
              </a:ext>
            </a:extLst>
          </p:cNvPr>
          <p:cNvSpPr txBox="1"/>
          <p:nvPr/>
        </p:nvSpPr>
        <p:spPr>
          <a:xfrm>
            <a:off x="2304698" y="5889277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4</a:t>
            </a:r>
          </a:p>
        </p:txBody>
      </p:sp>
      <p:cxnSp>
        <p:nvCxnSpPr>
          <p:cNvPr id="462" name="Прямая соединительная линия 461">
            <a:extLst>
              <a:ext uri="{FF2B5EF4-FFF2-40B4-BE49-F238E27FC236}">
                <a16:creationId xmlns:a16="http://schemas.microsoft.com/office/drawing/2014/main" id="{594009A2-3E89-4FC1-BBC7-2EC49B6535B5}"/>
              </a:ext>
            </a:extLst>
          </p:cNvPr>
          <p:cNvCxnSpPr>
            <a:cxnSpLocks/>
          </p:cNvCxnSpPr>
          <p:nvPr/>
        </p:nvCxnSpPr>
        <p:spPr>
          <a:xfrm>
            <a:off x="2805093" y="4560191"/>
            <a:ext cx="0" cy="1730004"/>
          </a:xfrm>
          <a:prstGeom prst="line">
            <a:avLst/>
          </a:prstGeom>
          <a:ln w="6350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Прямая соединительная линия 462">
            <a:extLst>
              <a:ext uri="{FF2B5EF4-FFF2-40B4-BE49-F238E27FC236}">
                <a16:creationId xmlns:a16="http://schemas.microsoft.com/office/drawing/2014/main" id="{5F94808C-F8E6-49D8-9304-A9D0E80FCF0F}"/>
              </a:ext>
            </a:extLst>
          </p:cNvPr>
          <p:cNvCxnSpPr>
            <a:cxnSpLocks/>
          </p:cNvCxnSpPr>
          <p:nvPr/>
        </p:nvCxnSpPr>
        <p:spPr>
          <a:xfrm>
            <a:off x="3483237" y="4560191"/>
            <a:ext cx="0" cy="1730004"/>
          </a:xfrm>
          <a:prstGeom prst="line">
            <a:avLst/>
          </a:prstGeom>
          <a:ln w="6350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4" name="TextBox 463">
            <a:extLst>
              <a:ext uri="{FF2B5EF4-FFF2-40B4-BE49-F238E27FC236}">
                <a16:creationId xmlns:a16="http://schemas.microsoft.com/office/drawing/2014/main" id="{7BBB31CA-F1E3-4359-A1B5-615489E2906C}"/>
              </a:ext>
            </a:extLst>
          </p:cNvPr>
          <p:cNvSpPr txBox="1"/>
          <p:nvPr/>
        </p:nvSpPr>
        <p:spPr>
          <a:xfrm>
            <a:off x="2746531" y="4637943"/>
            <a:ext cx="7700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8.30-9.30</a:t>
            </a:r>
          </a:p>
        </p:txBody>
      </p:sp>
      <p:sp>
        <p:nvSpPr>
          <p:cNvPr id="465" name="TextBox 464">
            <a:extLst>
              <a:ext uri="{FF2B5EF4-FFF2-40B4-BE49-F238E27FC236}">
                <a16:creationId xmlns:a16="http://schemas.microsoft.com/office/drawing/2014/main" id="{827940A1-897B-49AF-8387-D79B7F9D2364}"/>
              </a:ext>
            </a:extLst>
          </p:cNvPr>
          <p:cNvSpPr txBox="1"/>
          <p:nvPr/>
        </p:nvSpPr>
        <p:spPr>
          <a:xfrm>
            <a:off x="2746531" y="5070444"/>
            <a:ext cx="7446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9.40-10.40</a:t>
            </a:r>
          </a:p>
        </p:txBody>
      </p:sp>
      <p:sp>
        <p:nvSpPr>
          <p:cNvPr id="466" name="TextBox 465">
            <a:extLst>
              <a:ext uri="{FF2B5EF4-FFF2-40B4-BE49-F238E27FC236}">
                <a16:creationId xmlns:a16="http://schemas.microsoft.com/office/drawing/2014/main" id="{4083D980-8708-4DFD-9F1E-FCEFA4DB06EA}"/>
              </a:ext>
            </a:extLst>
          </p:cNvPr>
          <p:cNvSpPr txBox="1"/>
          <p:nvPr/>
        </p:nvSpPr>
        <p:spPr>
          <a:xfrm>
            <a:off x="2746531" y="5502945"/>
            <a:ext cx="770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10.50-11.50</a:t>
            </a:r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8CA08DF5-829F-4E71-BC64-7A7B5019DAEE}"/>
              </a:ext>
            </a:extLst>
          </p:cNvPr>
          <p:cNvSpPr txBox="1"/>
          <p:nvPr/>
        </p:nvSpPr>
        <p:spPr>
          <a:xfrm>
            <a:off x="2746530" y="5935446"/>
            <a:ext cx="7914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12.00-13.00</a:t>
            </a:r>
          </a:p>
        </p:txBody>
      </p:sp>
      <p:sp>
        <p:nvSpPr>
          <p:cNvPr id="468" name="TextBox 467">
            <a:extLst>
              <a:ext uri="{FF2B5EF4-FFF2-40B4-BE49-F238E27FC236}">
                <a16:creationId xmlns:a16="http://schemas.microsoft.com/office/drawing/2014/main" id="{670ABA67-A75D-4A24-A724-7F4D197929E4}"/>
              </a:ext>
            </a:extLst>
          </p:cNvPr>
          <p:cNvSpPr txBox="1"/>
          <p:nvPr/>
        </p:nvSpPr>
        <p:spPr>
          <a:xfrm>
            <a:off x="5846948" y="4190859"/>
            <a:ext cx="1395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Викладач</a:t>
            </a:r>
          </a:p>
        </p:txBody>
      </p:sp>
      <p:cxnSp>
        <p:nvCxnSpPr>
          <p:cNvPr id="470" name="Прямая соединительная линия 469">
            <a:extLst>
              <a:ext uri="{FF2B5EF4-FFF2-40B4-BE49-F238E27FC236}">
                <a16:creationId xmlns:a16="http://schemas.microsoft.com/office/drawing/2014/main" id="{BD162EE4-E8E2-4C98-8E28-9B28971D0188}"/>
              </a:ext>
            </a:extLst>
          </p:cNvPr>
          <p:cNvCxnSpPr>
            <a:cxnSpLocks/>
          </p:cNvCxnSpPr>
          <p:nvPr/>
        </p:nvCxnSpPr>
        <p:spPr>
          <a:xfrm>
            <a:off x="5776379" y="4560191"/>
            <a:ext cx="0" cy="1730004"/>
          </a:xfrm>
          <a:prstGeom prst="line">
            <a:avLst/>
          </a:prstGeom>
          <a:ln w="6350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2" name="TextBox 471">
            <a:extLst>
              <a:ext uri="{FF2B5EF4-FFF2-40B4-BE49-F238E27FC236}">
                <a16:creationId xmlns:a16="http://schemas.microsoft.com/office/drawing/2014/main" id="{D0840C97-C365-4828-BC04-0A1DBE2E204D}"/>
              </a:ext>
            </a:extLst>
          </p:cNvPr>
          <p:cNvSpPr txBox="1"/>
          <p:nvPr/>
        </p:nvSpPr>
        <p:spPr>
          <a:xfrm>
            <a:off x="3446705" y="5045621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spc="-40" dirty="0">
                <a:latin typeface="Akrobat SemiBold" panose="00000700000000000000" pitchFamily="50" charset="-52"/>
              </a:rPr>
              <a:t>Комп’ютерна графіка та 3д модель</a:t>
            </a:r>
            <a:endParaRPr lang="ru-RU" sz="1400" spc="-40" dirty="0">
              <a:latin typeface="Akrobat SemiBold" panose="00000700000000000000" pitchFamily="50" charset="-52"/>
            </a:endParaRPr>
          </a:p>
        </p:txBody>
      </p:sp>
      <p:sp>
        <p:nvSpPr>
          <p:cNvPr id="473" name="TextBox 472">
            <a:extLst>
              <a:ext uri="{FF2B5EF4-FFF2-40B4-BE49-F238E27FC236}">
                <a16:creationId xmlns:a16="http://schemas.microsoft.com/office/drawing/2014/main" id="{8CE0D43F-991A-4B1F-887B-8D9A1EB6054A}"/>
              </a:ext>
            </a:extLst>
          </p:cNvPr>
          <p:cNvSpPr txBox="1"/>
          <p:nvPr/>
        </p:nvSpPr>
        <p:spPr>
          <a:xfrm>
            <a:off x="5892480" y="5045621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Бондарева Я. В.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474" name="TextBox 473">
            <a:extLst>
              <a:ext uri="{FF2B5EF4-FFF2-40B4-BE49-F238E27FC236}">
                <a16:creationId xmlns:a16="http://schemas.microsoft.com/office/drawing/2014/main" id="{3E1DB366-E50E-4247-930B-1CB71C4F9501}"/>
              </a:ext>
            </a:extLst>
          </p:cNvPr>
          <p:cNvSpPr txBox="1"/>
          <p:nvPr/>
        </p:nvSpPr>
        <p:spPr>
          <a:xfrm>
            <a:off x="3446705" y="5471230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Фізична культура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475" name="TextBox 474">
            <a:extLst>
              <a:ext uri="{FF2B5EF4-FFF2-40B4-BE49-F238E27FC236}">
                <a16:creationId xmlns:a16="http://schemas.microsoft.com/office/drawing/2014/main" id="{F4E6BBF4-2400-406F-8A29-FE9419B2F75D}"/>
              </a:ext>
            </a:extLst>
          </p:cNvPr>
          <p:cNvSpPr txBox="1"/>
          <p:nvPr/>
        </p:nvSpPr>
        <p:spPr>
          <a:xfrm>
            <a:off x="5892480" y="5471230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Івченко О. В.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476" name="TextBox 475">
            <a:extLst>
              <a:ext uri="{FF2B5EF4-FFF2-40B4-BE49-F238E27FC236}">
                <a16:creationId xmlns:a16="http://schemas.microsoft.com/office/drawing/2014/main" id="{EAB27EEE-46B2-4FFF-B615-0B839D389E8B}"/>
              </a:ext>
            </a:extLst>
          </p:cNvPr>
          <p:cNvSpPr txBox="1"/>
          <p:nvPr/>
        </p:nvSpPr>
        <p:spPr>
          <a:xfrm>
            <a:off x="3446705" y="5896839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Українська мова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477" name="TextBox 476">
            <a:extLst>
              <a:ext uri="{FF2B5EF4-FFF2-40B4-BE49-F238E27FC236}">
                <a16:creationId xmlns:a16="http://schemas.microsoft.com/office/drawing/2014/main" id="{DA327CB5-8488-4DD8-AC94-761E7495FFEC}"/>
              </a:ext>
            </a:extLst>
          </p:cNvPr>
          <p:cNvSpPr txBox="1"/>
          <p:nvPr/>
        </p:nvSpPr>
        <p:spPr>
          <a:xfrm>
            <a:off x="5892480" y="5896839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Губанова Т. В.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479" name="TextBox 478">
            <a:extLst>
              <a:ext uri="{FF2B5EF4-FFF2-40B4-BE49-F238E27FC236}">
                <a16:creationId xmlns:a16="http://schemas.microsoft.com/office/drawing/2014/main" id="{B67803F5-8DDF-471A-A792-C40DEE20AA07}"/>
              </a:ext>
            </a:extLst>
          </p:cNvPr>
          <p:cNvSpPr txBox="1"/>
          <p:nvPr/>
        </p:nvSpPr>
        <p:spPr>
          <a:xfrm>
            <a:off x="9213347" y="2712446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Математика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480" name="TextBox 479">
            <a:extLst>
              <a:ext uri="{FF2B5EF4-FFF2-40B4-BE49-F238E27FC236}">
                <a16:creationId xmlns:a16="http://schemas.microsoft.com/office/drawing/2014/main" id="{65E08799-9C20-4621-9A83-075DBD7C02CE}"/>
              </a:ext>
            </a:extLst>
          </p:cNvPr>
          <p:cNvSpPr txBox="1"/>
          <p:nvPr/>
        </p:nvSpPr>
        <p:spPr>
          <a:xfrm>
            <a:off x="11504600" y="2712446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Коржова А. В.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9F032581-8C83-428F-9B8F-EFB5D2A8E807}"/>
              </a:ext>
            </a:extLst>
          </p:cNvPr>
          <p:cNvSpPr txBox="1"/>
          <p:nvPr/>
        </p:nvSpPr>
        <p:spPr>
          <a:xfrm>
            <a:off x="9213347" y="3015510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Фізична культура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482" name="TextBox 481">
            <a:extLst>
              <a:ext uri="{FF2B5EF4-FFF2-40B4-BE49-F238E27FC236}">
                <a16:creationId xmlns:a16="http://schemas.microsoft.com/office/drawing/2014/main" id="{92C05343-98AA-4BFA-9D41-37088B6F52C6}"/>
              </a:ext>
            </a:extLst>
          </p:cNvPr>
          <p:cNvSpPr txBox="1"/>
          <p:nvPr/>
        </p:nvSpPr>
        <p:spPr>
          <a:xfrm>
            <a:off x="11504600" y="3015510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Івченко О. В.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961F9D25-E792-4D53-A056-342D9F096972}"/>
              </a:ext>
            </a:extLst>
          </p:cNvPr>
          <p:cNvSpPr txBox="1"/>
          <p:nvPr/>
        </p:nvSpPr>
        <p:spPr>
          <a:xfrm>
            <a:off x="9213347" y="3294583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Вища математика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484" name="TextBox 483">
            <a:extLst>
              <a:ext uri="{FF2B5EF4-FFF2-40B4-BE49-F238E27FC236}">
                <a16:creationId xmlns:a16="http://schemas.microsoft.com/office/drawing/2014/main" id="{71E7EC09-0DEA-4FF4-9EA6-DA837784D187}"/>
              </a:ext>
            </a:extLst>
          </p:cNvPr>
          <p:cNvSpPr txBox="1"/>
          <p:nvPr/>
        </p:nvSpPr>
        <p:spPr>
          <a:xfrm>
            <a:off x="11504600" y="3294583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Сизоненко О. Б.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070C0AE3-A0F8-4BA0-A409-095935A08BAE}"/>
              </a:ext>
            </a:extLst>
          </p:cNvPr>
          <p:cNvSpPr txBox="1"/>
          <p:nvPr/>
        </p:nvSpPr>
        <p:spPr>
          <a:xfrm>
            <a:off x="9213347" y="3576792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Українська мова (проф. спряму)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4D54B681-DF4D-48D9-A5B5-22D6202C01B1}"/>
              </a:ext>
            </a:extLst>
          </p:cNvPr>
          <p:cNvSpPr txBox="1"/>
          <p:nvPr/>
        </p:nvSpPr>
        <p:spPr>
          <a:xfrm>
            <a:off x="11504600" y="3576792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Губанова Т. В.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490" name="TextBox 489">
            <a:extLst>
              <a:ext uri="{FF2B5EF4-FFF2-40B4-BE49-F238E27FC236}">
                <a16:creationId xmlns:a16="http://schemas.microsoft.com/office/drawing/2014/main" id="{2ABEB501-5292-42E6-A65D-AD84F120421B}"/>
              </a:ext>
            </a:extLst>
          </p:cNvPr>
          <p:cNvSpPr txBox="1"/>
          <p:nvPr/>
        </p:nvSpPr>
        <p:spPr>
          <a:xfrm>
            <a:off x="11504600" y="3874179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Терещенко. Д. Є.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grpSp>
        <p:nvGrpSpPr>
          <p:cNvPr id="493" name="Группа 492">
            <a:extLst>
              <a:ext uri="{FF2B5EF4-FFF2-40B4-BE49-F238E27FC236}">
                <a16:creationId xmlns:a16="http://schemas.microsoft.com/office/drawing/2014/main" id="{CED1D825-7911-4151-BE21-FD25F033A485}"/>
              </a:ext>
            </a:extLst>
          </p:cNvPr>
          <p:cNvGrpSpPr/>
          <p:nvPr/>
        </p:nvGrpSpPr>
        <p:grpSpPr>
          <a:xfrm>
            <a:off x="12895740" y="3588854"/>
            <a:ext cx="288800" cy="584775"/>
            <a:chOff x="11791634" y="3588853"/>
            <a:chExt cx="288800" cy="584775"/>
          </a:xfrm>
        </p:grpSpPr>
        <p:sp>
          <p:nvSpPr>
            <p:cNvPr id="491" name="Прямоугольник 490">
              <a:extLst>
                <a:ext uri="{FF2B5EF4-FFF2-40B4-BE49-F238E27FC236}">
                  <a16:creationId xmlns:a16="http://schemas.microsoft.com/office/drawing/2014/main" id="{05FD1EFC-3597-49D0-B77A-F52011F5EADD}"/>
                </a:ext>
              </a:extLst>
            </p:cNvPr>
            <p:cNvSpPr/>
            <p:nvPr/>
          </p:nvSpPr>
          <p:spPr>
            <a:xfrm>
              <a:off x="11860815" y="3621949"/>
              <a:ext cx="150519" cy="55094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9" name="TextBox 488">
              <a:extLst>
                <a:ext uri="{FF2B5EF4-FFF2-40B4-BE49-F238E27FC236}">
                  <a16:creationId xmlns:a16="http://schemas.microsoft.com/office/drawing/2014/main" id="{012EFAB4-BAC1-417B-9768-F88496A2FC8D}"/>
                </a:ext>
              </a:extLst>
            </p:cNvPr>
            <p:cNvSpPr txBox="1"/>
            <p:nvPr/>
          </p:nvSpPr>
          <p:spPr>
            <a:xfrm>
              <a:off x="11791634" y="3588853"/>
              <a:ext cx="288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3200" dirty="0">
                  <a:solidFill>
                    <a:schemeClr val="bg1"/>
                  </a:solidFill>
                  <a:latin typeface="Akrobat SemiBold" panose="00000700000000000000" pitchFamily="50" charset="-52"/>
                </a:rPr>
                <a:t>!</a:t>
              </a:r>
              <a:endParaRPr lang="ru-RU" sz="3200" dirty="0">
                <a:solidFill>
                  <a:schemeClr val="bg1"/>
                </a:solidFill>
                <a:latin typeface="Akrobat SemiBold" panose="00000700000000000000" pitchFamily="50" charset="-52"/>
              </a:endParaRPr>
            </a:p>
          </p:txBody>
        </p:sp>
      </p:grpSp>
      <p:grpSp>
        <p:nvGrpSpPr>
          <p:cNvPr id="494" name="Группа 493">
            <a:extLst>
              <a:ext uri="{FF2B5EF4-FFF2-40B4-BE49-F238E27FC236}">
                <a16:creationId xmlns:a16="http://schemas.microsoft.com/office/drawing/2014/main" id="{843438F7-815B-4EFD-9027-3FA20536D88A}"/>
              </a:ext>
            </a:extLst>
          </p:cNvPr>
          <p:cNvGrpSpPr/>
          <p:nvPr/>
        </p:nvGrpSpPr>
        <p:grpSpPr>
          <a:xfrm>
            <a:off x="12895740" y="2721999"/>
            <a:ext cx="288800" cy="584775"/>
            <a:chOff x="11791634" y="3588853"/>
            <a:chExt cx="288800" cy="584775"/>
          </a:xfrm>
        </p:grpSpPr>
        <p:sp>
          <p:nvSpPr>
            <p:cNvPr id="495" name="Прямоугольник 494">
              <a:extLst>
                <a:ext uri="{FF2B5EF4-FFF2-40B4-BE49-F238E27FC236}">
                  <a16:creationId xmlns:a16="http://schemas.microsoft.com/office/drawing/2014/main" id="{E8AE3B2C-7A87-433A-ADEC-D5ECFCA1D9CF}"/>
                </a:ext>
              </a:extLst>
            </p:cNvPr>
            <p:cNvSpPr/>
            <p:nvPr/>
          </p:nvSpPr>
          <p:spPr>
            <a:xfrm>
              <a:off x="11860815" y="3621949"/>
              <a:ext cx="150519" cy="55094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6" name="TextBox 495">
              <a:extLst>
                <a:ext uri="{FF2B5EF4-FFF2-40B4-BE49-F238E27FC236}">
                  <a16:creationId xmlns:a16="http://schemas.microsoft.com/office/drawing/2014/main" id="{3A24192F-5BF8-4906-9115-9956050EB08D}"/>
                </a:ext>
              </a:extLst>
            </p:cNvPr>
            <p:cNvSpPr txBox="1"/>
            <p:nvPr/>
          </p:nvSpPr>
          <p:spPr>
            <a:xfrm>
              <a:off x="11791634" y="3588853"/>
              <a:ext cx="288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3200" dirty="0">
                  <a:solidFill>
                    <a:schemeClr val="bg1"/>
                  </a:solidFill>
                  <a:latin typeface="Akrobat SemiBold" panose="00000700000000000000" pitchFamily="50" charset="-52"/>
                </a:rPr>
                <a:t>!</a:t>
              </a:r>
              <a:endParaRPr lang="ru-RU" sz="3200" dirty="0">
                <a:solidFill>
                  <a:schemeClr val="bg1"/>
                </a:solidFill>
                <a:latin typeface="Akrobat SemiBold" panose="00000700000000000000" pitchFamily="50" charset="-52"/>
              </a:endParaRPr>
            </a:p>
          </p:txBody>
        </p:sp>
      </p:grpSp>
      <p:grpSp>
        <p:nvGrpSpPr>
          <p:cNvPr id="497" name="Группа 496">
            <a:extLst>
              <a:ext uri="{FF2B5EF4-FFF2-40B4-BE49-F238E27FC236}">
                <a16:creationId xmlns:a16="http://schemas.microsoft.com/office/drawing/2014/main" id="{4D9462DE-3A0A-48EA-80AC-F3CE2E324AB7}"/>
              </a:ext>
            </a:extLst>
          </p:cNvPr>
          <p:cNvGrpSpPr/>
          <p:nvPr/>
        </p:nvGrpSpPr>
        <p:grpSpPr>
          <a:xfrm>
            <a:off x="12895740" y="388434"/>
            <a:ext cx="288800" cy="663190"/>
            <a:chOff x="11791634" y="3621949"/>
            <a:chExt cx="288800" cy="550945"/>
          </a:xfrm>
        </p:grpSpPr>
        <p:sp>
          <p:nvSpPr>
            <p:cNvPr id="498" name="Прямоугольник 497">
              <a:extLst>
                <a:ext uri="{FF2B5EF4-FFF2-40B4-BE49-F238E27FC236}">
                  <a16:creationId xmlns:a16="http://schemas.microsoft.com/office/drawing/2014/main" id="{A758FDE9-7C91-4330-BEE8-494B786370B9}"/>
                </a:ext>
              </a:extLst>
            </p:cNvPr>
            <p:cNvSpPr/>
            <p:nvPr/>
          </p:nvSpPr>
          <p:spPr>
            <a:xfrm>
              <a:off x="11860815" y="3621949"/>
              <a:ext cx="150519" cy="55094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9" name="TextBox 498">
              <a:extLst>
                <a:ext uri="{FF2B5EF4-FFF2-40B4-BE49-F238E27FC236}">
                  <a16:creationId xmlns:a16="http://schemas.microsoft.com/office/drawing/2014/main" id="{88CB78A1-FBC7-4CBF-9A64-E1182012D6DD}"/>
                </a:ext>
              </a:extLst>
            </p:cNvPr>
            <p:cNvSpPr txBox="1"/>
            <p:nvPr/>
          </p:nvSpPr>
          <p:spPr>
            <a:xfrm>
              <a:off x="11791634" y="3631987"/>
              <a:ext cx="288800" cy="4858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3200" dirty="0">
                  <a:solidFill>
                    <a:schemeClr val="bg1"/>
                  </a:solidFill>
                  <a:latin typeface="Akrobat SemiBold" panose="00000700000000000000" pitchFamily="50" charset="-52"/>
                </a:rPr>
                <a:t>!</a:t>
              </a:r>
              <a:endParaRPr lang="ru-RU" sz="3200" dirty="0">
                <a:solidFill>
                  <a:schemeClr val="bg1"/>
                </a:solidFill>
                <a:latin typeface="Akrobat SemiBold" panose="00000700000000000000" pitchFamily="50" charset="-52"/>
              </a:endParaRPr>
            </a:p>
          </p:txBody>
        </p:sp>
      </p:grpSp>
      <p:sp>
        <p:nvSpPr>
          <p:cNvPr id="500" name="TextBox 499">
            <a:extLst>
              <a:ext uri="{FF2B5EF4-FFF2-40B4-BE49-F238E27FC236}">
                <a16:creationId xmlns:a16="http://schemas.microsoft.com/office/drawing/2014/main" id="{F35F4723-E4D8-4086-9B9B-FB4B4BBA2DBA}"/>
              </a:ext>
            </a:extLst>
          </p:cNvPr>
          <p:cNvSpPr txBox="1"/>
          <p:nvPr/>
        </p:nvSpPr>
        <p:spPr>
          <a:xfrm>
            <a:off x="9213347" y="3883083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Історія України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501" name="Прямоугольник 500">
            <a:extLst>
              <a:ext uri="{FF2B5EF4-FFF2-40B4-BE49-F238E27FC236}">
                <a16:creationId xmlns:a16="http://schemas.microsoft.com/office/drawing/2014/main" id="{96018770-681A-465D-ADD6-993695D5FC7D}"/>
              </a:ext>
            </a:extLst>
          </p:cNvPr>
          <p:cNvSpPr/>
          <p:nvPr/>
        </p:nvSpPr>
        <p:spPr>
          <a:xfrm>
            <a:off x="7927490" y="4560191"/>
            <a:ext cx="5189536" cy="1730004"/>
          </a:xfrm>
          <a:prstGeom prst="rect">
            <a:avLst/>
          </a:prstGeom>
          <a:solidFill>
            <a:srgbClr val="FFE4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02" name="Прямая соединительная линия 501">
            <a:extLst>
              <a:ext uri="{FF2B5EF4-FFF2-40B4-BE49-F238E27FC236}">
                <a16:creationId xmlns:a16="http://schemas.microsoft.com/office/drawing/2014/main" id="{16D8F42E-1DB5-4E20-A87C-90A55CE8B161}"/>
              </a:ext>
            </a:extLst>
          </p:cNvPr>
          <p:cNvCxnSpPr>
            <a:cxnSpLocks/>
          </p:cNvCxnSpPr>
          <p:nvPr/>
        </p:nvCxnSpPr>
        <p:spPr>
          <a:xfrm>
            <a:off x="7927489" y="4560191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3" name="Прямая соединительная линия 502">
            <a:extLst>
              <a:ext uri="{FF2B5EF4-FFF2-40B4-BE49-F238E27FC236}">
                <a16:creationId xmlns:a16="http://schemas.microsoft.com/office/drawing/2014/main" id="{92BC5943-8C5F-4DA6-9BD4-E38281EA441B}"/>
              </a:ext>
            </a:extLst>
          </p:cNvPr>
          <p:cNvCxnSpPr>
            <a:cxnSpLocks/>
          </p:cNvCxnSpPr>
          <p:nvPr/>
        </p:nvCxnSpPr>
        <p:spPr>
          <a:xfrm>
            <a:off x="7927489" y="6290195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Прямая соединительная линия 503">
            <a:extLst>
              <a:ext uri="{FF2B5EF4-FFF2-40B4-BE49-F238E27FC236}">
                <a16:creationId xmlns:a16="http://schemas.microsoft.com/office/drawing/2014/main" id="{8F2830DC-ED09-43A6-A545-53C49BEA1F03}"/>
              </a:ext>
            </a:extLst>
          </p:cNvPr>
          <p:cNvCxnSpPr>
            <a:cxnSpLocks/>
          </p:cNvCxnSpPr>
          <p:nvPr/>
        </p:nvCxnSpPr>
        <p:spPr>
          <a:xfrm>
            <a:off x="7927489" y="4992692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Прямая соединительная линия 504">
            <a:extLst>
              <a:ext uri="{FF2B5EF4-FFF2-40B4-BE49-F238E27FC236}">
                <a16:creationId xmlns:a16="http://schemas.microsoft.com/office/drawing/2014/main" id="{48C85A4A-0F29-46F8-A083-27FB408CDAA1}"/>
              </a:ext>
            </a:extLst>
          </p:cNvPr>
          <p:cNvCxnSpPr>
            <a:cxnSpLocks/>
          </p:cNvCxnSpPr>
          <p:nvPr/>
        </p:nvCxnSpPr>
        <p:spPr>
          <a:xfrm>
            <a:off x="7927489" y="5425193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6" name="Прямая соединительная линия 505">
            <a:extLst>
              <a:ext uri="{FF2B5EF4-FFF2-40B4-BE49-F238E27FC236}">
                <a16:creationId xmlns:a16="http://schemas.microsoft.com/office/drawing/2014/main" id="{CBD622EE-F233-4F38-BF83-FFF48D8452A2}"/>
              </a:ext>
            </a:extLst>
          </p:cNvPr>
          <p:cNvCxnSpPr>
            <a:cxnSpLocks/>
          </p:cNvCxnSpPr>
          <p:nvPr/>
        </p:nvCxnSpPr>
        <p:spPr>
          <a:xfrm>
            <a:off x="7927489" y="5857694"/>
            <a:ext cx="5187950" cy="0"/>
          </a:xfrm>
          <a:prstGeom prst="line">
            <a:avLst/>
          </a:prstGeom>
          <a:ln w="28575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Прямая соединительная линия 510">
            <a:extLst>
              <a:ext uri="{FF2B5EF4-FFF2-40B4-BE49-F238E27FC236}">
                <a16:creationId xmlns:a16="http://schemas.microsoft.com/office/drawing/2014/main" id="{057D27F4-BFD4-4544-8337-F4A99A50AE20}"/>
              </a:ext>
            </a:extLst>
          </p:cNvPr>
          <p:cNvCxnSpPr>
            <a:cxnSpLocks/>
          </p:cNvCxnSpPr>
          <p:nvPr/>
        </p:nvCxnSpPr>
        <p:spPr>
          <a:xfrm>
            <a:off x="8571734" y="4560191"/>
            <a:ext cx="0" cy="1730004"/>
          </a:xfrm>
          <a:prstGeom prst="line">
            <a:avLst/>
          </a:prstGeom>
          <a:ln w="6350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" name="Прямая соединительная линия 511">
            <a:extLst>
              <a:ext uri="{FF2B5EF4-FFF2-40B4-BE49-F238E27FC236}">
                <a16:creationId xmlns:a16="http://schemas.microsoft.com/office/drawing/2014/main" id="{AEAF416C-9FC2-4819-A34F-828E6FDD914F}"/>
              </a:ext>
            </a:extLst>
          </p:cNvPr>
          <p:cNvCxnSpPr>
            <a:cxnSpLocks/>
          </p:cNvCxnSpPr>
          <p:nvPr/>
        </p:nvCxnSpPr>
        <p:spPr>
          <a:xfrm>
            <a:off x="9249878" y="4560191"/>
            <a:ext cx="0" cy="1730004"/>
          </a:xfrm>
          <a:prstGeom prst="line">
            <a:avLst/>
          </a:prstGeom>
          <a:ln w="6350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7" name="Прямая соединительная линия 516">
            <a:extLst>
              <a:ext uri="{FF2B5EF4-FFF2-40B4-BE49-F238E27FC236}">
                <a16:creationId xmlns:a16="http://schemas.microsoft.com/office/drawing/2014/main" id="{AD132CC1-9521-4368-BEDE-375CE314E8E1}"/>
              </a:ext>
            </a:extLst>
          </p:cNvPr>
          <p:cNvCxnSpPr>
            <a:cxnSpLocks/>
          </p:cNvCxnSpPr>
          <p:nvPr/>
        </p:nvCxnSpPr>
        <p:spPr>
          <a:xfrm>
            <a:off x="11543020" y="4560191"/>
            <a:ext cx="0" cy="1730004"/>
          </a:xfrm>
          <a:prstGeom prst="line">
            <a:avLst/>
          </a:prstGeom>
          <a:ln w="6350">
            <a:solidFill>
              <a:srgbClr val="FFC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6" name="Рисунок 525">
            <a:extLst>
              <a:ext uri="{FF2B5EF4-FFF2-40B4-BE49-F238E27FC236}">
                <a16:creationId xmlns:a16="http://schemas.microsoft.com/office/drawing/2014/main" id="{50952561-61FE-48C0-A3DF-607A84AB3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4784" y="5863393"/>
            <a:ext cx="421912" cy="421912"/>
          </a:xfrm>
          <a:prstGeom prst="rect">
            <a:avLst/>
          </a:prstGeom>
        </p:spPr>
      </p:pic>
      <p:sp>
        <p:nvSpPr>
          <p:cNvPr id="527" name="TextBox 526">
            <a:extLst>
              <a:ext uri="{FF2B5EF4-FFF2-40B4-BE49-F238E27FC236}">
                <a16:creationId xmlns:a16="http://schemas.microsoft.com/office/drawing/2014/main" id="{386BC087-B669-49EB-B95A-57C0C5545510}"/>
              </a:ext>
            </a:extLst>
          </p:cNvPr>
          <p:cNvSpPr txBox="1"/>
          <p:nvPr/>
        </p:nvSpPr>
        <p:spPr>
          <a:xfrm>
            <a:off x="8521043" y="570827"/>
            <a:ext cx="7700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8.30-9.30</a:t>
            </a:r>
          </a:p>
        </p:txBody>
      </p:sp>
      <p:sp>
        <p:nvSpPr>
          <p:cNvPr id="528" name="TextBox 527">
            <a:extLst>
              <a:ext uri="{FF2B5EF4-FFF2-40B4-BE49-F238E27FC236}">
                <a16:creationId xmlns:a16="http://schemas.microsoft.com/office/drawing/2014/main" id="{D2BB1FE2-F279-447A-93D4-0BC936245CED}"/>
              </a:ext>
            </a:extLst>
          </p:cNvPr>
          <p:cNvSpPr txBox="1"/>
          <p:nvPr/>
        </p:nvSpPr>
        <p:spPr>
          <a:xfrm>
            <a:off x="8521043" y="1098909"/>
            <a:ext cx="7446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9.40-10.40</a:t>
            </a:r>
          </a:p>
        </p:txBody>
      </p:sp>
      <p:sp>
        <p:nvSpPr>
          <p:cNvPr id="529" name="TextBox 528">
            <a:extLst>
              <a:ext uri="{FF2B5EF4-FFF2-40B4-BE49-F238E27FC236}">
                <a16:creationId xmlns:a16="http://schemas.microsoft.com/office/drawing/2014/main" id="{17E2B082-65E7-40DF-B3CA-8A2D3682E201}"/>
              </a:ext>
            </a:extLst>
          </p:cNvPr>
          <p:cNvSpPr txBox="1"/>
          <p:nvPr/>
        </p:nvSpPr>
        <p:spPr>
          <a:xfrm>
            <a:off x="8521043" y="1444909"/>
            <a:ext cx="770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10.50-11.50</a:t>
            </a:r>
          </a:p>
        </p:txBody>
      </p:sp>
      <p:sp>
        <p:nvSpPr>
          <p:cNvPr id="530" name="TextBox 529">
            <a:extLst>
              <a:ext uri="{FF2B5EF4-FFF2-40B4-BE49-F238E27FC236}">
                <a16:creationId xmlns:a16="http://schemas.microsoft.com/office/drawing/2014/main" id="{AA63B872-FA97-4493-ADCA-B763C0EE935E}"/>
              </a:ext>
            </a:extLst>
          </p:cNvPr>
          <p:cNvSpPr txBox="1"/>
          <p:nvPr/>
        </p:nvSpPr>
        <p:spPr>
          <a:xfrm>
            <a:off x="8521042" y="1787174"/>
            <a:ext cx="7914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12.00-13.00</a:t>
            </a:r>
          </a:p>
        </p:txBody>
      </p:sp>
    </p:spTree>
    <p:extLst>
      <p:ext uri="{BB962C8B-B14F-4D97-AF65-F5344CB8AC3E}">
        <p14:creationId xmlns:p14="http://schemas.microsoft.com/office/powerpoint/2010/main" val="2709603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2275B8E-610F-45DD-971E-89D1F0C17CBB}"/>
              </a:ext>
            </a:extLst>
          </p:cNvPr>
          <p:cNvSpPr/>
          <p:nvPr/>
        </p:nvSpPr>
        <p:spPr>
          <a:xfrm>
            <a:off x="1104106" y="0"/>
            <a:ext cx="12192000" cy="6858000"/>
          </a:xfrm>
          <a:prstGeom prst="rect">
            <a:avLst/>
          </a:prstGeom>
          <a:solidFill>
            <a:srgbClr val="EDF1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5" name="Прямоугольник 394">
            <a:extLst>
              <a:ext uri="{FF2B5EF4-FFF2-40B4-BE49-F238E27FC236}">
                <a16:creationId xmlns:a16="http://schemas.microsoft.com/office/drawing/2014/main" id="{F59C7812-B1A4-4C5E-81E0-256EF860438D}"/>
              </a:ext>
            </a:extLst>
          </p:cNvPr>
          <p:cNvSpPr/>
          <p:nvPr/>
        </p:nvSpPr>
        <p:spPr>
          <a:xfrm rot="20700000">
            <a:off x="1538755" y="2792274"/>
            <a:ext cx="14813481" cy="6858000"/>
          </a:xfrm>
          <a:prstGeom prst="rect">
            <a:avLst/>
          </a:prstGeom>
          <a:solidFill>
            <a:srgbClr val="CBD6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6" name="Прямоугольник 395">
            <a:extLst>
              <a:ext uri="{FF2B5EF4-FFF2-40B4-BE49-F238E27FC236}">
                <a16:creationId xmlns:a16="http://schemas.microsoft.com/office/drawing/2014/main" id="{FBB51431-2955-42AD-A65F-D9E2476AC974}"/>
              </a:ext>
            </a:extLst>
          </p:cNvPr>
          <p:cNvSpPr/>
          <p:nvPr/>
        </p:nvSpPr>
        <p:spPr>
          <a:xfrm rot="1800000">
            <a:off x="-3113562" y="3540746"/>
            <a:ext cx="14813481" cy="6858000"/>
          </a:xfrm>
          <a:prstGeom prst="rect">
            <a:avLst/>
          </a:prstGeom>
          <a:solidFill>
            <a:srgbClr val="A1B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3" name="Прямоугольник: скругленные углы 182">
            <a:extLst>
              <a:ext uri="{FF2B5EF4-FFF2-40B4-BE49-F238E27FC236}">
                <a16:creationId xmlns:a16="http://schemas.microsoft.com/office/drawing/2014/main" id="{725F1C42-D9D0-4364-8C65-4CCB8B62B4D1}"/>
              </a:ext>
            </a:extLst>
          </p:cNvPr>
          <p:cNvSpPr/>
          <p:nvPr/>
        </p:nvSpPr>
        <p:spPr>
          <a:xfrm>
            <a:off x="1458936" y="484544"/>
            <a:ext cx="5550116" cy="1753065"/>
          </a:xfrm>
          <a:prstGeom prst="roundRect">
            <a:avLst>
              <a:gd name="adj" fmla="val 9712"/>
            </a:avLst>
          </a:prstGeom>
          <a:solidFill>
            <a:srgbClr val="ECEFF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4" name="Прямоугольник: скругленные углы 183">
            <a:extLst>
              <a:ext uri="{FF2B5EF4-FFF2-40B4-BE49-F238E27FC236}">
                <a16:creationId xmlns:a16="http://schemas.microsoft.com/office/drawing/2014/main" id="{C2EC2CA9-D6DC-4F25-B0B5-A33F530BBB2D}"/>
              </a:ext>
            </a:extLst>
          </p:cNvPr>
          <p:cNvSpPr/>
          <p:nvPr/>
        </p:nvSpPr>
        <p:spPr>
          <a:xfrm>
            <a:off x="1458936" y="2579634"/>
            <a:ext cx="5550116" cy="1753065"/>
          </a:xfrm>
          <a:prstGeom prst="roundRect">
            <a:avLst>
              <a:gd name="adj" fmla="val 9712"/>
            </a:avLst>
          </a:prstGeom>
          <a:solidFill>
            <a:srgbClr val="ECEFF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5" name="Прямоугольник: скругленные углы 184">
            <a:extLst>
              <a:ext uri="{FF2B5EF4-FFF2-40B4-BE49-F238E27FC236}">
                <a16:creationId xmlns:a16="http://schemas.microsoft.com/office/drawing/2014/main" id="{31B806B9-1D80-44A3-921C-3A016CCF639F}"/>
              </a:ext>
            </a:extLst>
          </p:cNvPr>
          <p:cNvSpPr/>
          <p:nvPr/>
        </p:nvSpPr>
        <p:spPr>
          <a:xfrm>
            <a:off x="1458936" y="4674724"/>
            <a:ext cx="5550116" cy="1753065"/>
          </a:xfrm>
          <a:prstGeom prst="roundRect">
            <a:avLst>
              <a:gd name="adj" fmla="val 9712"/>
            </a:avLst>
          </a:prstGeom>
          <a:solidFill>
            <a:srgbClr val="ECEFF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6" name="Прямоугольник: скругленные углы 185">
            <a:extLst>
              <a:ext uri="{FF2B5EF4-FFF2-40B4-BE49-F238E27FC236}">
                <a16:creationId xmlns:a16="http://schemas.microsoft.com/office/drawing/2014/main" id="{9DD8677D-9A64-4C09-95E3-B0320BC67206}"/>
              </a:ext>
            </a:extLst>
          </p:cNvPr>
          <p:cNvSpPr/>
          <p:nvPr/>
        </p:nvSpPr>
        <p:spPr>
          <a:xfrm>
            <a:off x="7200106" y="484544"/>
            <a:ext cx="5550116" cy="1753065"/>
          </a:xfrm>
          <a:prstGeom prst="roundRect">
            <a:avLst>
              <a:gd name="adj" fmla="val 9712"/>
            </a:avLst>
          </a:prstGeom>
          <a:solidFill>
            <a:srgbClr val="ECEFF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7" name="Прямоугольник: скругленные углы 186">
            <a:extLst>
              <a:ext uri="{FF2B5EF4-FFF2-40B4-BE49-F238E27FC236}">
                <a16:creationId xmlns:a16="http://schemas.microsoft.com/office/drawing/2014/main" id="{FF29FE10-C1AA-4F46-B3E2-77E246A8AAAE}"/>
              </a:ext>
            </a:extLst>
          </p:cNvPr>
          <p:cNvSpPr/>
          <p:nvPr/>
        </p:nvSpPr>
        <p:spPr>
          <a:xfrm>
            <a:off x="7200106" y="2579634"/>
            <a:ext cx="5550116" cy="1753065"/>
          </a:xfrm>
          <a:prstGeom prst="roundRect">
            <a:avLst>
              <a:gd name="adj" fmla="val 9712"/>
            </a:avLst>
          </a:prstGeom>
          <a:solidFill>
            <a:srgbClr val="ECEFF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8" name="Прямоугольник: скругленные углы 187">
            <a:extLst>
              <a:ext uri="{FF2B5EF4-FFF2-40B4-BE49-F238E27FC236}">
                <a16:creationId xmlns:a16="http://schemas.microsoft.com/office/drawing/2014/main" id="{42844003-EDDF-4FFB-A871-E438B1033E88}"/>
              </a:ext>
            </a:extLst>
          </p:cNvPr>
          <p:cNvSpPr/>
          <p:nvPr/>
        </p:nvSpPr>
        <p:spPr>
          <a:xfrm>
            <a:off x="7200106" y="4674724"/>
            <a:ext cx="5550116" cy="1753065"/>
          </a:xfrm>
          <a:prstGeom prst="roundRect">
            <a:avLst>
              <a:gd name="adj" fmla="val 9712"/>
            </a:avLst>
          </a:prstGeom>
          <a:solidFill>
            <a:srgbClr val="ECEFF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9" name="Прямоугольник: скругленные углы 188">
            <a:extLst>
              <a:ext uri="{FF2B5EF4-FFF2-40B4-BE49-F238E27FC236}">
                <a16:creationId xmlns:a16="http://schemas.microsoft.com/office/drawing/2014/main" id="{BA3B18EB-7575-477D-B55B-7EE8432B7EB5}"/>
              </a:ext>
            </a:extLst>
          </p:cNvPr>
          <p:cNvSpPr/>
          <p:nvPr/>
        </p:nvSpPr>
        <p:spPr>
          <a:xfrm>
            <a:off x="1469460" y="491165"/>
            <a:ext cx="5550116" cy="1753065"/>
          </a:xfrm>
          <a:prstGeom prst="roundRect">
            <a:avLst>
              <a:gd name="adj" fmla="val 9712"/>
            </a:avLst>
          </a:prstGeom>
          <a:solidFill>
            <a:srgbClr val="ECEFF4"/>
          </a:solidFill>
          <a:ln>
            <a:noFill/>
          </a:ln>
          <a:effectLst>
            <a:outerShdw blurRad="63500" dist="38100" dir="13500000" algn="b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0" name="Прямоугольник: скругленные углы 189">
            <a:extLst>
              <a:ext uri="{FF2B5EF4-FFF2-40B4-BE49-F238E27FC236}">
                <a16:creationId xmlns:a16="http://schemas.microsoft.com/office/drawing/2014/main" id="{21E10B7B-E7C9-4612-9EA8-15C961698E5C}"/>
              </a:ext>
            </a:extLst>
          </p:cNvPr>
          <p:cNvSpPr/>
          <p:nvPr/>
        </p:nvSpPr>
        <p:spPr>
          <a:xfrm>
            <a:off x="1469460" y="2586255"/>
            <a:ext cx="5550116" cy="1753065"/>
          </a:xfrm>
          <a:prstGeom prst="roundRect">
            <a:avLst>
              <a:gd name="adj" fmla="val 9712"/>
            </a:avLst>
          </a:prstGeom>
          <a:solidFill>
            <a:srgbClr val="ECEFF4"/>
          </a:solidFill>
          <a:ln>
            <a:noFill/>
          </a:ln>
          <a:effectLst>
            <a:outerShdw blurRad="63500" dist="38100" dir="13500000" algn="b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2" name="Прямоугольник: скругленные углы 191">
            <a:extLst>
              <a:ext uri="{FF2B5EF4-FFF2-40B4-BE49-F238E27FC236}">
                <a16:creationId xmlns:a16="http://schemas.microsoft.com/office/drawing/2014/main" id="{8623D2F1-16E7-4672-81AC-E89A9447A5F0}"/>
              </a:ext>
            </a:extLst>
          </p:cNvPr>
          <p:cNvSpPr/>
          <p:nvPr/>
        </p:nvSpPr>
        <p:spPr>
          <a:xfrm>
            <a:off x="1469460" y="4681345"/>
            <a:ext cx="5550116" cy="1753065"/>
          </a:xfrm>
          <a:prstGeom prst="roundRect">
            <a:avLst>
              <a:gd name="adj" fmla="val 9712"/>
            </a:avLst>
          </a:prstGeom>
          <a:solidFill>
            <a:srgbClr val="ECEFF4"/>
          </a:solidFill>
          <a:ln>
            <a:noFill/>
          </a:ln>
          <a:effectLst>
            <a:outerShdw blurRad="63500" dist="38100" dir="13500000" algn="b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3" name="Прямоугольник: скругленные углы 192">
            <a:extLst>
              <a:ext uri="{FF2B5EF4-FFF2-40B4-BE49-F238E27FC236}">
                <a16:creationId xmlns:a16="http://schemas.microsoft.com/office/drawing/2014/main" id="{D56EF153-4680-46EF-B05B-891004104372}"/>
              </a:ext>
            </a:extLst>
          </p:cNvPr>
          <p:cNvSpPr/>
          <p:nvPr/>
        </p:nvSpPr>
        <p:spPr>
          <a:xfrm>
            <a:off x="7210630" y="491165"/>
            <a:ext cx="5550116" cy="1753065"/>
          </a:xfrm>
          <a:prstGeom prst="roundRect">
            <a:avLst>
              <a:gd name="adj" fmla="val 9712"/>
            </a:avLst>
          </a:prstGeom>
          <a:solidFill>
            <a:srgbClr val="ECEFF4"/>
          </a:solidFill>
          <a:ln>
            <a:noFill/>
          </a:ln>
          <a:effectLst>
            <a:outerShdw blurRad="63500" dist="38100" dir="13500000" algn="b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4" name="Прямоугольник: скругленные углы 193">
            <a:extLst>
              <a:ext uri="{FF2B5EF4-FFF2-40B4-BE49-F238E27FC236}">
                <a16:creationId xmlns:a16="http://schemas.microsoft.com/office/drawing/2014/main" id="{D5DB7A2B-DD4A-4848-9C54-CE4BA498AC85}"/>
              </a:ext>
            </a:extLst>
          </p:cNvPr>
          <p:cNvSpPr/>
          <p:nvPr/>
        </p:nvSpPr>
        <p:spPr>
          <a:xfrm>
            <a:off x="7210630" y="2586255"/>
            <a:ext cx="5550116" cy="1753065"/>
          </a:xfrm>
          <a:prstGeom prst="roundRect">
            <a:avLst>
              <a:gd name="adj" fmla="val 9712"/>
            </a:avLst>
          </a:prstGeom>
          <a:solidFill>
            <a:srgbClr val="ECEFF4"/>
          </a:solidFill>
          <a:ln>
            <a:noFill/>
          </a:ln>
          <a:effectLst>
            <a:outerShdw blurRad="63500" dist="38100" dir="13500000" algn="b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5" name="Прямоугольник: скругленные углы 194">
            <a:extLst>
              <a:ext uri="{FF2B5EF4-FFF2-40B4-BE49-F238E27FC236}">
                <a16:creationId xmlns:a16="http://schemas.microsoft.com/office/drawing/2014/main" id="{0CC895BE-F1BA-43DC-ACEC-EB50B88EC1E3}"/>
              </a:ext>
            </a:extLst>
          </p:cNvPr>
          <p:cNvSpPr/>
          <p:nvPr/>
        </p:nvSpPr>
        <p:spPr>
          <a:xfrm>
            <a:off x="7210630" y="4681345"/>
            <a:ext cx="5550116" cy="1753065"/>
          </a:xfrm>
          <a:prstGeom prst="roundRect">
            <a:avLst>
              <a:gd name="adj" fmla="val 9712"/>
            </a:avLst>
          </a:prstGeom>
          <a:solidFill>
            <a:srgbClr val="ECEFF4"/>
          </a:solidFill>
          <a:ln>
            <a:noFill/>
          </a:ln>
          <a:effectLst>
            <a:outerShdw blurRad="63500" dist="38100" dir="13500000" algn="b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13F3284-AC6F-4B76-BD22-3C2254703149}"/>
              </a:ext>
            </a:extLst>
          </p:cNvPr>
          <p:cNvSpPr txBox="1"/>
          <p:nvPr/>
        </p:nvSpPr>
        <p:spPr>
          <a:xfrm>
            <a:off x="2463324" y="127596"/>
            <a:ext cx="636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Час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E9F0F5F-361B-42D0-B9D9-D1CABC2174DE}"/>
              </a:ext>
            </a:extLst>
          </p:cNvPr>
          <p:cNvSpPr txBox="1"/>
          <p:nvPr/>
        </p:nvSpPr>
        <p:spPr>
          <a:xfrm>
            <a:off x="3610162" y="127596"/>
            <a:ext cx="1298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Предмет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3E08009D-3BE9-4204-90C6-4B0A197BF415}"/>
              </a:ext>
            </a:extLst>
          </p:cNvPr>
          <p:cNvSpPr txBox="1"/>
          <p:nvPr/>
        </p:nvSpPr>
        <p:spPr>
          <a:xfrm>
            <a:off x="1736506" y="127596"/>
            <a:ext cx="88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Пара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32FA5768-3ABD-4396-B083-6EE3A9859C2D}"/>
              </a:ext>
            </a:extLst>
          </p:cNvPr>
          <p:cNvSpPr txBox="1"/>
          <p:nvPr/>
        </p:nvSpPr>
        <p:spPr>
          <a:xfrm>
            <a:off x="1951022" y="528512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1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60B24222-87FA-4DC8-8AD7-7487F708C864}"/>
              </a:ext>
            </a:extLst>
          </p:cNvPr>
          <p:cNvSpPr txBox="1"/>
          <p:nvPr/>
        </p:nvSpPr>
        <p:spPr>
          <a:xfrm>
            <a:off x="1946260" y="961013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2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2D8BED56-CE4A-4A58-B09C-4547D9DE49FC}"/>
              </a:ext>
            </a:extLst>
          </p:cNvPr>
          <p:cNvSpPr txBox="1"/>
          <p:nvPr/>
        </p:nvSpPr>
        <p:spPr>
          <a:xfrm>
            <a:off x="1943879" y="1393514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3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ED496723-79DC-4D69-B6F1-E9CA00349E62}"/>
              </a:ext>
            </a:extLst>
          </p:cNvPr>
          <p:cNvSpPr txBox="1"/>
          <p:nvPr/>
        </p:nvSpPr>
        <p:spPr>
          <a:xfrm>
            <a:off x="1943879" y="1826014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4</a:t>
            </a:r>
          </a:p>
        </p:txBody>
      </p:sp>
      <p:cxnSp>
        <p:nvCxnSpPr>
          <p:cNvPr id="143" name="Прямая соединительная линия 142">
            <a:extLst>
              <a:ext uri="{FF2B5EF4-FFF2-40B4-BE49-F238E27FC236}">
                <a16:creationId xmlns:a16="http://schemas.microsoft.com/office/drawing/2014/main" id="{BFD74005-1CBE-46A2-87A9-F10D86FCCD50}"/>
              </a:ext>
            </a:extLst>
          </p:cNvPr>
          <p:cNvCxnSpPr>
            <a:cxnSpLocks/>
          </p:cNvCxnSpPr>
          <p:nvPr/>
        </p:nvCxnSpPr>
        <p:spPr>
          <a:xfrm>
            <a:off x="2444274" y="496928"/>
            <a:ext cx="0" cy="1730004"/>
          </a:xfrm>
          <a:prstGeom prst="line">
            <a:avLst/>
          </a:prstGeom>
          <a:ln w="9525">
            <a:solidFill>
              <a:srgbClr val="C6D2F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Прямая соединительная линия 147">
            <a:extLst>
              <a:ext uri="{FF2B5EF4-FFF2-40B4-BE49-F238E27FC236}">
                <a16:creationId xmlns:a16="http://schemas.microsoft.com/office/drawing/2014/main" id="{18C73601-C66B-443B-8C4F-08DE4EFB4454}"/>
              </a:ext>
            </a:extLst>
          </p:cNvPr>
          <p:cNvCxnSpPr>
            <a:cxnSpLocks/>
          </p:cNvCxnSpPr>
          <p:nvPr/>
        </p:nvCxnSpPr>
        <p:spPr>
          <a:xfrm>
            <a:off x="3122418" y="496928"/>
            <a:ext cx="0" cy="1730004"/>
          </a:xfrm>
          <a:prstGeom prst="line">
            <a:avLst/>
          </a:prstGeom>
          <a:ln w="9525">
            <a:solidFill>
              <a:srgbClr val="C6D2F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15375F17-A230-49F4-8A5E-CA68C4E96BAE}"/>
              </a:ext>
            </a:extLst>
          </p:cNvPr>
          <p:cNvSpPr txBox="1"/>
          <p:nvPr/>
        </p:nvSpPr>
        <p:spPr>
          <a:xfrm>
            <a:off x="2385712" y="574680"/>
            <a:ext cx="7700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8.30-9.40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BC40D5CE-A699-476C-8679-2E03D27AC53E}"/>
              </a:ext>
            </a:extLst>
          </p:cNvPr>
          <p:cNvSpPr txBox="1"/>
          <p:nvPr/>
        </p:nvSpPr>
        <p:spPr>
          <a:xfrm rot="16200000">
            <a:off x="765239" y="1177264"/>
            <a:ext cx="1714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ПОНЕД</a:t>
            </a:r>
            <a:r>
              <a:rPr lang="uk-UA" dirty="0">
                <a:latin typeface="Montserrat SemiBold" panose="00000700000000000000" pitchFamily="2" charset="-52"/>
              </a:rPr>
              <a:t>ІЛОК</a:t>
            </a:r>
            <a:endParaRPr lang="ru-RU" dirty="0">
              <a:latin typeface="Montserrat SemiBold" panose="00000700000000000000" pitchFamily="2" charset="-52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AE1109BF-F394-4390-BE6D-E38A84780438}"/>
              </a:ext>
            </a:extLst>
          </p:cNvPr>
          <p:cNvSpPr txBox="1"/>
          <p:nvPr/>
        </p:nvSpPr>
        <p:spPr>
          <a:xfrm rot="16200000">
            <a:off x="887302" y="3272694"/>
            <a:ext cx="1470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latin typeface="Montserrat SemiBold" panose="00000700000000000000" pitchFamily="2" charset="-52"/>
              </a:rPr>
              <a:t>ВІВТОРОК</a:t>
            </a:r>
            <a:endParaRPr lang="ru-RU" dirty="0">
              <a:latin typeface="Montserrat SemiBold" panose="00000700000000000000" pitchFamily="2" charset="-52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00F0F94C-8F42-4972-B9ED-D08B19ABD284}"/>
              </a:ext>
            </a:extLst>
          </p:cNvPr>
          <p:cNvSpPr txBox="1"/>
          <p:nvPr/>
        </p:nvSpPr>
        <p:spPr>
          <a:xfrm rot="16200000">
            <a:off x="1023282" y="5437361"/>
            <a:ext cx="1198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latin typeface="Montserrat SemiBold" panose="00000700000000000000" pitchFamily="2" charset="-52"/>
              </a:rPr>
              <a:t>СЕРЕДА</a:t>
            </a:r>
            <a:endParaRPr lang="ru-RU" dirty="0">
              <a:latin typeface="Montserrat SemiBold" panose="00000700000000000000" pitchFamily="2" charset="-52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BDEE2AF-43B6-4C8C-B45A-AFAC285D96A4}"/>
              </a:ext>
            </a:extLst>
          </p:cNvPr>
          <p:cNvSpPr txBox="1"/>
          <p:nvPr/>
        </p:nvSpPr>
        <p:spPr>
          <a:xfrm rot="16200000">
            <a:off x="6829797" y="1119506"/>
            <a:ext cx="1179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latin typeface="Montserrat SemiBold" panose="00000700000000000000" pitchFamily="2" charset="-52"/>
              </a:rPr>
              <a:t>ЧЕТВЕР</a:t>
            </a:r>
            <a:endParaRPr lang="ru-RU" dirty="0">
              <a:latin typeface="Montserrat SemiBold" panose="00000700000000000000" pitchFamily="2" charset="-52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1B3466D1-F17F-4B94-B993-771ACAE5DBDB}"/>
              </a:ext>
            </a:extLst>
          </p:cNvPr>
          <p:cNvSpPr txBox="1"/>
          <p:nvPr/>
        </p:nvSpPr>
        <p:spPr>
          <a:xfrm rot="16200000">
            <a:off x="6684325" y="3306007"/>
            <a:ext cx="1470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latin typeface="Montserrat SemiBold" panose="00000700000000000000" pitchFamily="2" charset="-52"/>
              </a:rPr>
              <a:t>П’ЯТНИЦЯ</a:t>
            </a:r>
            <a:endParaRPr lang="ru-RU" dirty="0">
              <a:latin typeface="Montserrat SemiBold" panose="00000700000000000000" pitchFamily="2" charset="-52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C59DDCAC-1833-4192-9B28-20AC5E9217DE}"/>
              </a:ext>
            </a:extLst>
          </p:cNvPr>
          <p:cNvSpPr txBox="1"/>
          <p:nvPr/>
        </p:nvSpPr>
        <p:spPr>
          <a:xfrm rot="16200000">
            <a:off x="6789824" y="5345990"/>
            <a:ext cx="1259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latin typeface="Montserrat SemiBold" panose="00000700000000000000" pitchFamily="2" charset="-52"/>
              </a:rPr>
              <a:t>ВИХІДНІ</a:t>
            </a:r>
            <a:endParaRPr lang="ru-RU" dirty="0">
              <a:latin typeface="Montserrat SemiBold" panose="00000700000000000000" pitchFamily="2" charset="-52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3DB9EC6B-5C2B-4312-AD0F-727246FF22CF}"/>
              </a:ext>
            </a:extLst>
          </p:cNvPr>
          <p:cNvSpPr txBox="1"/>
          <p:nvPr/>
        </p:nvSpPr>
        <p:spPr>
          <a:xfrm>
            <a:off x="2385712" y="1007181"/>
            <a:ext cx="7446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9.50-11.00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49AC0FC7-9C7F-4E24-BAE4-81C784AC496E}"/>
              </a:ext>
            </a:extLst>
          </p:cNvPr>
          <p:cNvSpPr txBox="1"/>
          <p:nvPr/>
        </p:nvSpPr>
        <p:spPr>
          <a:xfrm>
            <a:off x="2385712" y="1439682"/>
            <a:ext cx="770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11.20-12.30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222087E6-D179-4610-AFF1-3FC10C27462D}"/>
              </a:ext>
            </a:extLst>
          </p:cNvPr>
          <p:cNvSpPr txBox="1"/>
          <p:nvPr/>
        </p:nvSpPr>
        <p:spPr>
          <a:xfrm>
            <a:off x="2385711" y="1872183"/>
            <a:ext cx="7914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12.40-13.40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A08AA7D7-8167-4963-98CF-4F8F6645F4FB}"/>
              </a:ext>
            </a:extLst>
          </p:cNvPr>
          <p:cNvSpPr txBox="1"/>
          <p:nvPr/>
        </p:nvSpPr>
        <p:spPr>
          <a:xfrm>
            <a:off x="5486129" y="127596"/>
            <a:ext cx="1395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Викладач</a:t>
            </a:r>
          </a:p>
        </p:txBody>
      </p:sp>
      <p:cxnSp>
        <p:nvCxnSpPr>
          <p:cNvPr id="178" name="Прямая соединительная линия 177">
            <a:extLst>
              <a:ext uri="{FF2B5EF4-FFF2-40B4-BE49-F238E27FC236}">
                <a16:creationId xmlns:a16="http://schemas.microsoft.com/office/drawing/2014/main" id="{12198AE0-E2B0-496F-AB56-7A471A61D422}"/>
              </a:ext>
            </a:extLst>
          </p:cNvPr>
          <p:cNvCxnSpPr>
            <a:cxnSpLocks/>
          </p:cNvCxnSpPr>
          <p:nvPr/>
        </p:nvCxnSpPr>
        <p:spPr>
          <a:xfrm>
            <a:off x="5415560" y="496928"/>
            <a:ext cx="0" cy="1730004"/>
          </a:xfrm>
          <a:prstGeom prst="line">
            <a:avLst/>
          </a:prstGeom>
          <a:ln w="9525">
            <a:solidFill>
              <a:srgbClr val="C6D2F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43E705A9-4E56-4B5F-8B28-E7B690E3FD98}"/>
              </a:ext>
            </a:extLst>
          </p:cNvPr>
          <p:cNvSpPr txBox="1"/>
          <p:nvPr/>
        </p:nvSpPr>
        <p:spPr>
          <a:xfrm>
            <a:off x="5388786" y="553574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Ситник Н. М.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B59193DC-3295-4F31-B9B4-6BDB76EE4EAD}"/>
              </a:ext>
            </a:extLst>
          </p:cNvPr>
          <p:cNvSpPr txBox="1"/>
          <p:nvPr/>
        </p:nvSpPr>
        <p:spPr>
          <a:xfrm>
            <a:off x="5388786" y="1425761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Кравчатий А. В.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318EDEEB-4AE4-4DD2-9CF5-3922926C89D3}"/>
              </a:ext>
            </a:extLst>
          </p:cNvPr>
          <p:cNvSpPr txBox="1"/>
          <p:nvPr/>
        </p:nvSpPr>
        <p:spPr>
          <a:xfrm>
            <a:off x="2463324" y="2223026"/>
            <a:ext cx="636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Час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C4C2C4A6-23AD-47DD-8CAE-D91CF75F2D05}"/>
              </a:ext>
            </a:extLst>
          </p:cNvPr>
          <p:cNvSpPr txBox="1"/>
          <p:nvPr/>
        </p:nvSpPr>
        <p:spPr>
          <a:xfrm>
            <a:off x="3610162" y="2223026"/>
            <a:ext cx="1298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Предмет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C6FE36ED-F60C-41CF-8DBA-416A9CCA076D}"/>
              </a:ext>
            </a:extLst>
          </p:cNvPr>
          <p:cNvSpPr txBox="1"/>
          <p:nvPr/>
        </p:nvSpPr>
        <p:spPr>
          <a:xfrm>
            <a:off x="1736506" y="2223026"/>
            <a:ext cx="88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Пара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32CB0D12-4040-4244-94E5-41330F8C4BAA}"/>
              </a:ext>
            </a:extLst>
          </p:cNvPr>
          <p:cNvSpPr txBox="1"/>
          <p:nvPr/>
        </p:nvSpPr>
        <p:spPr>
          <a:xfrm>
            <a:off x="1951022" y="2631315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1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A4F7213F-AC96-4DE7-8388-A377C6A4EB4D}"/>
              </a:ext>
            </a:extLst>
          </p:cNvPr>
          <p:cNvSpPr txBox="1"/>
          <p:nvPr/>
        </p:nvSpPr>
        <p:spPr>
          <a:xfrm>
            <a:off x="1946260" y="3064130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2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CAEA5757-05EE-4279-9D46-CFC3826854CF}"/>
              </a:ext>
            </a:extLst>
          </p:cNvPr>
          <p:cNvSpPr txBox="1"/>
          <p:nvPr/>
        </p:nvSpPr>
        <p:spPr>
          <a:xfrm>
            <a:off x="1943878" y="3496945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3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244F33E1-A136-4B4B-81C3-F45458A70A1F}"/>
              </a:ext>
            </a:extLst>
          </p:cNvPr>
          <p:cNvSpPr txBox="1"/>
          <p:nvPr/>
        </p:nvSpPr>
        <p:spPr>
          <a:xfrm>
            <a:off x="1943879" y="3929760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4</a:t>
            </a:r>
          </a:p>
        </p:txBody>
      </p:sp>
      <p:cxnSp>
        <p:nvCxnSpPr>
          <p:cNvPr id="258" name="Прямая соединительная линия 257">
            <a:extLst>
              <a:ext uri="{FF2B5EF4-FFF2-40B4-BE49-F238E27FC236}">
                <a16:creationId xmlns:a16="http://schemas.microsoft.com/office/drawing/2014/main" id="{9B1E6993-15C4-4E37-AC85-2440FE7EB76A}"/>
              </a:ext>
            </a:extLst>
          </p:cNvPr>
          <p:cNvCxnSpPr>
            <a:cxnSpLocks/>
          </p:cNvCxnSpPr>
          <p:nvPr/>
        </p:nvCxnSpPr>
        <p:spPr>
          <a:xfrm>
            <a:off x="2444274" y="2592358"/>
            <a:ext cx="0" cy="1730004"/>
          </a:xfrm>
          <a:prstGeom prst="line">
            <a:avLst/>
          </a:prstGeom>
          <a:ln w="9525">
            <a:solidFill>
              <a:srgbClr val="C6D2F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Прямая соединительная линия 258">
            <a:extLst>
              <a:ext uri="{FF2B5EF4-FFF2-40B4-BE49-F238E27FC236}">
                <a16:creationId xmlns:a16="http://schemas.microsoft.com/office/drawing/2014/main" id="{B68DC8C3-2561-4435-8B7B-7BF82DCC354D}"/>
              </a:ext>
            </a:extLst>
          </p:cNvPr>
          <p:cNvCxnSpPr>
            <a:cxnSpLocks/>
          </p:cNvCxnSpPr>
          <p:nvPr/>
        </p:nvCxnSpPr>
        <p:spPr>
          <a:xfrm>
            <a:off x="3122418" y="2592358"/>
            <a:ext cx="0" cy="1730004"/>
          </a:xfrm>
          <a:prstGeom prst="line">
            <a:avLst/>
          </a:prstGeom>
          <a:ln w="9525">
            <a:solidFill>
              <a:srgbClr val="C6D2F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TextBox 259">
            <a:extLst>
              <a:ext uri="{FF2B5EF4-FFF2-40B4-BE49-F238E27FC236}">
                <a16:creationId xmlns:a16="http://schemas.microsoft.com/office/drawing/2014/main" id="{637CED76-D5E5-439E-B6B3-5F17BC320EA7}"/>
              </a:ext>
            </a:extLst>
          </p:cNvPr>
          <p:cNvSpPr txBox="1"/>
          <p:nvPr/>
        </p:nvSpPr>
        <p:spPr>
          <a:xfrm>
            <a:off x="2385712" y="2676730"/>
            <a:ext cx="7367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8.30-9.50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CD1F08C3-E1C1-47D6-9416-6CBCBE337233}"/>
              </a:ext>
            </a:extLst>
          </p:cNvPr>
          <p:cNvSpPr txBox="1"/>
          <p:nvPr/>
        </p:nvSpPr>
        <p:spPr>
          <a:xfrm>
            <a:off x="2385712" y="3113173"/>
            <a:ext cx="7446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9.50-11.00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ECE1753B-BC6E-4781-A128-2D039923A192}"/>
              </a:ext>
            </a:extLst>
          </p:cNvPr>
          <p:cNvSpPr txBox="1"/>
          <p:nvPr/>
        </p:nvSpPr>
        <p:spPr>
          <a:xfrm>
            <a:off x="2385712" y="3536279"/>
            <a:ext cx="770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11.20-12.30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1C135C21-1F1C-49A9-AEAC-47357223C9AC}"/>
              </a:ext>
            </a:extLst>
          </p:cNvPr>
          <p:cNvSpPr txBox="1"/>
          <p:nvPr/>
        </p:nvSpPr>
        <p:spPr>
          <a:xfrm>
            <a:off x="2385711" y="3976911"/>
            <a:ext cx="7914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12.40-13.40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F16F0298-6AF6-47FB-9BC7-9E957F28E9BC}"/>
              </a:ext>
            </a:extLst>
          </p:cNvPr>
          <p:cNvSpPr txBox="1"/>
          <p:nvPr/>
        </p:nvSpPr>
        <p:spPr>
          <a:xfrm>
            <a:off x="5486129" y="2223026"/>
            <a:ext cx="1395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Викладач</a:t>
            </a:r>
          </a:p>
        </p:txBody>
      </p:sp>
      <p:cxnSp>
        <p:nvCxnSpPr>
          <p:cNvPr id="266" name="Прямая соединительная линия 265">
            <a:extLst>
              <a:ext uri="{FF2B5EF4-FFF2-40B4-BE49-F238E27FC236}">
                <a16:creationId xmlns:a16="http://schemas.microsoft.com/office/drawing/2014/main" id="{AFDE5328-CA8A-48DD-8FE1-2D6E18FFE8C7}"/>
              </a:ext>
            </a:extLst>
          </p:cNvPr>
          <p:cNvCxnSpPr>
            <a:cxnSpLocks/>
          </p:cNvCxnSpPr>
          <p:nvPr/>
        </p:nvCxnSpPr>
        <p:spPr>
          <a:xfrm>
            <a:off x="5415560" y="2592358"/>
            <a:ext cx="0" cy="1730004"/>
          </a:xfrm>
          <a:prstGeom prst="line">
            <a:avLst/>
          </a:prstGeom>
          <a:ln w="9525">
            <a:solidFill>
              <a:srgbClr val="C6D2F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9" name="TextBox 268">
            <a:extLst>
              <a:ext uri="{FF2B5EF4-FFF2-40B4-BE49-F238E27FC236}">
                <a16:creationId xmlns:a16="http://schemas.microsoft.com/office/drawing/2014/main" id="{A421308B-55CC-4AB0-B2A9-F933450CD11C}"/>
              </a:ext>
            </a:extLst>
          </p:cNvPr>
          <p:cNvSpPr txBox="1"/>
          <p:nvPr/>
        </p:nvSpPr>
        <p:spPr>
          <a:xfrm>
            <a:off x="5388786" y="3081132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Осадча О. Г.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71A20DF8-7818-43BA-AF46-56E8224309A5}"/>
              </a:ext>
            </a:extLst>
          </p:cNvPr>
          <p:cNvSpPr txBox="1"/>
          <p:nvPr/>
        </p:nvSpPr>
        <p:spPr>
          <a:xfrm>
            <a:off x="3085886" y="945624"/>
            <a:ext cx="1961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uk-UA" sz="1200" dirty="0">
                <a:latin typeface="Akrobat SemiBold" panose="00000700000000000000" pitchFamily="50" charset="-52"/>
              </a:rPr>
              <a:t>Технологія створення мультимед. </a:t>
            </a:r>
            <a:r>
              <a:rPr lang="en-US" sz="1200" dirty="0">
                <a:latin typeface="Akrobat SemiBold" panose="00000700000000000000" pitchFamily="50" charset="-52"/>
              </a:rPr>
              <a:t>Web-</a:t>
            </a:r>
            <a:r>
              <a:rPr lang="uk-UA" sz="1200" dirty="0">
                <a:latin typeface="Akrobat SemiBold" panose="00000700000000000000" pitchFamily="50" charset="-52"/>
              </a:rPr>
              <a:t>програм</a:t>
            </a:r>
            <a:endParaRPr lang="ru-RU" sz="1200" dirty="0">
              <a:latin typeface="Akrobat SemiBold" panose="00000700000000000000" pitchFamily="50" charset="-52"/>
            </a:endParaRP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BC26BEA9-A1BD-4919-A070-90CD25C86C10}"/>
              </a:ext>
            </a:extLst>
          </p:cNvPr>
          <p:cNvSpPr txBox="1"/>
          <p:nvPr/>
        </p:nvSpPr>
        <p:spPr>
          <a:xfrm>
            <a:off x="8229966" y="2211835"/>
            <a:ext cx="636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Час</a:t>
            </a:r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B603DFE1-B0EC-4339-84B1-DF4F05505948}"/>
              </a:ext>
            </a:extLst>
          </p:cNvPr>
          <p:cNvSpPr txBox="1"/>
          <p:nvPr/>
        </p:nvSpPr>
        <p:spPr>
          <a:xfrm>
            <a:off x="9376804" y="2211835"/>
            <a:ext cx="1298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Предмет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69643AFC-8B9C-4147-A3E5-6AE793C25629}"/>
              </a:ext>
            </a:extLst>
          </p:cNvPr>
          <p:cNvSpPr txBox="1"/>
          <p:nvPr/>
        </p:nvSpPr>
        <p:spPr>
          <a:xfrm>
            <a:off x="7503148" y="2211835"/>
            <a:ext cx="88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Пара</a:t>
            </a:r>
          </a:p>
        </p:txBody>
      </p:sp>
      <p:cxnSp>
        <p:nvCxnSpPr>
          <p:cNvPr id="289" name="Прямая соединительная линия 288">
            <a:extLst>
              <a:ext uri="{FF2B5EF4-FFF2-40B4-BE49-F238E27FC236}">
                <a16:creationId xmlns:a16="http://schemas.microsoft.com/office/drawing/2014/main" id="{E6349859-4AF3-4BC0-81B8-6A6650ACA186}"/>
              </a:ext>
            </a:extLst>
          </p:cNvPr>
          <p:cNvCxnSpPr>
            <a:cxnSpLocks/>
          </p:cNvCxnSpPr>
          <p:nvPr/>
        </p:nvCxnSpPr>
        <p:spPr>
          <a:xfrm>
            <a:off x="8210916" y="2581167"/>
            <a:ext cx="0" cy="1730004"/>
          </a:xfrm>
          <a:prstGeom prst="line">
            <a:avLst/>
          </a:prstGeom>
          <a:ln w="9525">
            <a:solidFill>
              <a:srgbClr val="C6D2F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Прямая соединительная линия 289">
            <a:extLst>
              <a:ext uri="{FF2B5EF4-FFF2-40B4-BE49-F238E27FC236}">
                <a16:creationId xmlns:a16="http://schemas.microsoft.com/office/drawing/2014/main" id="{0298A7DE-87C4-4CD3-9059-A4B6B6CA55E5}"/>
              </a:ext>
            </a:extLst>
          </p:cNvPr>
          <p:cNvCxnSpPr>
            <a:cxnSpLocks/>
          </p:cNvCxnSpPr>
          <p:nvPr/>
        </p:nvCxnSpPr>
        <p:spPr>
          <a:xfrm>
            <a:off x="8889060" y="2581167"/>
            <a:ext cx="0" cy="1730004"/>
          </a:xfrm>
          <a:prstGeom prst="line">
            <a:avLst/>
          </a:prstGeom>
          <a:ln w="9525">
            <a:solidFill>
              <a:srgbClr val="C6D2F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" name="TextBox 294">
            <a:extLst>
              <a:ext uri="{FF2B5EF4-FFF2-40B4-BE49-F238E27FC236}">
                <a16:creationId xmlns:a16="http://schemas.microsoft.com/office/drawing/2014/main" id="{37505C92-2B8A-452D-B934-1743100F834D}"/>
              </a:ext>
            </a:extLst>
          </p:cNvPr>
          <p:cNvSpPr txBox="1"/>
          <p:nvPr/>
        </p:nvSpPr>
        <p:spPr>
          <a:xfrm>
            <a:off x="11252771" y="2211835"/>
            <a:ext cx="1395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Викладач</a:t>
            </a:r>
          </a:p>
        </p:txBody>
      </p:sp>
      <p:cxnSp>
        <p:nvCxnSpPr>
          <p:cNvPr id="296" name="Прямая соединительная линия 295">
            <a:extLst>
              <a:ext uri="{FF2B5EF4-FFF2-40B4-BE49-F238E27FC236}">
                <a16:creationId xmlns:a16="http://schemas.microsoft.com/office/drawing/2014/main" id="{40D0E958-7EDB-4ED0-9EC7-E1E84E3FC4D0}"/>
              </a:ext>
            </a:extLst>
          </p:cNvPr>
          <p:cNvCxnSpPr>
            <a:cxnSpLocks/>
          </p:cNvCxnSpPr>
          <p:nvPr/>
        </p:nvCxnSpPr>
        <p:spPr>
          <a:xfrm>
            <a:off x="11182202" y="2581167"/>
            <a:ext cx="0" cy="1730004"/>
          </a:xfrm>
          <a:prstGeom prst="line">
            <a:avLst/>
          </a:prstGeom>
          <a:ln w="9525">
            <a:solidFill>
              <a:srgbClr val="C6D2F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6" name="TextBox 325">
            <a:extLst>
              <a:ext uri="{FF2B5EF4-FFF2-40B4-BE49-F238E27FC236}">
                <a16:creationId xmlns:a16="http://schemas.microsoft.com/office/drawing/2014/main" id="{406FC869-AAC5-4BEF-89DC-F1C7A3340F0E}"/>
              </a:ext>
            </a:extLst>
          </p:cNvPr>
          <p:cNvSpPr txBox="1"/>
          <p:nvPr/>
        </p:nvSpPr>
        <p:spPr>
          <a:xfrm>
            <a:off x="8229966" y="132773"/>
            <a:ext cx="636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Час</a:t>
            </a: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42386CB2-D670-4BB8-8A57-477A9D7C77F3}"/>
              </a:ext>
            </a:extLst>
          </p:cNvPr>
          <p:cNvSpPr txBox="1"/>
          <p:nvPr/>
        </p:nvSpPr>
        <p:spPr>
          <a:xfrm>
            <a:off x="9376804" y="132773"/>
            <a:ext cx="1298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Предмет</a:t>
            </a:r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AC83128D-8DB2-4DC9-B9C4-06DE016A98BF}"/>
              </a:ext>
            </a:extLst>
          </p:cNvPr>
          <p:cNvSpPr txBox="1"/>
          <p:nvPr/>
        </p:nvSpPr>
        <p:spPr>
          <a:xfrm>
            <a:off x="7503148" y="132773"/>
            <a:ext cx="88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Пара</a:t>
            </a:r>
          </a:p>
        </p:txBody>
      </p:sp>
      <p:cxnSp>
        <p:nvCxnSpPr>
          <p:cNvPr id="338" name="Прямая соединительная линия 337">
            <a:extLst>
              <a:ext uri="{FF2B5EF4-FFF2-40B4-BE49-F238E27FC236}">
                <a16:creationId xmlns:a16="http://schemas.microsoft.com/office/drawing/2014/main" id="{19B611B2-3DD2-4483-ADB0-9F30F5335431}"/>
              </a:ext>
            </a:extLst>
          </p:cNvPr>
          <p:cNvCxnSpPr>
            <a:cxnSpLocks/>
          </p:cNvCxnSpPr>
          <p:nvPr/>
        </p:nvCxnSpPr>
        <p:spPr>
          <a:xfrm>
            <a:off x="8210916" y="502105"/>
            <a:ext cx="0" cy="1730004"/>
          </a:xfrm>
          <a:prstGeom prst="line">
            <a:avLst/>
          </a:prstGeom>
          <a:ln w="9525">
            <a:solidFill>
              <a:srgbClr val="C6D2F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Прямая соединительная линия 338">
            <a:extLst>
              <a:ext uri="{FF2B5EF4-FFF2-40B4-BE49-F238E27FC236}">
                <a16:creationId xmlns:a16="http://schemas.microsoft.com/office/drawing/2014/main" id="{B5A7A711-D279-424E-889C-2F6F092AE0EE}"/>
              </a:ext>
            </a:extLst>
          </p:cNvPr>
          <p:cNvCxnSpPr>
            <a:cxnSpLocks/>
          </p:cNvCxnSpPr>
          <p:nvPr/>
        </p:nvCxnSpPr>
        <p:spPr>
          <a:xfrm>
            <a:off x="8889060" y="502105"/>
            <a:ext cx="0" cy="1730004"/>
          </a:xfrm>
          <a:prstGeom prst="line">
            <a:avLst/>
          </a:prstGeom>
          <a:ln w="9525">
            <a:solidFill>
              <a:srgbClr val="C6D2F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0" name="TextBox 339">
            <a:extLst>
              <a:ext uri="{FF2B5EF4-FFF2-40B4-BE49-F238E27FC236}">
                <a16:creationId xmlns:a16="http://schemas.microsoft.com/office/drawing/2014/main" id="{7BE7797C-10F0-49E0-A2CB-689E859A57BE}"/>
              </a:ext>
            </a:extLst>
          </p:cNvPr>
          <p:cNvSpPr txBox="1"/>
          <p:nvPr/>
        </p:nvSpPr>
        <p:spPr>
          <a:xfrm>
            <a:off x="11252771" y="132773"/>
            <a:ext cx="1395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Викладач</a:t>
            </a:r>
          </a:p>
        </p:txBody>
      </p:sp>
      <p:cxnSp>
        <p:nvCxnSpPr>
          <p:cNvPr id="341" name="Прямая соединительная линия 340">
            <a:extLst>
              <a:ext uri="{FF2B5EF4-FFF2-40B4-BE49-F238E27FC236}">
                <a16:creationId xmlns:a16="http://schemas.microsoft.com/office/drawing/2014/main" id="{10B88EDB-9664-4F15-9748-127C7A51609F}"/>
              </a:ext>
            </a:extLst>
          </p:cNvPr>
          <p:cNvCxnSpPr>
            <a:cxnSpLocks/>
          </p:cNvCxnSpPr>
          <p:nvPr/>
        </p:nvCxnSpPr>
        <p:spPr>
          <a:xfrm>
            <a:off x="11182202" y="502105"/>
            <a:ext cx="0" cy="1730004"/>
          </a:xfrm>
          <a:prstGeom prst="line">
            <a:avLst/>
          </a:prstGeom>
          <a:ln w="9525">
            <a:solidFill>
              <a:srgbClr val="C6D2F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0" name="TextBox 449">
            <a:extLst>
              <a:ext uri="{FF2B5EF4-FFF2-40B4-BE49-F238E27FC236}">
                <a16:creationId xmlns:a16="http://schemas.microsoft.com/office/drawing/2014/main" id="{E4490EC3-2F38-46BB-BDC8-341029721033}"/>
              </a:ext>
            </a:extLst>
          </p:cNvPr>
          <p:cNvSpPr txBox="1"/>
          <p:nvPr/>
        </p:nvSpPr>
        <p:spPr>
          <a:xfrm>
            <a:off x="2463324" y="4318455"/>
            <a:ext cx="636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Час</a:t>
            </a:r>
          </a:p>
        </p:txBody>
      </p:sp>
      <p:sp>
        <p:nvSpPr>
          <p:cNvPr id="456" name="TextBox 455">
            <a:extLst>
              <a:ext uri="{FF2B5EF4-FFF2-40B4-BE49-F238E27FC236}">
                <a16:creationId xmlns:a16="http://schemas.microsoft.com/office/drawing/2014/main" id="{711554F5-BB61-43D0-88BF-3BBA0C6896DA}"/>
              </a:ext>
            </a:extLst>
          </p:cNvPr>
          <p:cNvSpPr txBox="1"/>
          <p:nvPr/>
        </p:nvSpPr>
        <p:spPr>
          <a:xfrm>
            <a:off x="3610162" y="4318455"/>
            <a:ext cx="1298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Предмет</a:t>
            </a:r>
          </a:p>
        </p:txBody>
      </p:sp>
      <p:sp>
        <p:nvSpPr>
          <p:cNvPr id="457" name="TextBox 456">
            <a:extLst>
              <a:ext uri="{FF2B5EF4-FFF2-40B4-BE49-F238E27FC236}">
                <a16:creationId xmlns:a16="http://schemas.microsoft.com/office/drawing/2014/main" id="{B22B2F0B-A1D2-49F6-A6B1-AE6A62A890B1}"/>
              </a:ext>
            </a:extLst>
          </p:cNvPr>
          <p:cNvSpPr txBox="1"/>
          <p:nvPr/>
        </p:nvSpPr>
        <p:spPr>
          <a:xfrm>
            <a:off x="1736506" y="4318455"/>
            <a:ext cx="88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Пара</a:t>
            </a:r>
          </a:p>
        </p:txBody>
      </p:sp>
      <p:sp>
        <p:nvSpPr>
          <p:cNvPr id="458" name="TextBox 457">
            <a:extLst>
              <a:ext uri="{FF2B5EF4-FFF2-40B4-BE49-F238E27FC236}">
                <a16:creationId xmlns:a16="http://schemas.microsoft.com/office/drawing/2014/main" id="{62A4D86E-A8BB-4A48-BC3A-56D9F3572324}"/>
              </a:ext>
            </a:extLst>
          </p:cNvPr>
          <p:cNvSpPr txBox="1"/>
          <p:nvPr/>
        </p:nvSpPr>
        <p:spPr>
          <a:xfrm>
            <a:off x="1951022" y="4719371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1</a:t>
            </a:r>
          </a:p>
        </p:txBody>
      </p:sp>
      <p:sp>
        <p:nvSpPr>
          <p:cNvPr id="459" name="TextBox 458">
            <a:extLst>
              <a:ext uri="{FF2B5EF4-FFF2-40B4-BE49-F238E27FC236}">
                <a16:creationId xmlns:a16="http://schemas.microsoft.com/office/drawing/2014/main" id="{9F7A2DAF-7E33-43B7-A909-2C22FAA63314}"/>
              </a:ext>
            </a:extLst>
          </p:cNvPr>
          <p:cNvSpPr txBox="1"/>
          <p:nvPr/>
        </p:nvSpPr>
        <p:spPr>
          <a:xfrm>
            <a:off x="1946260" y="5151872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2</a:t>
            </a:r>
          </a:p>
        </p:txBody>
      </p:sp>
      <p:sp>
        <p:nvSpPr>
          <p:cNvPr id="460" name="TextBox 459">
            <a:extLst>
              <a:ext uri="{FF2B5EF4-FFF2-40B4-BE49-F238E27FC236}">
                <a16:creationId xmlns:a16="http://schemas.microsoft.com/office/drawing/2014/main" id="{178728C0-A487-4921-A6B4-391FAD0B8C4C}"/>
              </a:ext>
            </a:extLst>
          </p:cNvPr>
          <p:cNvSpPr txBox="1"/>
          <p:nvPr/>
        </p:nvSpPr>
        <p:spPr>
          <a:xfrm>
            <a:off x="1943879" y="5584373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3</a:t>
            </a: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0835964A-839D-4F23-A9C9-180EC3126A87}"/>
              </a:ext>
            </a:extLst>
          </p:cNvPr>
          <p:cNvSpPr txBox="1"/>
          <p:nvPr/>
        </p:nvSpPr>
        <p:spPr>
          <a:xfrm>
            <a:off x="1943879" y="6016873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4</a:t>
            </a:r>
          </a:p>
        </p:txBody>
      </p:sp>
      <p:cxnSp>
        <p:nvCxnSpPr>
          <p:cNvPr id="462" name="Прямая соединительная линия 461">
            <a:extLst>
              <a:ext uri="{FF2B5EF4-FFF2-40B4-BE49-F238E27FC236}">
                <a16:creationId xmlns:a16="http://schemas.microsoft.com/office/drawing/2014/main" id="{594009A2-3E89-4FC1-BBC7-2EC49B6535B5}"/>
              </a:ext>
            </a:extLst>
          </p:cNvPr>
          <p:cNvCxnSpPr>
            <a:cxnSpLocks/>
          </p:cNvCxnSpPr>
          <p:nvPr/>
        </p:nvCxnSpPr>
        <p:spPr>
          <a:xfrm>
            <a:off x="2444274" y="4687787"/>
            <a:ext cx="0" cy="1730004"/>
          </a:xfrm>
          <a:prstGeom prst="line">
            <a:avLst/>
          </a:prstGeom>
          <a:ln w="9525">
            <a:solidFill>
              <a:srgbClr val="C6D2F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Прямая соединительная линия 462">
            <a:extLst>
              <a:ext uri="{FF2B5EF4-FFF2-40B4-BE49-F238E27FC236}">
                <a16:creationId xmlns:a16="http://schemas.microsoft.com/office/drawing/2014/main" id="{5F94808C-F8E6-49D8-9304-A9D0E80FCF0F}"/>
              </a:ext>
            </a:extLst>
          </p:cNvPr>
          <p:cNvCxnSpPr>
            <a:cxnSpLocks/>
          </p:cNvCxnSpPr>
          <p:nvPr/>
        </p:nvCxnSpPr>
        <p:spPr>
          <a:xfrm>
            <a:off x="3122418" y="4687787"/>
            <a:ext cx="0" cy="1730004"/>
          </a:xfrm>
          <a:prstGeom prst="line">
            <a:avLst/>
          </a:prstGeom>
          <a:ln w="9525">
            <a:solidFill>
              <a:srgbClr val="C6D2F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4" name="TextBox 463">
            <a:extLst>
              <a:ext uri="{FF2B5EF4-FFF2-40B4-BE49-F238E27FC236}">
                <a16:creationId xmlns:a16="http://schemas.microsoft.com/office/drawing/2014/main" id="{7BBB31CA-F1E3-4359-A1B5-615489E2906C}"/>
              </a:ext>
            </a:extLst>
          </p:cNvPr>
          <p:cNvSpPr txBox="1"/>
          <p:nvPr/>
        </p:nvSpPr>
        <p:spPr>
          <a:xfrm>
            <a:off x="2385712" y="4765539"/>
            <a:ext cx="7700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8.30-9.50</a:t>
            </a:r>
          </a:p>
        </p:txBody>
      </p:sp>
      <p:sp>
        <p:nvSpPr>
          <p:cNvPr id="465" name="TextBox 464">
            <a:extLst>
              <a:ext uri="{FF2B5EF4-FFF2-40B4-BE49-F238E27FC236}">
                <a16:creationId xmlns:a16="http://schemas.microsoft.com/office/drawing/2014/main" id="{827940A1-897B-49AF-8387-D79B7F9D2364}"/>
              </a:ext>
            </a:extLst>
          </p:cNvPr>
          <p:cNvSpPr txBox="1"/>
          <p:nvPr/>
        </p:nvSpPr>
        <p:spPr>
          <a:xfrm>
            <a:off x="2385712" y="5198040"/>
            <a:ext cx="7446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9.50-11.00</a:t>
            </a:r>
          </a:p>
        </p:txBody>
      </p:sp>
      <p:sp>
        <p:nvSpPr>
          <p:cNvPr id="466" name="TextBox 465">
            <a:extLst>
              <a:ext uri="{FF2B5EF4-FFF2-40B4-BE49-F238E27FC236}">
                <a16:creationId xmlns:a16="http://schemas.microsoft.com/office/drawing/2014/main" id="{4083D980-8708-4DFD-9F1E-FCEFA4DB06EA}"/>
              </a:ext>
            </a:extLst>
          </p:cNvPr>
          <p:cNvSpPr txBox="1"/>
          <p:nvPr/>
        </p:nvSpPr>
        <p:spPr>
          <a:xfrm>
            <a:off x="2385712" y="5630541"/>
            <a:ext cx="770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11.20-12.30</a:t>
            </a:r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8CA08DF5-829F-4E71-BC64-7A7B5019DAEE}"/>
              </a:ext>
            </a:extLst>
          </p:cNvPr>
          <p:cNvSpPr txBox="1"/>
          <p:nvPr/>
        </p:nvSpPr>
        <p:spPr>
          <a:xfrm>
            <a:off x="2385711" y="6063042"/>
            <a:ext cx="7914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12.40-13.40</a:t>
            </a:r>
          </a:p>
        </p:txBody>
      </p:sp>
      <p:sp>
        <p:nvSpPr>
          <p:cNvPr id="468" name="TextBox 467">
            <a:extLst>
              <a:ext uri="{FF2B5EF4-FFF2-40B4-BE49-F238E27FC236}">
                <a16:creationId xmlns:a16="http://schemas.microsoft.com/office/drawing/2014/main" id="{670ABA67-A75D-4A24-A724-7F4D197929E4}"/>
              </a:ext>
            </a:extLst>
          </p:cNvPr>
          <p:cNvSpPr txBox="1"/>
          <p:nvPr/>
        </p:nvSpPr>
        <p:spPr>
          <a:xfrm>
            <a:off x="5486129" y="4318455"/>
            <a:ext cx="1395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Викладач</a:t>
            </a:r>
          </a:p>
        </p:txBody>
      </p:sp>
      <p:cxnSp>
        <p:nvCxnSpPr>
          <p:cNvPr id="470" name="Прямая соединительная линия 469">
            <a:extLst>
              <a:ext uri="{FF2B5EF4-FFF2-40B4-BE49-F238E27FC236}">
                <a16:creationId xmlns:a16="http://schemas.microsoft.com/office/drawing/2014/main" id="{BD162EE4-E8E2-4C98-8E28-9B28971D0188}"/>
              </a:ext>
            </a:extLst>
          </p:cNvPr>
          <p:cNvCxnSpPr>
            <a:cxnSpLocks/>
          </p:cNvCxnSpPr>
          <p:nvPr/>
        </p:nvCxnSpPr>
        <p:spPr>
          <a:xfrm>
            <a:off x="5415560" y="4687787"/>
            <a:ext cx="0" cy="1730004"/>
          </a:xfrm>
          <a:prstGeom prst="line">
            <a:avLst/>
          </a:prstGeom>
          <a:ln w="9525">
            <a:solidFill>
              <a:srgbClr val="C6D2F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TextBox 197">
            <a:extLst>
              <a:ext uri="{FF2B5EF4-FFF2-40B4-BE49-F238E27FC236}">
                <a16:creationId xmlns:a16="http://schemas.microsoft.com/office/drawing/2014/main" id="{5EB795DE-B773-4222-BC98-E5100B377827}"/>
              </a:ext>
            </a:extLst>
          </p:cNvPr>
          <p:cNvSpPr txBox="1"/>
          <p:nvPr/>
        </p:nvSpPr>
        <p:spPr>
          <a:xfrm>
            <a:off x="3085886" y="2638237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Українська мова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FB540DCD-C726-4A20-B1FF-B59270095AB4}"/>
              </a:ext>
            </a:extLst>
          </p:cNvPr>
          <p:cNvSpPr txBox="1"/>
          <p:nvPr/>
        </p:nvSpPr>
        <p:spPr>
          <a:xfrm>
            <a:off x="3085886" y="3087753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Основи цифрової техніки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C3A6A95A-B633-4B9B-B940-871DED8CDCD3}"/>
              </a:ext>
            </a:extLst>
          </p:cNvPr>
          <p:cNvSpPr txBox="1"/>
          <p:nvPr/>
        </p:nvSpPr>
        <p:spPr>
          <a:xfrm>
            <a:off x="3085886" y="3514579"/>
            <a:ext cx="2580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Основи промислової електроніки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F0855DD5-0FF2-4B0D-B2B9-70FE63F7F06E}"/>
              </a:ext>
            </a:extLst>
          </p:cNvPr>
          <p:cNvSpPr txBox="1"/>
          <p:nvPr/>
        </p:nvSpPr>
        <p:spPr>
          <a:xfrm>
            <a:off x="5388786" y="3514579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Сердюк В. С.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63620B9D-286C-44A8-B858-AA2B6706FDFA}"/>
              </a:ext>
            </a:extLst>
          </p:cNvPr>
          <p:cNvSpPr txBox="1"/>
          <p:nvPr/>
        </p:nvSpPr>
        <p:spPr>
          <a:xfrm>
            <a:off x="3085886" y="3957690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Основи Інженерії ПЗ.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05AE1E7F-CA36-4140-AFD4-F614C0167E4D}"/>
              </a:ext>
            </a:extLst>
          </p:cNvPr>
          <p:cNvSpPr txBox="1"/>
          <p:nvPr/>
        </p:nvSpPr>
        <p:spPr>
          <a:xfrm>
            <a:off x="5388786" y="3957690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Антоненко Ю. С.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6EC7819B-149E-4258-8A6B-090D3464FB77}"/>
              </a:ext>
            </a:extLst>
          </p:cNvPr>
          <p:cNvSpPr txBox="1"/>
          <p:nvPr/>
        </p:nvSpPr>
        <p:spPr>
          <a:xfrm>
            <a:off x="3085886" y="4745707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Теорія автоматичного керування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B68D176D-64E0-4050-8294-E502078B5E88}"/>
              </a:ext>
            </a:extLst>
          </p:cNvPr>
          <p:cNvSpPr txBox="1"/>
          <p:nvPr/>
        </p:nvSpPr>
        <p:spPr>
          <a:xfrm>
            <a:off x="5388786" y="4745707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Ситник Н. М.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B3984DCF-892C-474B-A314-DA9D5C15D677}"/>
              </a:ext>
            </a:extLst>
          </p:cNvPr>
          <p:cNvSpPr txBox="1"/>
          <p:nvPr/>
        </p:nvSpPr>
        <p:spPr>
          <a:xfrm>
            <a:off x="5388786" y="5160883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Бублей Є. М.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A33BD7F7-4074-4118-A2C8-294762EA5F78}"/>
              </a:ext>
            </a:extLst>
          </p:cNvPr>
          <p:cNvSpPr txBox="1"/>
          <p:nvPr/>
        </p:nvSpPr>
        <p:spPr>
          <a:xfrm>
            <a:off x="3085886" y="5170316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Фізичне виховання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0B6E261-488B-414B-BDC9-0BFB032A61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10600" flipH="1">
            <a:off x="10730645" y="4963138"/>
            <a:ext cx="2063114" cy="206311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56958F2-A939-4829-A2EE-C9EEAD98D9A4}"/>
              </a:ext>
            </a:extLst>
          </p:cNvPr>
          <p:cNvSpPr txBox="1"/>
          <p:nvPr/>
        </p:nvSpPr>
        <p:spPr>
          <a:xfrm rot="21256747">
            <a:off x="8321290" y="5012646"/>
            <a:ext cx="31744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B2BED2"/>
                </a:solidFill>
                <a:latin typeface="Montserrat Black" panose="00000A00000000000000" pitchFamily="2" charset="-52"/>
              </a:rPr>
              <a:t>Have a nice weekend!</a:t>
            </a:r>
            <a:endParaRPr lang="ru-RU" sz="3200" dirty="0">
              <a:solidFill>
                <a:srgbClr val="B2BED2"/>
              </a:solidFill>
              <a:latin typeface="Montserrat Black" panose="00000A00000000000000" pitchFamily="2" charset="-52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C009F3E6-16E7-4FC3-AD41-B4EC2FDA1B3B}"/>
              </a:ext>
            </a:extLst>
          </p:cNvPr>
          <p:cNvSpPr txBox="1"/>
          <p:nvPr/>
        </p:nvSpPr>
        <p:spPr>
          <a:xfrm>
            <a:off x="3085886" y="552080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Теорія автоматичного керування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EE14AB4C-23A9-4BC8-8C99-989D2D2BAF68}"/>
              </a:ext>
            </a:extLst>
          </p:cNvPr>
          <p:cNvSpPr txBox="1"/>
          <p:nvPr/>
        </p:nvSpPr>
        <p:spPr>
          <a:xfrm>
            <a:off x="3085886" y="1379868"/>
            <a:ext cx="1961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uk-UA" sz="1200" dirty="0">
                <a:latin typeface="Akrobat SemiBold" panose="00000700000000000000" pitchFamily="50" charset="-52"/>
              </a:rPr>
              <a:t>Технологія створення мультимед. </a:t>
            </a:r>
            <a:r>
              <a:rPr lang="en-US" sz="1200" dirty="0">
                <a:latin typeface="Akrobat SemiBold" panose="00000700000000000000" pitchFamily="50" charset="-52"/>
              </a:rPr>
              <a:t>Web-</a:t>
            </a:r>
            <a:r>
              <a:rPr lang="uk-UA" sz="1200" dirty="0">
                <a:latin typeface="Akrobat SemiBold" panose="00000700000000000000" pitchFamily="50" charset="-52"/>
              </a:rPr>
              <a:t>програм</a:t>
            </a:r>
            <a:endParaRPr lang="ru-RU" sz="1200" dirty="0">
              <a:latin typeface="Akrobat SemiBold" panose="00000700000000000000" pitchFamily="50" charset="-52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9D01839-25B0-452C-A727-C4347D762897}"/>
              </a:ext>
            </a:extLst>
          </p:cNvPr>
          <p:cNvSpPr txBox="1"/>
          <p:nvPr/>
        </p:nvSpPr>
        <p:spPr>
          <a:xfrm>
            <a:off x="5388786" y="963989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Кравчатий А. В.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7FC8E276-5A50-458B-BA65-EA4D1F2A7828}"/>
              </a:ext>
            </a:extLst>
          </p:cNvPr>
          <p:cNvSpPr txBox="1"/>
          <p:nvPr/>
        </p:nvSpPr>
        <p:spPr>
          <a:xfrm>
            <a:off x="5388786" y="2619334"/>
            <a:ext cx="1781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ru-RU" sz="1200" dirty="0">
                <a:latin typeface="Akrobat SemiBold" panose="00000700000000000000" pitchFamily="50" charset="-52"/>
              </a:rPr>
              <a:t>Пасічна О. В.</a:t>
            </a:r>
          </a:p>
          <a:p>
            <a:pPr>
              <a:lnSpc>
                <a:spcPts val="1200"/>
              </a:lnSpc>
            </a:pPr>
            <a:r>
              <a:rPr lang="ru-RU" sz="1200" dirty="0">
                <a:latin typeface="Akrobat SemiBold" panose="00000700000000000000" pitchFamily="50" charset="-52"/>
              </a:rPr>
              <a:t>Андріященко В. Г.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9EFCF86-BB38-4B07-9EBA-470CB25AAB3B}"/>
              </a:ext>
            </a:extLst>
          </p:cNvPr>
          <p:cNvSpPr txBox="1"/>
          <p:nvPr/>
        </p:nvSpPr>
        <p:spPr>
          <a:xfrm>
            <a:off x="3085886" y="5613827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Іноземна мова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072678E6-2C04-4895-BE35-D2A8A194054B}"/>
              </a:ext>
            </a:extLst>
          </p:cNvPr>
          <p:cNvSpPr txBox="1"/>
          <p:nvPr/>
        </p:nvSpPr>
        <p:spPr>
          <a:xfrm>
            <a:off x="5388786" y="5594924"/>
            <a:ext cx="1781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ru-RU" sz="1200" dirty="0">
                <a:latin typeface="Akrobat SemiBold" panose="00000700000000000000" pitchFamily="50" charset="-52"/>
              </a:rPr>
              <a:t>Амєліна С. О.</a:t>
            </a:r>
          </a:p>
          <a:p>
            <a:pPr>
              <a:lnSpc>
                <a:spcPts val="1200"/>
              </a:lnSpc>
            </a:pPr>
            <a:r>
              <a:rPr lang="ru-RU" sz="1200" dirty="0">
                <a:latin typeface="Akrobat SemiBold" panose="00000700000000000000" pitchFamily="50" charset="-52"/>
              </a:rPr>
              <a:t>Ошовська О. О.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4C61E730-5459-42FF-BF8B-A1E973922AC6}"/>
              </a:ext>
            </a:extLst>
          </p:cNvPr>
          <p:cNvSpPr txBox="1"/>
          <p:nvPr/>
        </p:nvSpPr>
        <p:spPr>
          <a:xfrm>
            <a:off x="7711462" y="663440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1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AED6A3B0-5E7E-4EFD-9E36-42E4DD629CB0}"/>
              </a:ext>
            </a:extLst>
          </p:cNvPr>
          <p:cNvSpPr txBox="1"/>
          <p:nvPr/>
        </p:nvSpPr>
        <p:spPr>
          <a:xfrm>
            <a:off x="7706700" y="1180514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2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F8E83B0-1788-4DA0-932A-88C757CC31AC}"/>
              </a:ext>
            </a:extLst>
          </p:cNvPr>
          <p:cNvSpPr txBox="1"/>
          <p:nvPr/>
        </p:nvSpPr>
        <p:spPr>
          <a:xfrm>
            <a:off x="7704319" y="1536809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3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99DAD8EF-50DB-40E4-8A2A-2DE1A1DD2DF5}"/>
              </a:ext>
            </a:extLst>
          </p:cNvPr>
          <p:cNvSpPr txBox="1"/>
          <p:nvPr/>
        </p:nvSpPr>
        <p:spPr>
          <a:xfrm>
            <a:off x="7704319" y="1869292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4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F7B22595-5D73-4B80-9724-D2C563757D34}"/>
              </a:ext>
            </a:extLst>
          </p:cNvPr>
          <p:cNvSpPr txBox="1"/>
          <p:nvPr/>
        </p:nvSpPr>
        <p:spPr>
          <a:xfrm>
            <a:off x="8838395" y="520297"/>
            <a:ext cx="248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Теорія автоматичного керування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B21784B0-41C3-4ED3-BFD1-F5279E8A6D98}"/>
              </a:ext>
            </a:extLst>
          </p:cNvPr>
          <p:cNvSpPr txBox="1"/>
          <p:nvPr/>
        </p:nvSpPr>
        <p:spPr>
          <a:xfrm>
            <a:off x="11137579" y="520297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Ситник Н. М.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D120261D-5821-4BB6-9991-B865E41FBCB3}"/>
              </a:ext>
            </a:extLst>
          </p:cNvPr>
          <p:cNvSpPr txBox="1"/>
          <p:nvPr/>
        </p:nvSpPr>
        <p:spPr>
          <a:xfrm>
            <a:off x="8846326" y="1194107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Українська мова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A30C6976-9A4C-40E2-B138-47FE50B91A86}"/>
              </a:ext>
            </a:extLst>
          </p:cNvPr>
          <p:cNvSpPr txBox="1"/>
          <p:nvPr/>
        </p:nvSpPr>
        <p:spPr>
          <a:xfrm>
            <a:off x="11137579" y="1194106"/>
            <a:ext cx="1781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ru-RU" sz="1200" dirty="0">
                <a:latin typeface="Akrobat SemiBold" panose="00000700000000000000" pitchFamily="50" charset="-52"/>
              </a:rPr>
              <a:t>Пасічна О. В.</a:t>
            </a:r>
          </a:p>
          <a:p>
            <a:pPr>
              <a:lnSpc>
                <a:spcPts val="1200"/>
              </a:lnSpc>
            </a:pPr>
            <a:r>
              <a:rPr lang="ru-RU" sz="1200" dirty="0">
                <a:latin typeface="Akrobat SemiBold" panose="00000700000000000000" pitchFamily="50" charset="-52"/>
              </a:rPr>
              <a:t>Андріященко В. Г.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CFA54F62-829A-4DDB-B755-5E65DF24F478}"/>
              </a:ext>
            </a:extLst>
          </p:cNvPr>
          <p:cNvSpPr txBox="1"/>
          <p:nvPr/>
        </p:nvSpPr>
        <p:spPr>
          <a:xfrm>
            <a:off x="8846326" y="1564406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Основи цифрової техніки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90703FD8-598F-42B9-8ED5-2D94BA8B3849}"/>
              </a:ext>
            </a:extLst>
          </p:cNvPr>
          <p:cNvSpPr txBox="1"/>
          <p:nvPr/>
        </p:nvSpPr>
        <p:spPr>
          <a:xfrm>
            <a:off x="11137579" y="1564406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Осадча О. Г.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B61BF8F0-E268-48BE-97BC-050B96A4B55D}"/>
              </a:ext>
            </a:extLst>
          </p:cNvPr>
          <p:cNvSpPr txBox="1"/>
          <p:nvPr/>
        </p:nvSpPr>
        <p:spPr>
          <a:xfrm>
            <a:off x="8154022" y="698423"/>
            <a:ext cx="7700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8.30-9.50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5942C36F-41EC-49AB-80F1-6BF6B27C13BE}"/>
              </a:ext>
            </a:extLst>
          </p:cNvPr>
          <p:cNvSpPr txBox="1"/>
          <p:nvPr/>
        </p:nvSpPr>
        <p:spPr>
          <a:xfrm>
            <a:off x="8154022" y="1226505"/>
            <a:ext cx="7446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9.50-11.00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55E68A79-71A4-477A-8A42-D0E67168246E}"/>
              </a:ext>
            </a:extLst>
          </p:cNvPr>
          <p:cNvSpPr txBox="1"/>
          <p:nvPr/>
        </p:nvSpPr>
        <p:spPr>
          <a:xfrm>
            <a:off x="8154022" y="1572505"/>
            <a:ext cx="770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11.20-12.30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0F4A114C-7074-4ED3-8D35-AE721811B8E2}"/>
              </a:ext>
            </a:extLst>
          </p:cNvPr>
          <p:cNvSpPr txBox="1"/>
          <p:nvPr/>
        </p:nvSpPr>
        <p:spPr>
          <a:xfrm>
            <a:off x="8154021" y="1914770"/>
            <a:ext cx="7914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12.40-13.40</a:t>
            </a:r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D11DE868-C34C-41E9-A655-C42D4E3869E4}"/>
              </a:ext>
            </a:extLst>
          </p:cNvPr>
          <p:cNvSpPr txBox="1"/>
          <p:nvPr/>
        </p:nvSpPr>
        <p:spPr>
          <a:xfrm>
            <a:off x="8838395" y="838265"/>
            <a:ext cx="1961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uk-UA" sz="1200" dirty="0">
                <a:latin typeface="Akrobat SemiBold" panose="00000700000000000000" pitchFamily="50" charset="-52"/>
              </a:rPr>
              <a:t>Технологія створення мультимед. </a:t>
            </a:r>
            <a:r>
              <a:rPr lang="en-US" sz="1200" dirty="0">
                <a:latin typeface="Akrobat SemiBold" panose="00000700000000000000" pitchFamily="50" charset="-52"/>
              </a:rPr>
              <a:t>Web-</a:t>
            </a:r>
            <a:r>
              <a:rPr lang="uk-UA" sz="1200" dirty="0">
                <a:latin typeface="Akrobat SemiBold" panose="00000700000000000000" pitchFamily="50" charset="-52"/>
              </a:rPr>
              <a:t>програм</a:t>
            </a:r>
            <a:endParaRPr lang="ru-RU" sz="1200" dirty="0">
              <a:latin typeface="Akrobat SemiBold" panose="00000700000000000000" pitchFamily="50" charset="-52"/>
            </a:endParaRP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8B0B0BBA-078D-47FC-95D0-08CC8C9341DB}"/>
              </a:ext>
            </a:extLst>
          </p:cNvPr>
          <p:cNvSpPr txBox="1"/>
          <p:nvPr/>
        </p:nvSpPr>
        <p:spPr>
          <a:xfrm>
            <a:off x="11141295" y="856630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Кравчатий А. В.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grpSp>
        <p:nvGrpSpPr>
          <p:cNvPr id="318" name="Группа 317">
            <a:extLst>
              <a:ext uri="{FF2B5EF4-FFF2-40B4-BE49-F238E27FC236}">
                <a16:creationId xmlns:a16="http://schemas.microsoft.com/office/drawing/2014/main" id="{99F503EF-E085-4831-8AD6-CF8CE60ACD03}"/>
              </a:ext>
            </a:extLst>
          </p:cNvPr>
          <p:cNvGrpSpPr/>
          <p:nvPr/>
        </p:nvGrpSpPr>
        <p:grpSpPr>
          <a:xfrm>
            <a:off x="12605257" y="579049"/>
            <a:ext cx="149727" cy="622223"/>
            <a:chOff x="5755219" y="3156027"/>
            <a:chExt cx="149727" cy="622223"/>
          </a:xfrm>
        </p:grpSpPr>
        <p:sp>
          <p:nvSpPr>
            <p:cNvPr id="319" name="Прямоугольник: скругленные углы 318">
              <a:extLst>
                <a:ext uri="{FF2B5EF4-FFF2-40B4-BE49-F238E27FC236}">
                  <a16:creationId xmlns:a16="http://schemas.microsoft.com/office/drawing/2014/main" id="{48DFC3A2-6DD8-41A4-9429-BE2F63C73682}"/>
                </a:ext>
              </a:extLst>
            </p:cNvPr>
            <p:cNvSpPr/>
            <p:nvPr/>
          </p:nvSpPr>
          <p:spPr>
            <a:xfrm>
              <a:off x="5760338" y="3156027"/>
              <a:ext cx="144608" cy="622223"/>
            </a:xfrm>
            <a:prstGeom prst="roundRect">
              <a:avLst>
                <a:gd name="adj" fmla="val 50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20" name="TextBox 319">
              <a:extLst>
                <a:ext uri="{FF2B5EF4-FFF2-40B4-BE49-F238E27FC236}">
                  <a16:creationId xmlns:a16="http://schemas.microsoft.com/office/drawing/2014/main" id="{431351E7-C7B4-4406-BE9D-0E6E95D1CFE5}"/>
                </a:ext>
              </a:extLst>
            </p:cNvPr>
            <p:cNvSpPr txBox="1"/>
            <p:nvPr/>
          </p:nvSpPr>
          <p:spPr>
            <a:xfrm>
              <a:off x="5755219" y="3162025"/>
              <a:ext cx="5774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3200" dirty="0">
                  <a:solidFill>
                    <a:schemeClr val="bg1"/>
                  </a:solidFill>
                  <a:latin typeface="Akrobat SemiBold" panose="00000700000000000000" pitchFamily="50" charset="-52"/>
                </a:rPr>
                <a:t>!</a:t>
              </a:r>
              <a:endParaRPr lang="ru-RU" sz="3200" dirty="0">
                <a:solidFill>
                  <a:schemeClr val="bg1"/>
                </a:solidFill>
                <a:latin typeface="Akrobat SemiBold" panose="00000700000000000000" pitchFamily="50" charset="-52"/>
              </a:endParaRPr>
            </a:p>
          </p:txBody>
        </p:sp>
      </p:grpSp>
      <p:cxnSp>
        <p:nvCxnSpPr>
          <p:cNvPr id="321" name="Прямая соединительная линия 320">
            <a:extLst>
              <a:ext uri="{FF2B5EF4-FFF2-40B4-BE49-F238E27FC236}">
                <a16:creationId xmlns:a16="http://schemas.microsoft.com/office/drawing/2014/main" id="{ADFFA74A-75EF-4979-9879-13C6F73A0370}"/>
              </a:ext>
            </a:extLst>
          </p:cNvPr>
          <p:cNvCxnSpPr>
            <a:cxnSpLocks/>
          </p:cNvCxnSpPr>
          <p:nvPr/>
        </p:nvCxnSpPr>
        <p:spPr>
          <a:xfrm>
            <a:off x="8901686" y="579048"/>
            <a:ext cx="3703571" cy="0"/>
          </a:xfrm>
          <a:prstGeom prst="line">
            <a:avLst/>
          </a:prstGeom>
          <a:ln w="28575" cap="rnd">
            <a:gradFill flip="none" rotWithShape="1">
              <a:gsLst>
                <a:gs pos="0">
                  <a:srgbClr val="ECEFF4"/>
                </a:gs>
                <a:gs pos="50000">
                  <a:srgbClr val="8BA4F5"/>
                </a:gs>
                <a:gs pos="10000">
                  <a:srgbClr val="8BA4F5"/>
                </a:gs>
                <a:gs pos="90000">
                  <a:srgbClr val="8BA4F5"/>
                </a:gs>
                <a:gs pos="100000">
                  <a:srgbClr val="ECEFF4"/>
                </a:gs>
              </a:gsLst>
              <a:lin ang="0" scaled="1"/>
              <a:tileRect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Прямая соединительная линия 321">
            <a:extLst>
              <a:ext uri="{FF2B5EF4-FFF2-40B4-BE49-F238E27FC236}">
                <a16:creationId xmlns:a16="http://schemas.microsoft.com/office/drawing/2014/main" id="{787E97D1-B0DC-40E5-BA2A-50C8257470C8}"/>
              </a:ext>
            </a:extLst>
          </p:cNvPr>
          <p:cNvCxnSpPr>
            <a:cxnSpLocks/>
          </p:cNvCxnSpPr>
          <p:nvPr/>
        </p:nvCxnSpPr>
        <p:spPr>
          <a:xfrm>
            <a:off x="8901686" y="1201271"/>
            <a:ext cx="3703571" cy="0"/>
          </a:xfrm>
          <a:prstGeom prst="line">
            <a:avLst/>
          </a:prstGeom>
          <a:ln w="28575" cap="rnd">
            <a:gradFill flip="none" rotWithShape="1">
              <a:gsLst>
                <a:gs pos="0">
                  <a:srgbClr val="ECEFF4"/>
                </a:gs>
                <a:gs pos="50000">
                  <a:srgbClr val="8BA4F5"/>
                </a:gs>
                <a:gs pos="10000">
                  <a:srgbClr val="8BA4F5"/>
                </a:gs>
                <a:gs pos="90000">
                  <a:srgbClr val="8BA4F5"/>
                </a:gs>
                <a:gs pos="100000">
                  <a:srgbClr val="ECEFF4"/>
                </a:gs>
              </a:gsLst>
              <a:lin ang="0" scaled="1"/>
              <a:tileRect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4" name="TextBox 363">
            <a:extLst>
              <a:ext uri="{FF2B5EF4-FFF2-40B4-BE49-F238E27FC236}">
                <a16:creationId xmlns:a16="http://schemas.microsoft.com/office/drawing/2014/main" id="{C3F2DDFC-D14E-4DE8-8C59-238027D139C8}"/>
              </a:ext>
            </a:extLst>
          </p:cNvPr>
          <p:cNvSpPr txBox="1"/>
          <p:nvPr/>
        </p:nvSpPr>
        <p:spPr>
          <a:xfrm>
            <a:off x="7711462" y="2749223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1</a:t>
            </a:r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5130E7FD-DE4A-4B2C-8B54-99397737D105}"/>
              </a:ext>
            </a:extLst>
          </p:cNvPr>
          <p:cNvSpPr txBox="1"/>
          <p:nvPr/>
        </p:nvSpPr>
        <p:spPr>
          <a:xfrm>
            <a:off x="7706700" y="3266297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2</a:t>
            </a:r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E97940EE-F5AF-4852-92E9-D7B98698E299}"/>
              </a:ext>
            </a:extLst>
          </p:cNvPr>
          <p:cNvSpPr txBox="1"/>
          <p:nvPr/>
        </p:nvSpPr>
        <p:spPr>
          <a:xfrm>
            <a:off x="7704319" y="3622592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3</a:t>
            </a:r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E8343D7F-788C-4E12-A50E-6474F751C101}"/>
              </a:ext>
            </a:extLst>
          </p:cNvPr>
          <p:cNvSpPr txBox="1"/>
          <p:nvPr/>
        </p:nvSpPr>
        <p:spPr>
          <a:xfrm>
            <a:off x="7704319" y="3955075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4</a:t>
            </a: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6F169D78-E902-425A-8E88-4A7C5AE78286}"/>
              </a:ext>
            </a:extLst>
          </p:cNvPr>
          <p:cNvSpPr txBox="1"/>
          <p:nvPr/>
        </p:nvSpPr>
        <p:spPr>
          <a:xfrm>
            <a:off x="8838395" y="2606080"/>
            <a:ext cx="248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Основи промислової електроніки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CA66ACAA-4C66-4E2E-B85A-928CFA163935}"/>
              </a:ext>
            </a:extLst>
          </p:cNvPr>
          <p:cNvSpPr txBox="1"/>
          <p:nvPr/>
        </p:nvSpPr>
        <p:spPr>
          <a:xfrm>
            <a:off x="11137579" y="2614789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Сердюк В. С.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370" name="TextBox 369">
            <a:extLst>
              <a:ext uri="{FF2B5EF4-FFF2-40B4-BE49-F238E27FC236}">
                <a16:creationId xmlns:a16="http://schemas.microsoft.com/office/drawing/2014/main" id="{A2EDD3CE-BCA9-4B99-A76B-F965D901165B}"/>
              </a:ext>
            </a:extLst>
          </p:cNvPr>
          <p:cNvSpPr txBox="1"/>
          <p:nvPr/>
        </p:nvSpPr>
        <p:spPr>
          <a:xfrm>
            <a:off x="8846326" y="3279890"/>
            <a:ext cx="2483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Основи промислової електроніки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ADE9C6A6-3E8E-44F3-AE0E-E3F3A5FA66D5}"/>
              </a:ext>
            </a:extLst>
          </p:cNvPr>
          <p:cNvSpPr txBox="1"/>
          <p:nvPr/>
        </p:nvSpPr>
        <p:spPr>
          <a:xfrm>
            <a:off x="11137579" y="3288189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Сердюк В. С.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372" name="TextBox 371">
            <a:extLst>
              <a:ext uri="{FF2B5EF4-FFF2-40B4-BE49-F238E27FC236}">
                <a16:creationId xmlns:a16="http://schemas.microsoft.com/office/drawing/2014/main" id="{8007B99C-8EDB-4077-9BE4-951B7D2B37AA}"/>
              </a:ext>
            </a:extLst>
          </p:cNvPr>
          <p:cNvSpPr txBox="1"/>
          <p:nvPr/>
        </p:nvSpPr>
        <p:spPr>
          <a:xfrm>
            <a:off x="8846326" y="3650189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Іноземна мова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373" name="TextBox 372">
            <a:extLst>
              <a:ext uri="{FF2B5EF4-FFF2-40B4-BE49-F238E27FC236}">
                <a16:creationId xmlns:a16="http://schemas.microsoft.com/office/drawing/2014/main" id="{D2BADAFF-F45D-446C-96D2-6867C24EE8F2}"/>
              </a:ext>
            </a:extLst>
          </p:cNvPr>
          <p:cNvSpPr txBox="1"/>
          <p:nvPr/>
        </p:nvSpPr>
        <p:spPr>
          <a:xfrm>
            <a:off x="11137579" y="3613222"/>
            <a:ext cx="1781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ru-RU" sz="1200" dirty="0">
                <a:latin typeface="Akrobat SemiBold" panose="00000700000000000000" pitchFamily="50" charset="-52"/>
              </a:rPr>
              <a:t>Амєліна С. О.</a:t>
            </a:r>
          </a:p>
          <a:p>
            <a:pPr>
              <a:lnSpc>
                <a:spcPts val="1200"/>
              </a:lnSpc>
            </a:pPr>
            <a:r>
              <a:rPr lang="ru-RU" sz="1200" dirty="0">
                <a:latin typeface="Akrobat SemiBold" panose="00000700000000000000" pitchFamily="50" charset="-52"/>
              </a:rPr>
              <a:t>Ошовська О. О.</a:t>
            </a:r>
          </a:p>
        </p:txBody>
      </p:sp>
      <p:sp>
        <p:nvSpPr>
          <p:cNvPr id="374" name="TextBox 373">
            <a:extLst>
              <a:ext uri="{FF2B5EF4-FFF2-40B4-BE49-F238E27FC236}">
                <a16:creationId xmlns:a16="http://schemas.microsoft.com/office/drawing/2014/main" id="{CAF7BD50-A90F-4CC2-B74D-C6D0B3139BB4}"/>
              </a:ext>
            </a:extLst>
          </p:cNvPr>
          <p:cNvSpPr txBox="1"/>
          <p:nvPr/>
        </p:nvSpPr>
        <p:spPr>
          <a:xfrm>
            <a:off x="8154022" y="2784206"/>
            <a:ext cx="7700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8.30-9.50</a:t>
            </a:r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1F347032-48E3-4DD2-A351-8254B046E6A2}"/>
              </a:ext>
            </a:extLst>
          </p:cNvPr>
          <p:cNvSpPr txBox="1"/>
          <p:nvPr/>
        </p:nvSpPr>
        <p:spPr>
          <a:xfrm>
            <a:off x="8154022" y="3312288"/>
            <a:ext cx="7446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9.50-11.00</a:t>
            </a:r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18E6EC80-AB3B-4D88-BAFD-AB307781A2C2}"/>
              </a:ext>
            </a:extLst>
          </p:cNvPr>
          <p:cNvSpPr txBox="1"/>
          <p:nvPr/>
        </p:nvSpPr>
        <p:spPr>
          <a:xfrm>
            <a:off x="8154022" y="3658288"/>
            <a:ext cx="770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11.20-12.30</a:t>
            </a: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D2684FA5-7824-41BF-ADC8-57571F7E67F7}"/>
              </a:ext>
            </a:extLst>
          </p:cNvPr>
          <p:cNvSpPr txBox="1"/>
          <p:nvPr/>
        </p:nvSpPr>
        <p:spPr>
          <a:xfrm>
            <a:off x="8154021" y="4000553"/>
            <a:ext cx="7914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12.40-13.40</a:t>
            </a: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BAFD68C4-DB63-4A45-815D-F42423C3B753}"/>
              </a:ext>
            </a:extLst>
          </p:cNvPr>
          <p:cNvSpPr txBox="1"/>
          <p:nvPr/>
        </p:nvSpPr>
        <p:spPr>
          <a:xfrm>
            <a:off x="8838395" y="2924049"/>
            <a:ext cx="1961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Фізичне виховання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DE5427A6-82FD-478F-AA02-F047173569BF}"/>
              </a:ext>
            </a:extLst>
          </p:cNvPr>
          <p:cNvSpPr txBox="1"/>
          <p:nvPr/>
        </p:nvSpPr>
        <p:spPr>
          <a:xfrm>
            <a:off x="11141295" y="2933864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Бублей Є. М.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grpSp>
        <p:nvGrpSpPr>
          <p:cNvPr id="380" name="Группа 379">
            <a:extLst>
              <a:ext uri="{FF2B5EF4-FFF2-40B4-BE49-F238E27FC236}">
                <a16:creationId xmlns:a16="http://schemas.microsoft.com/office/drawing/2014/main" id="{EE021B9B-72D8-4B1C-BD57-6BD08E765C2F}"/>
              </a:ext>
            </a:extLst>
          </p:cNvPr>
          <p:cNvGrpSpPr/>
          <p:nvPr/>
        </p:nvGrpSpPr>
        <p:grpSpPr>
          <a:xfrm>
            <a:off x="12605257" y="2664832"/>
            <a:ext cx="149727" cy="622223"/>
            <a:chOff x="5755219" y="3156027"/>
            <a:chExt cx="149727" cy="622223"/>
          </a:xfrm>
        </p:grpSpPr>
        <p:sp>
          <p:nvSpPr>
            <p:cNvPr id="381" name="Прямоугольник: скругленные углы 380">
              <a:extLst>
                <a:ext uri="{FF2B5EF4-FFF2-40B4-BE49-F238E27FC236}">
                  <a16:creationId xmlns:a16="http://schemas.microsoft.com/office/drawing/2014/main" id="{E8B1F4E6-D140-449B-8FB0-B41358C2BF4A}"/>
                </a:ext>
              </a:extLst>
            </p:cNvPr>
            <p:cNvSpPr/>
            <p:nvPr/>
          </p:nvSpPr>
          <p:spPr>
            <a:xfrm>
              <a:off x="5760338" y="3156027"/>
              <a:ext cx="144608" cy="622223"/>
            </a:xfrm>
            <a:prstGeom prst="roundRect">
              <a:avLst>
                <a:gd name="adj" fmla="val 50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258ED02D-8F72-459A-96BF-C080395F1BE0}"/>
                </a:ext>
              </a:extLst>
            </p:cNvPr>
            <p:cNvSpPr txBox="1"/>
            <p:nvPr/>
          </p:nvSpPr>
          <p:spPr>
            <a:xfrm>
              <a:off x="5755219" y="3162025"/>
              <a:ext cx="5774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3200" dirty="0">
                  <a:solidFill>
                    <a:schemeClr val="bg1"/>
                  </a:solidFill>
                  <a:latin typeface="Akrobat SemiBold" panose="00000700000000000000" pitchFamily="50" charset="-52"/>
                </a:rPr>
                <a:t>!</a:t>
              </a:r>
              <a:endParaRPr lang="ru-RU" sz="3200" dirty="0">
                <a:solidFill>
                  <a:schemeClr val="bg1"/>
                </a:solidFill>
                <a:latin typeface="Akrobat SemiBold" panose="00000700000000000000" pitchFamily="50" charset="-52"/>
              </a:endParaRPr>
            </a:p>
          </p:txBody>
        </p:sp>
      </p:grpSp>
      <p:cxnSp>
        <p:nvCxnSpPr>
          <p:cNvPr id="383" name="Прямая соединительная линия 382">
            <a:extLst>
              <a:ext uri="{FF2B5EF4-FFF2-40B4-BE49-F238E27FC236}">
                <a16:creationId xmlns:a16="http://schemas.microsoft.com/office/drawing/2014/main" id="{91833430-F34D-44E1-9099-4EC3401E685C}"/>
              </a:ext>
            </a:extLst>
          </p:cNvPr>
          <p:cNvCxnSpPr>
            <a:cxnSpLocks/>
          </p:cNvCxnSpPr>
          <p:nvPr/>
        </p:nvCxnSpPr>
        <p:spPr>
          <a:xfrm>
            <a:off x="8901686" y="2664831"/>
            <a:ext cx="3703571" cy="0"/>
          </a:xfrm>
          <a:prstGeom prst="line">
            <a:avLst/>
          </a:prstGeom>
          <a:ln w="28575" cap="rnd">
            <a:gradFill flip="none" rotWithShape="1">
              <a:gsLst>
                <a:gs pos="0">
                  <a:srgbClr val="ECEFF4"/>
                </a:gs>
                <a:gs pos="50000">
                  <a:srgbClr val="8BA4F5"/>
                </a:gs>
                <a:gs pos="10000">
                  <a:srgbClr val="8BA4F5"/>
                </a:gs>
                <a:gs pos="90000">
                  <a:srgbClr val="8BA4F5"/>
                </a:gs>
                <a:gs pos="100000">
                  <a:srgbClr val="ECEFF4"/>
                </a:gs>
              </a:gsLst>
              <a:lin ang="0" scaled="1"/>
              <a:tileRect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Прямая соединительная линия 383">
            <a:extLst>
              <a:ext uri="{FF2B5EF4-FFF2-40B4-BE49-F238E27FC236}">
                <a16:creationId xmlns:a16="http://schemas.microsoft.com/office/drawing/2014/main" id="{10E19367-91C3-492C-8A99-893E77508893}"/>
              </a:ext>
            </a:extLst>
          </p:cNvPr>
          <p:cNvCxnSpPr>
            <a:cxnSpLocks/>
          </p:cNvCxnSpPr>
          <p:nvPr/>
        </p:nvCxnSpPr>
        <p:spPr>
          <a:xfrm>
            <a:off x="8901686" y="3287054"/>
            <a:ext cx="3703571" cy="0"/>
          </a:xfrm>
          <a:prstGeom prst="line">
            <a:avLst/>
          </a:prstGeom>
          <a:ln w="28575" cap="rnd">
            <a:gradFill flip="none" rotWithShape="1">
              <a:gsLst>
                <a:gs pos="0">
                  <a:srgbClr val="ECEFF4"/>
                </a:gs>
                <a:gs pos="50000">
                  <a:srgbClr val="8BA4F5"/>
                </a:gs>
                <a:gs pos="10000">
                  <a:srgbClr val="8BA4F5"/>
                </a:gs>
                <a:gs pos="90000">
                  <a:srgbClr val="8BA4F5"/>
                </a:gs>
                <a:gs pos="100000">
                  <a:srgbClr val="ECEFF4"/>
                </a:gs>
              </a:gsLst>
              <a:lin ang="0" scaled="1"/>
              <a:tileRect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2293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2275B8E-610F-45DD-971E-89D1F0C17CBB}"/>
              </a:ext>
            </a:extLst>
          </p:cNvPr>
          <p:cNvSpPr/>
          <p:nvPr/>
        </p:nvSpPr>
        <p:spPr>
          <a:xfrm>
            <a:off x="0" y="5178"/>
            <a:ext cx="14555138" cy="6852823"/>
          </a:xfrm>
          <a:prstGeom prst="rect">
            <a:avLst/>
          </a:prstGeom>
          <a:solidFill>
            <a:srgbClr val="EDF1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3" name="Прямоугольник: скругленные углы 182">
            <a:extLst>
              <a:ext uri="{FF2B5EF4-FFF2-40B4-BE49-F238E27FC236}">
                <a16:creationId xmlns:a16="http://schemas.microsoft.com/office/drawing/2014/main" id="{725F1C42-D9D0-4364-8C65-4CCB8B62B4D1}"/>
              </a:ext>
            </a:extLst>
          </p:cNvPr>
          <p:cNvSpPr/>
          <p:nvPr/>
        </p:nvSpPr>
        <p:spPr>
          <a:xfrm>
            <a:off x="379435" y="484544"/>
            <a:ext cx="6663411" cy="1753065"/>
          </a:xfrm>
          <a:prstGeom prst="roundRect">
            <a:avLst>
              <a:gd name="adj" fmla="val 9712"/>
            </a:avLst>
          </a:prstGeom>
          <a:solidFill>
            <a:srgbClr val="ECEFF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4" name="Прямоугольник: скругленные углы 183">
            <a:extLst>
              <a:ext uri="{FF2B5EF4-FFF2-40B4-BE49-F238E27FC236}">
                <a16:creationId xmlns:a16="http://schemas.microsoft.com/office/drawing/2014/main" id="{C2EC2CA9-D6DC-4F25-B0B5-A33F530BBB2D}"/>
              </a:ext>
            </a:extLst>
          </p:cNvPr>
          <p:cNvSpPr/>
          <p:nvPr/>
        </p:nvSpPr>
        <p:spPr>
          <a:xfrm>
            <a:off x="379435" y="2579634"/>
            <a:ext cx="6663411" cy="1753065"/>
          </a:xfrm>
          <a:prstGeom prst="roundRect">
            <a:avLst>
              <a:gd name="adj" fmla="val 9712"/>
            </a:avLst>
          </a:prstGeom>
          <a:solidFill>
            <a:srgbClr val="ECEFF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5" name="Прямоугольник: скругленные углы 184">
            <a:extLst>
              <a:ext uri="{FF2B5EF4-FFF2-40B4-BE49-F238E27FC236}">
                <a16:creationId xmlns:a16="http://schemas.microsoft.com/office/drawing/2014/main" id="{31B806B9-1D80-44A3-921C-3A016CCF639F}"/>
              </a:ext>
            </a:extLst>
          </p:cNvPr>
          <p:cNvSpPr/>
          <p:nvPr/>
        </p:nvSpPr>
        <p:spPr>
          <a:xfrm>
            <a:off x="379435" y="4674724"/>
            <a:ext cx="6663411" cy="1753065"/>
          </a:xfrm>
          <a:prstGeom prst="roundRect">
            <a:avLst>
              <a:gd name="adj" fmla="val 9712"/>
            </a:avLst>
          </a:prstGeom>
          <a:solidFill>
            <a:srgbClr val="ECEFF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6" name="Прямоугольник: скругленные углы 185">
            <a:extLst>
              <a:ext uri="{FF2B5EF4-FFF2-40B4-BE49-F238E27FC236}">
                <a16:creationId xmlns:a16="http://schemas.microsoft.com/office/drawing/2014/main" id="{9DD8677D-9A64-4C09-95E3-B0320BC67206}"/>
              </a:ext>
            </a:extLst>
          </p:cNvPr>
          <p:cNvSpPr/>
          <p:nvPr/>
        </p:nvSpPr>
        <p:spPr>
          <a:xfrm>
            <a:off x="7367911" y="484544"/>
            <a:ext cx="6663411" cy="1753065"/>
          </a:xfrm>
          <a:prstGeom prst="roundRect">
            <a:avLst>
              <a:gd name="adj" fmla="val 9712"/>
            </a:avLst>
          </a:prstGeom>
          <a:solidFill>
            <a:srgbClr val="ECEFF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7" name="Прямоугольник: скругленные углы 186">
            <a:extLst>
              <a:ext uri="{FF2B5EF4-FFF2-40B4-BE49-F238E27FC236}">
                <a16:creationId xmlns:a16="http://schemas.microsoft.com/office/drawing/2014/main" id="{FF29FE10-C1AA-4F46-B3E2-77E246A8AAAE}"/>
              </a:ext>
            </a:extLst>
          </p:cNvPr>
          <p:cNvSpPr/>
          <p:nvPr/>
        </p:nvSpPr>
        <p:spPr>
          <a:xfrm>
            <a:off x="7367911" y="2579634"/>
            <a:ext cx="6663411" cy="1753065"/>
          </a:xfrm>
          <a:prstGeom prst="roundRect">
            <a:avLst>
              <a:gd name="adj" fmla="val 9712"/>
            </a:avLst>
          </a:prstGeom>
          <a:solidFill>
            <a:srgbClr val="ECEFF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8" name="Прямоугольник: скругленные углы 187">
            <a:extLst>
              <a:ext uri="{FF2B5EF4-FFF2-40B4-BE49-F238E27FC236}">
                <a16:creationId xmlns:a16="http://schemas.microsoft.com/office/drawing/2014/main" id="{42844003-EDDF-4FFB-A871-E438B1033E88}"/>
              </a:ext>
            </a:extLst>
          </p:cNvPr>
          <p:cNvSpPr/>
          <p:nvPr/>
        </p:nvSpPr>
        <p:spPr>
          <a:xfrm>
            <a:off x="7367911" y="4674724"/>
            <a:ext cx="6663411" cy="1753065"/>
          </a:xfrm>
          <a:prstGeom prst="roundRect">
            <a:avLst>
              <a:gd name="adj" fmla="val 9712"/>
            </a:avLst>
          </a:prstGeom>
          <a:solidFill>
            <a:srgbClr val="ECEFF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9" name="Прямоугольник: скругленные углы 188">
            <a:extLst>
              <a:ext uri="{FF2B5EF4-FFF2-40B4-BE49-F238E27FC236}">
                <a16:creationId xmlns:a16="http://schemas.microsoft.com/office/drawing/2014/main" id="{BA3B18EB-7575-477D-B55B-7EE8432B7EB5}"/>
              </a:ext>
            </a:extLst>
          </p:cNvPr>
          <p:cNvSpPr/>
          <p:nvPr/>
        </p:nvSpPr>
        <p:spPr>
          <a:xfrm>
            <a:off x="389959" y="491165"/>
            <a:ext cx="6663411" cy="1753065"/>
          </a:xfrm>
          <a:prstGeom prst="roundRect">
            <a:avLst>
              <a:gd name="adj" fmla="val 9712"/>
            </a:avLst>
          </a:prstGeom>
          <a:solidFill>
            <a:srgbClr val="ECEFF4"/>
          </a:solidFill>
          <a:ln>
            <a:noFill/>
          </a:ln>
          <a:effectLst>
            <a:outerShdw blurRad="63500" dist="38100" dir="13500000" algn="b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0" name="Прямоугольник: скругленные углы 189">
            <a:extLst>
              <a:ext uri="{FF2B5EF4-FFF2-40B4-BE49-F238E27FC236}">
                <a16:creationId xmlns:a16="http://schemas.microsoft.com/office/drawing/2014/main" id="{21E10B7B-E7C9-4612-9EA8-15C961698E5C}"/>
              </a:ext>
            </a:extLst>
          </p:cNvPr>
          <p:cNvSpPr/>
          <p:nvPr/>
        </p:nvSpPr>
        <p:spPr>
          <a:xfrm>
            <a:off x="389959" y="2586255"/>
            <a:ext cx="6663411" cy="1753065"/>
          </a:xfrm>
          <a:prstGeom prst="roundRect">
            <a:avLst>
              <a:gd name="adj" fmla="val 9712"/>
            </a:avLst>
          </a:prstGeom>
          <a:solidFill>
            <a:srgbClr val="ECEFF4"/>
          </a:solidFill>
          <a:ln>
            <a:noFill/>
          </a:ln>
          <a:effectLst>
            <a:outerShdw blurRad="63500" dist="38100" dir="13500000" algn="b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2" name="Прямоугольник: скругленные углы 191">
            <a:extLst>
              <a:ext uri="{FF2B5EF4-FFF2-40B4-BE49-F238E27FC236}">
                <a16:creationId xmlns:a16="http://schemas.microsoft.com/office/drawing/2014/main" id="{8623D2F1-16E7-4672-81AC-E89A9447A5F0}"/>
              </a:ext>
            </a:extLst>
          </p:cNvPr>
          <p:cNvSpPr/>
          <p:nvPr/>
        </p:nvSpPr>
        <p:spPr>
          <a:xfrm>
            <a:off x="389959" y="4681345"/>
            <a:ext cx="6663411" cy="1753065"/>
          </a:xfrm>
          <a:prstGeom prst="roundRect">
            <a:avLst>
              <a:gd name="adj" fmla="val 9712"/>
            </a:avLst>
          </a:prstGeom>
          <a:solidFill>
            <a:srgbClr val="ECEFF4"/>
          </a:solidFill>
          <a:ln>
            <a:noFill/>
          </a:ln>
          <a:effectLst>
            <a:outerShdw blurRad="63500" dist="38100" dir="13500000" algn="b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3" name="Прямоугольник: скругленные углы 192">
            <a:extLst>
              <a:ext uri="{FF2B5EF4-FFF2-40B4-BE49-F238E27FC236}">
                <a16:creationId xmlns:a16="http://schemas.microsoft.com/office/drawing/2014/main" id="{D56EF153-4680-46EF-B05B-891004104372}"/>
              </a:ext>
            </a:extLst>
          </p:cNvPr>
          <p:cNvSpPr/>
          <p:nvPr/>
        </p:nvSpPr>
        <p:spPr>
          <a:xfrm>
            <a:off x="7370815" y="491165"/>
            <a:ext cx="6663411" cy="1753065"/>
          </a:xfrm>
          <a:prstGeom prst="roundRect">
            <a:avLst>
              <a:gd name="adj" fmla="val 9712"/>
            </a:avLst>
          </a:prstGeom>
          <a:solidFill>
            <a:srgbClr val="ECEFF4"/>
          </a:solidFill>
          <a:ln>
            <a:noFill/>
          </a:ln>
          <a:effectLst>
            <a:outerShdw blurRad="63500" dist="38100" dir="13500000" algn="b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4" name="Прямоугольник: скругленные углы 193">
            <a:extLst>
              <a:ext uri="{FF2B5EF4-FFF2-40B4-BE49-F238E27FC236}">
                <a16:creationId xmlns:a16="http://schemas.microsoft.com/office/drawing/2014/main" id="{D5DB7A2B-DD4A-4848-9C54-CE4BA498AC85}"/>
              </a:ext>
            </a:extLst>
          </p:cNvPr>
          <p:cNvSpPr/>
          <p:nvPr/>
        </p:nvSpPr>
        <p:spPr>
          <a:xfrm>
            <a:off x="7378435" y="2586255"/>
            <a:ext cx="6663411" cy="1753065"/>
          </a:xfrm>
          <a:prstGeom prst="roundRect">
            <a:avLst>
              <a:gd name="adj" fmla="val 9712"/>
            </a:avLst>
          </a:prstGeom>
          <a:solidFill>
            <a:srgbClr val="ECEFF4"/>
          </a:solidFill>
          <a:ln>
            <a:noFill/>
          </a:ln>
          <a:effectLst>
            <a:outerShdw blurRad="63500" dist="38100" dir="13500000" algn="b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5" name="Прямоугольник: скругленные углы 194">
            <a:extLst>
              <a:ext uri="{FF2B5EF4-FFF2-40B4-BE49-F238E27FC236}">
                <a16:creationId xmlns:a16="http://schemas.microsoft.com/office/drawing/2014/main" id="{0CC895BE-F1BA-43DC-ACEC-EB50B88EC1E3}"/>
              </a:ext>
            </a:extLst>
          </p:cNvPr>
          <p:cNvSpPr/>
          <p:nvPr/>
        </p:nvSpPr>
        <p:spPr>
          <a:xfrm>
            <a:off x="7378435" y="4681345"/>
            <a:ext cx="6663411" cy="1753065"/>
          </a:xfrm>
          <a:prstGeom prst="roundRect">
            <a:avLst>
              <a:gd name="adj" fmla="val 9712"/>
            </a:avLst>
          </a:prstGeom>
          <a:solidFill>
            <a:srgbClr val="ECEFF4"/>
          </a:solidFill>
          <a:ln>
            <a:noFill/>
          </a:ln>
          <a:effectLst>
            <a:outerShdw blurRad="63500" dist="38100" dir="13500000" algn="b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13F3284-AC6F-4B76-BD22-3C2254703149}"/>
              </a:ext>
            </a:extLst>
          </p:cNvPr>
          <p:cNvSpPr txBox="1"/>
          <p:nvPr/>
        </p:nvSpPr>
        <p:spPr>
          <a:xfrm>
            <a:off x="1383824" y="127596"/>
            <a:ext cx="636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Час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E9F0F5F-361B-42D0-B9D9-D1CABC2174DE}"/>
              </a:ext>
            </a:extLst>
          </p:cNvPr>
          <p:cNvSpPr txBox="1"/>
          <p:nvPr/>
        </p:nvSpPr>
        <p:spPr>
          <a:xfrm>
            <a:off x="2530662" y="127596"/>
            <a:ext cx="1298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Предмет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3E08009D-3BE9-4204-90C6-4B0A197BF415}"/>
              </a:ext>
            </a:extLst>
          </p:cNvPr>
          <p:cNvSpPr txBox="1"/>
          <p:nvPr/>
        </p:nvSpPr>
        <p:spPr>
          <a:xfrm>
            <a:off x="657006" y="127596"/>
            <a:ext cx="88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Пара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32FA5768-3ABD-4396-B083-6EE3A9859C2D}"/>
              </a:ext>
            </a:extLst>
          </p:cNvPr>
          <p:cNvSpPr txBox="1"/>
          <p:nvPr/>
        </p:nvSpPr>
        <p:spPr>
          <a:xfrm>
            <a:off x="871522" y="528512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1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60B24222-87FA-4DC8-8AD7-7487F708C864}"/>
              </a:ext>
            </a:extLst>
          </p:cNvPr>
          <p:cNvSpPr txBox="1"/>
          <p:nvPr/>
        </p:nvSpPr>
        <p:spPr>
          <a:xfrm>
            <a:off x="866760" y="961013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2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2D8BED56-CE4A-4A58-B09C-4547D9DE49FC}"/>
              </a:ext>
            </a:extLst>
          </p:cNvPr>
          <p:cNvSpPr txBox="1"/>
          <p:nvPr/>
        </p:nvSpPr>
        <p:spPr>
          <a:xfrm>
            <a:off x="864379" y="1393514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3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ED496723-79DC-4D69-B6F1-E9CA00349E62}"/>
              </a:ext>
            </a:extLst>
          </p:cNvPr>
          <p:cNvSpPr txBox="1"/>
          <p:nvPr/>
        </p:nvSpPr>
        <p:spPr>
          <a:xfrm>
            <a:off x="864379" y="1826014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4</a:t>
            </a:r>
          </a:p>
        </p:txBody>
      </p:sp>
      <p:cxnSp>
        <p:nvCxnSpPr>
          <p:cNvPr id="143" name="Прямая соединительная линия 142">
            <a:extLst>
              <a:ext uri="{FF2B5EF4-FFF2-40B4-BE49-F238E27FC236}">
                <a16:creationId xmlns:a16="http://schemas.microsoft.com/office/drawing/2014/main" id="{BFD74005-1CBE-46A2-87A9-F10D86FCCD50}"/>
              </a:ext>
            </a:extLst>
          </p:cNvPr>
          <p:cNvCxnSpPr>
            <a:cxnSpLocks/>
          </p:cNvCxnSpPr>
          <p:nvPr/>
        </p:nvCxnSpPr>
        <p:spPr>
          <a:xfrm>
            <a:off x="1364774" y="496928"/>
            <a:ext cx="0" cy="1730004"/>
          </a:xfrm>
          <a:prstGeom prst="line">
            <a:avLst/>
          </a:prstGeom>
          <a:ln w="9525">
            <a:solidFill>
              <a:srgbClr val="C6D2F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Прямая соединительная линия 147">
            <a:extLst>
              <a:ext uri="{FF2B5EF4-FFF2-40B4-BE49-F238E27FC236}">
                <a16:creationId xmlns:a16="http://schemas.microsoft.com/office/drawing/2014/main" id="{18C73601-C66B-443B-8C4F-08DE4EFB4454}"/>
              </a:ext>
            </a:extLst>
          </p:cNvPr>
          <p:cNvCxnSpPr>
            <a:cxnSpLocks/>
          </p:cNvCxnSpPr>
          <p:nvPr/>
        </p:nvCxnSpPr>
        <p:spPr>
          <a:xfrm>
            <a:off x="2042918" y="496928"/>
            <a:ext cx="0" cy="1730004"/>
          </a:xfrm>
          <a:prstGeom prst="line">
            <a:avLst/>
          </a:prstGeom>
          <a:ln w="9525">
            <a:solidFill>
              <a:srgbClr val="C6D2F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15375F17-A230-49F4-8A5E-CA68C4E96BAE}"/>
              </a:ext>
            </a:extLst>
          </p:cNvPr>
          <p:cNvSpPr txBox="1"/>
          <p:nvPr/>
        </p:nvSpPr>
        <p:spPr>
          <a:xfrm>
            <a:off x="1306212" y="574680"/>
            <a:ext cx="7700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8.30-9.30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BC40D5CE-A699-476C-8679-2E03D27AC53E}"/>
              </a:ext>
            </a:extLst>
          </p:cNvPr>
          <p:cNvSpPr txBox="1"/>
          <p:nvPr/>
        </p:nvSpPr>
        <p:spPr>
          <a:xfrm rot="16200000">
            <a:off x="-314261" y="1177264"/>
            <a:ext cx="1714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ПОНЕД</a:t>
            </a:r>
            <a:r>
              <a:rPr lang="uk-UA" dirty="0">
                <a:latin typeface="Montserrat SemiBold" panose="00000700000000000000" pitchFamily="2" charset="-52"/>
              </a:rPr>
              <a:t>ІЛОК</a:t>
            </a:r>
            <a:endParaRPr lang="ru-RU" dirty="0">
              <a:latin typeface="Montserrat SemiBold" panose="00000700000000000000" pitchFamily="2" charset="-52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AE1109BF-F394-4390-BE6D-E38A84780438}"/>
              </a:ext>
            </a:extLst>
          </p:cNvPr>
          <p:cNvSpPr txBox="1"/>
          <p:nvPr/>
        </p:nvSpPr>
        <p:spPr>
          <a:xfrm rot="16200000">
            <a:off x="-192198" y="3272694"/>
            <a:ext cx="1470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latin typeface="Montserrat SemiBold" panose="00000700000000000000" pitchFamily="2" charset="-52"/>
              </a:rPr>
              <a:t>ВІВТОРОК</a:t>
            </a:r>
            <a:endParaRPr lang="ru-RU" dirty="0">
              <a:latin typeface="Montserrat SemiBold" panose="00000700000000000000" pitchFamily="2" charset="-52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00F0F94C-8F42-4972-B9ED-D08B19ABD284}"/>
              </a:ext>
            </a:extLst>
          </p:cNvPr>
          <p:cNvSpPr txBox="1"/>
          <p:nvPr/>
        </p:nvSpPr>
        <p:spPr>
          <a:xfrm rot="16200000">
            <a:off x="-56218" y="5437361"/>
            <a:ext cx="1198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latin typeface="Montserrat SemiBold" panose="00000700000000000000" pitchFamily="2" charset="-52"/>
              </a:rPr>
              <a:t>СЕРЕДА</a:t>
            </a:r>
            <a:endParaRPr lang="ru-RU" dirty="0">
              <a:latin typeface="Montserrat SemiBold" panose="00000700000000000000" pitchFamily="2" charset="-52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BDEE2AF-43B6-4C8C-B45A-AFAC285D96A4}"/>
              </a:ext>
            </a:extLst>
          </p:cNvPr>
          <p:cNvSpPr txBox="1"/>
          <p:nvPr/>
        </p:nvSpPr>
        <p:spPr>
          <a:xfrm rot="16200000">
            <a:off x="6997603" y="1119506"/>
            <a:ext cx="1179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latin typeface="Montserrat SemiBold" panose="00000700000000000000" pitchFamily="2" charset="-52"/>
              </a:rPr>
              <a:t>ЧЕТВЕР</a:t>
            </a:r>
            <a:endParaRPr lang="ru-RU" dirty="0">
              <a:latin typeface="Montserrat SemiBold" panose="00000700000000000000" pitchFamily="2" charset="-52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1B3466D1-F17F-4B94-B993-771ACAE5DBDB}"/>
              </a:ext>
            </a:extLst>
          </p:cNvPr>
          <p:cNvSpPr txBox="1"/>
          <p:nvPr/>
        </p:nvSpPr>
        <p:spPr>
          <a:xfrm rot="16200000">
            <a:off x="6852131" y="3306007"/>
            <a:ext cx="1470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latin typeface="Montserrat SemiBold" panose="00000700000000000000" pitchFamily="2" charset="-52"/>
              </a:rPr>
              <a:t>П’ЯТНИЦЯ</a:t>
            </a:r>
            <a:endParaRPr lang="ru-RU" dirty="0">
              <a:latin typeface="Montserrat SemiBold" panose="00000700000000000000" pitchFamily="2" charset="-52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C59DDCAC-1833-4192-9B28-20AC5E9217DE}"/>
              </a:ext>
            </a:extLst>
          </p:cNvPr>
          <p:cNvSpPr txBox="1"/>
          <p:nvPr/>
        </p:nvSpPr>
        <p:spPr>
          <a:xfrm rot="16200000">
            <a:off x="6957630" y="5345990"/>
            <a:ext cx="1259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latin typeface="Montserrat SemiBold" panose="00000700000000000000" pitchFamily="2" charset="-52"/>
              </a:rPr>
              <a:t>ВИХІДНІ</a:t>
            </a:r>
            <a:endParaRPr lang="ru-RU" dirty="0">
              <a:latin typeface="Montserrat SemiBold" panose="00000700000000000000" pitchFamily="2" charset="-52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3DB9EC6B-5C2B-4312-AD0F-727246FF22CF}"/>
              </a:ext>
            </a:extLst>
          </p:cNvPr>
          <p:cNvSpPr txBox="1"/>
          <p:nvPr/>
        </p:nvSpPr>
        <p:spPr>
          <a:xfrm>
            <a:off x="1306212" y="1007181"/>
            <a:ext cx="7446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9.40-10.40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49AC0FC7-9C7F-4E24-BAE4-81C784AC496E}"/>
              </a:ext>
            </a:extLst>
          </p:cNvPr>
          <p:cNvSpPr txBox="1"/>
          <p:nvPr/>
        </p:nvSpPr>
        <p:spPr>
          <a:xfrm>
            <a:off x="1306212" y="1439682"/>
            <a:ext cx="770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10.50-11.50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222087E6-D179-4610-AFF1-3FC10C27462D}"/>
              </a:ext>
            </a:extLst>
          </p:cNvPr>
          <p:cNvSpPr txBox="1"/>
          <p:nvPr/>
        </p:nvSpPr>
        <p:spPr>
          <a:xfrm>
            <a:off x="1306211" y="1872183"/>
            <a:ext cx="7914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12.00-13.00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A08AA7D7-8167-4963-98CF-4F8F6645F4FB}"/>
              </a:ext>
            </a:extLst>
          </p:cNvPr>
          <p:cNvSpPr txBox="1"/>
          <p:nvPr/>
        </p:nvSpPr>
        <p:spPr>
          <a:xfrm>
            <a:off x="4406629" y="127596"/>
            <a:ext cx="1395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Викладач</a:t>
            </a:r>
          </a:p>
        </p:txBody>
      </p:sp>
      <p:cxnSp>
        <p:nvCxnSpPr>
          <p:cNvPr id="178" name="Прямая соединительная линия 177">
            <a:extLst>
              <a:ext uri="{FF2B5EF4-FFF2-40B4-BE49-F238E27FC236}">
                <a16:creationId xmlns:a16="http://schemas.microsoft.com/office/drawing/2014/main" id="{12198AE0-E2B0-496F-AB56-7A471A61D422}"/>
              </a:ext>
            </a:extLst>
          </p:cNvPr>
          <p:cNvCxnSpPr>
            <a:cxnSpLocks/>
          </p:cNvCxnSpPr>
          <p:nvPr/>
        </p:nvCxnSpPr>
        <p:spPr>
          <a:xfrm>
            <a:off x="4336060" y="496928"/>
            <a:ext cx="0" cy="1730004"/>
          </a:xfrm>
          <a:prstGeom prst="line">
            <a:avLst/>
          </a:prstGeom>
          <a:ln w="9525">
            <a:solidFill>
              <a:srgbClr val="C6D2F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16A36DE9-148C-49A5-BBEE-24DA40DF7CD8}"/>
              </a:ext>
            </a:extLst>
          </p:cNvPr>
          <p:cNvSpPr txBox="1"/>
          <p:nvPr/>
        </p:nvSpPr>
        <p:spPr>
          <a:xfrm>
            <a:off x="2006386" y="1425761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Основи штучного інтелекту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B59193DC-3295-4F31-B9B4-6BDB76EE4EAD}"/>
              </a:ext>
            </a:extLst>
          </p:cNvPr>
          <p:cNvSpPr txBox="1"/>
          <p:nvPr/>
        </p:nvSpPr>
        <p:spPr>
          <a:xfrm>
            <a:off x="4309286" y="1425761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Антоненко Ю. С.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318EDEEB-4AE4-4DD2-9CF5-3922926C89D3}"/>
              </a:ext>
            </a:extLst>
          </p:cNvPr>
          <p:cNvSpPr txBox="1"/>
          <p:nvPr/>
        </p:nvSpPr>
        <p:spPr>
          <a:xfrm>
            <a:off x="1383824" y="2223026"/>
            <a:ext cx="636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Час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C4C2C4A6-23AD-47DD-8CAE-D91CF75F2D05}"/>
              </a:ext>
            </a:extLst>
          </p:cNvPr>
          <p:cNvSpPr txBox="1"/>
          <p:nvPr/>
        </p:nvSpPr>
        <p:spPr>
          <a:xfrm>
            <a:off x="2530662" y="2223026"/>
            <a:ext cx="1298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Предмет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C6FE36ED-F60C-41CF-8DBA-416A9CCA076D}"/>
              </a:ext>
            </a:extLst>
          </p:cNvPr>
          <p:cNvSpPr txBox="1"/>
          <p:nvPr/>
        </p:nvSpPr>
        <p:spPr>
          <a:xfrm>
            <a:off x="657006" y="2223026"/>
            <a:ext cx="88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Пара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32CB0D12-4040-4244-94E5-41330F8C4BAA}"/>
              </a:ext>
            </a:extLst>
          </p:cNvPr>
          <p:cNvSpPr txBox="1"/>
          <p:nvPr/>
        </p:nvSpPr>
        <p:spPr>
          <a:xfrm>
            <a:off x="871522" y="2579420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1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A4F7213F-AC96-4DE7-8388-A377C6A4EB4D}"/>
              </a:ext>
            </a:extLst>
          </p:cNvPr>
          <p:cNvSpPr txBox="1"/>
          <p:nvPr/>
        </p:nvSpPr>
        <p:spPr>
          <a:xfrm>
            <a:off x="866760" y="2919045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2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CAEA5757-05EE-4279-9D46-CFC3826854CF}"/>
              </a:ext>
            </a:extLst>
          </p:cNvPr>
          <p:cNvSpPr txBox="1"/>
          <p:nvPr/>
        </p:nvSpPr>
        <p:spPr>
          <a:xfrm>
            <a:off x="864378" y="3458621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3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244F33E1-A136-4B4B-81C3-F45458A70A1F}"/>
              </a:ext>
            </a:extLst>
          </p:cNvPr>
          <p:cNvSpPr txBox="1"/>
          <p:nvPr/>
        </p:nvSpPr>
        <p:spPr>
          <a:xfrm>
            <a:off x="864379" y="3981637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4</a:t>
            </a:r>
          </a:p>
        </p:txBody>
      </p:sp>
      <p:cxnSp>
        <p:nvCxnSpPr>
          <p:cNvPr id="258" name="Прямая соединительная линия 257">
            <a:extLst>
              <a:ext uri="{FF2B5EF4-FFF2-40B4-BE49-F238E27FC236}">
                <a16:creationId xmlns:a16="http://schemas.microsoft.com/office/drawing/2014/main" id="{9B1E6993-15C4-4E37-AC85-2440FE7EB76A}"/>
              </a:ext>
            </a:extLst>
          </p:cNvPr>
          <p:cNvCxnSpPr>
            <a:cxnSpLocks/>
          </p:cNvCxnSpPr>
          <p:nvPr/>
        </p:nvCxnSpPr>
        <p:spPr>
          <a:xfrm>
            <a:off x="1364774" y="2592358"/>
            <a:ext cx="0" cy="1730004"/>
          </a:xfrm>
          <a:prstGeom prst="line">
            <a:avLst/>
          </a:prstGeom>
          <a:ln w="9525">
            <a:solidFill>
              <a:srgbClr val="C6D2F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Прямая соединительная линия 258">
            <a:extLst>
              <a:ext uri="{FF2B5EF4-FFF2-40B4-BE49-F238E27FC236}">
                <a16:creationId xmlns:a16="http://schemas.microsoft.com/office/drawing/2014/main" id="{B68DC8C3-2561-4435-8B7B-7BF82DCC354D}"/>
              </a:ext>
            </a:extLst>
          </p:cNvPr>
          <p:cNvCxnSpPr>
            <a:cxnSpLocks/>
          </p:cNvCxnSpPr>
          <p:nvPr/>
        </p:nvCxnSpPr>
        <p:spPr>
          <a:xfrm>
            <a:off x="2042918" y="2592358"/>
            <a:ext cx="0" cy="1730004"/>
          </a:xfrm>
          <a:prstGeom prst="line">
            <a:avLst/>
          </a:prstGeom>
          <a:ln w="9525">
            <a:solidFill>
              <a:srgbClr val="C6D2F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TextBox 259">
            <a:extLst>
              <a:ext uri="{FF2B5EF4-FFF2-40B4-BE49-F238E27FC236}">
                <a16:creationId xmlns:a16="http://schemas.microsoft.com/office/drawing/2014/main" id="{637CED76-D5E5-439E-B6B3-5F17BC320EA7}"/>
              </a:ext>
            </a:extLst>
          </p:cNvPr>
          <p:cNvSpPr txBox="1"/>
          <p:nvPr/>
        </p:nvSpPr>
        <p:spPr>
          <a:xfrm>
            <a:off x="1306212" y="2625588"/>
            <a:ext cx="7367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8.30-9.30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CD1F08C3-E1C1-47D6-9416-6CBCBE337233}"/>
              </a:ext>
            </a:extLst>
          </p:cNvPr>
          <p:cNvSpPr txBox="1"/>
          <p:nvPr/>
        </p:nvSpPr>
        <p:spPr>
          <a:xfrm>
            <a:off x="1306212" y="2965213"/>
            <a:ext cx="7446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9.40-10.40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ECE1753B-BC6E-4781-A128-2D039923A192}"/>
              </a:ext>
            </a:extLst>
          </p:cNvPr>
          <p:cNvSpPr txBox="1"/>
          <p:nvPr/>
        </p:nvSpPr>
        <p:spPr>
          <a:xfrm>
            <a:off x="1306212" y="3490691"/>
            <a:ext cx="770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10.50-11.50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1C135C21-1F1C-49A9-AEAC-47357223C9AC}"/>
              </a:ext>
            </a:extLst>
          </p:cNvPr>
          <p:cNvSpPr txBox="1"/>
          <p:nvPr/>
        </p:nvSpPr>
        <p:spPr>
          <a:xfrm>
            <a:off x="1306211" y="4027806"/>
            <a:ext cx="7914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12.00-13.00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F16F0298-6AF6-47FB-9BC7-9E957F28E9BC}"/>
              </a:ext>
            </a:extLst>
          </p:cNvPr>
          <p:cNvSpPr txBox="1"/>
          <p:nvPr/>
        </p:nvSpPr>
        <p:spPr>
          <a:xfrm>
            <a:off x="4406629" y="2223026"/>
            <a:ext cx="1395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Викладач</a:t>
            </a:r>
          </a:p>
        </p:txBody>
      </p:sp>
      <p:cxnSp>
        <p:nvCxnSpPr>
          <p:cNvPr id="266" name="Прямая соединительная линия 265">
            <a:extLst>
              <a:ext uri="{FF2B5EF4-FFF2-40B4-BE49-F238E27FC236}">
                <a16:creationId xmlns:a16="http://schemas.microsoft.com/office/drawing/2014/main" id="{AFDE5328-CA8A-48DD-8FE1-2D6E18FFE8C7}"/>
              </a:ext>
            </a:extLst>
          </p:cNvPr>
          <p:cNvCxnSpPr>
            <a:cxnSpLocks/>
          </p:cNvCxnSpPr>
          <p:nvPr/>
        </p:nvCxnSpPr>
        <p:spPr>
          <a:xfrm>
            <a:off x="4336060" y="2592358"/>
            <a:ext cx="0" cy="1730004"/>
          </a:xfrm>
          <a:prstGeom prst="line">
            <a:avLst/>
          </a:prstGeom>
          <a:ln w="9525">
            <a:solidFill>
              <a:srgbClr val="C6D2F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9" name="TextBox 268">
            <a:extLst>
              <a:ext uri="{FF2B5EF4-FFF2-40B4-BE49-F238E27FC236}">
                <a16:creationId xmlns:a16="http://schemas.microsoft.com/office/drawing/2014/main" id="{A421308B-55CC-4AB0-B2A9-F933450CD11C}"/>
              </a:ext>
            </a:extLst>
          </p:cNvPr>
          <p:cNvSpPr txBox="1"/>
          <p:nvPr/>
        </p:nvSpPr>
        <p:spPr>
          <a:xfrm>
            <a:off x="4309286" y="2940390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Антоненко С. В.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71A20DF8-7818-43BA-AF46-56E8224309A5}"/>
              </a:ext>
            </a:extLst>
          </p:cNvPr>
          <p:cNvSpPr txBox="1"/>
          <p:nvPr/>
        </p:nvSpPr>
        <p:spPr>
          <a:xfrm>
            <a:off x="2006386" y="986717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Іноземна мова (проф. спрям.)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1EF6AF0E-392F-4D11-AFC0-8D7EE635F6A4}"/>
              </a:ext>
            </a:extLst>
          </p:cNvPr>
          <p:cNvSpPr txBox="1"/>
          <p:nvPr/>
        </p:nvSpPr>
        <p:spPr>
          <a:xfrm>
            <a:off x="4319983" y="921745"/>
            <a:ext cx="1781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200" dirty="0">
                <a:latin typeface="Akrobat SemiBold" panose="00000700000000000000" pitchFamily="50" charset="-52"/>
              </a:rPr>
              <a:t>Підгр.1 Юрінова Я. В.</a:t>
            </a:r>
            <a:endParaRPr lang="ru-RU" sz="1200" dirty="0">
              <a:latin typeface="Akrobat SemiBold" panose="00000700000000000000" pitchFamily="50" charset="-52"/>
            </a:endParaRP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4F178F4E-F6B1-4B81-8383-FBB5039E1E56}"/>
              </a:ext>
            </a:extLst>
          </p:cNvPr>
          <p:cNvSpPr txBox="1"/>
          <p:nvPr/>
        </p:nvSpPr>
        <p:spPr>
          <a:xfrm>
            <a:off x="4319983" y="1113534"/>
            <a:ext cx="1781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200" dirty="0">
                <a:latin typeface="Akrobat SemiBold" panose="00000700000000000000" pitchFamily="50" charset="-52"/>
              </a:rPr>
              <a:t>Підгр.2 Терещенко О. В.</a:t>
            </a:r>
            <a:endParaRPr lang="ru-RU" sz="1200" dirty="0">
              <a:latin typeface="Akrobat SemiBold" panose="00000700000000000000" pitchFamily="50" charset="-52"/>
            </a:endParaRP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BC26BEA9-A1BD-4919-A070-90CD25C86C10}"/>
              </a:ext>
            </a:extLst>
          </p:cNvPr>
          <p:cNvSpPr txBox="1"/>
          <p:nvPr/>
        </p:nvSpPr>
        <p:spPr>
          <a:xfrm>
            <a:off x="8397772" y="2211835"/>
            <a:ext cx="636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Час</a:t>
            </a:r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B603DFE1-B0EC-4339-84B1-DF4F05505948}"/>
              </a:ext>
            </a:extLst>
          </p:cNvPr>
          <p:cNvSpPr txBox="1"/>
          <p:nvPr/>
        </p:nvSpPr>
        <p:spPr>
          <a:xfrm>
            <a:off x="9544610" y="2211835"/>
            <a:ext cx="1298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Предмет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69643AFC-8B9C-4147-A3E5-6AE793C25629}"/>
              </a:ext>
            </a:extLst>
          </p:cNvPr>
          <p:cNvSpPr txBox="1"/>
          <p:nvPr/>
        </p:nvSpPr>
        <p:spPr>
          <a:xfrm>
            <a:off x="7670954" y="2211835"/>
            <a:ext cx="88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Пара</a:t>
            </a:r>
          </a:p>
        </p:txBody>
      </p:sp>
      <p:cxnSp>
        <p:nvCxnSpPr>
          <p:cNvPr id="289" name="Прямая соединительная линия 288">
            <a:extLst>
              <a:ext uri="{FF2B5EF4-FFF2-40B4-BE49-F238E27FC236}">
                <a16:creationId xmlns:a16="http://schemas.microsoft.com/office/drawing/2014/main" id="{E6349859-4AF3-4BC0-81B8-6A6650ACA186}"/>
              </a:ext>
            </a:extLst>
          </p:cNvPr>
          <p:cNvCxnSpPr>
            <a:cxnSpLocks/>
          </p:cNvCxnSpPr>
          <p:nvPr/>
        </p:nvCxnSpPr>
        <p:spPr>
          <a:xfrm>
            <a:off x="8378722" y="2581167"/>
            <a:ext cx="0" cy="1730004"/>
          </a:xfrm>
          <a:prstGeom prst="line">
            <a:avLst/>
          </a:prstGeom>
          <a:ln w="9525">
            <a:solidFill>
              <a:srgbClr val="C6D2F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Прямая соединительная линия 289">
            <a:extLst>
              <a:ext uri="{FF2B5EF4-FFF2-40B4-BE49-F238E27FC236}">
                <a16:creationId xmlns:a16="http://schemas.microsoft.com/office/drawing/2014/main" id="{0298A7DE-87C4-4CD3-9059-A4B6B6CA55E5}"/>
              </a:ext>
            </a:extLst>
          </p:cNvPr>
          <p:cNvCxnSpPr>
            <a:cxnSpLocks/>
          </p:cNvCxnSpPr>
          <p:nvPr/>
        </p:nvCxnSpPr>
        <p:spPr>
          <a:xfrm>
            <a:off x="9056866" y="2581167"/>
            <a:ext cx="0" cy="1730004"/>
          </a:xfrm>
          <a:prstGeom prst="line">
            <a:avLst/>
          </a:prstGeom>
          <a:ln w="9525">
            <a:solidFill>
              <a:srgbClr val="C6D2F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" name="TextBox 294">
            <a:extLst>
              <a:ext uri="{FF2B5EF4-FFF2-40B4-BE49-F238E27FC236}">
                <a16:creationId xmlns:a16="http://schemas.microsoft.com/office/drawing/2014/main" id="{37505C92-2B8A-452D-B934-1743100F834D}"/>
              </a:ext>
            </a:extLst>
          </p:cNvPr>
          <p:cNvSpPr txBox="1"/>
          <p:nvPr/>
        </p:nvSpPr>
        <p:spPr>
          <a:xfrm>
            <a:off x="11420577" y="2211835"/>
            <a:ext cx="1395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Викладач</a:t>
            </a:r>
          </a:p>
        </p:txBody>
      </p:sp>
      <p:cxnSp>
        <p:nvCxnSpPr>
          <p:cNvPr id="296" name="Прямая соединительная линия 295">
            <a:extLst>
              <a:ext uri="{FF2B5EF4-FFF2-40B4-BE49-F238E27FC236}">
                <a16:creationId xmlns:a16="http://schemas.microsoft.com/office/drawing/2014/main" id="{40D0E958-7EDB-4ED0-9EC7-E1E84E3FC4D0}"/>
              </a:ext>
            </a:extLst>
          </p:cNvPr>
          <p:cNvCxnSpPr>
            <a:cxnSpLocks/>
          </p:cNvCxnSpPr>
          <p:nvPr/>
        </p:nvCxnSpPr>
        <p:spPr>
          <a:xfrm>
            <a:off x="11350008" y="2581167"/>
            <a:ext cx="0" cy="1730004"/>
          </a:xfrm>
          <a:prstGeom prst="line">
            <a:avLst/>
          </a:prstGeom>
          <a:ln w="9525">
            <a:solidFill>
              <a:srgbClr val="C6D2F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6" name="TextBox 325">
            <a:extLst>
              <a:ext uri="{FF2B5EF4-FFF2-40B4-BE49-F238E27FC236}">
                <a16:creationId xmlns:a16="http://schemas.microsoft.com/office/drawing/2014/main" id="{406FC869-AAC5-4BEF-89DC-F1C7A3340F0E}"/>
              </a:ext>
            </a:extLst>
          </p:cNvPr>
          <p:cNvSpPr txBox="1"/>
          <p:nvPr/>
        </p:nvSpPr>
        <p:spPr>
          <a:xfrm>
            <a:off x="8397772" y="132773"/>
            <a:ext cx="636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Час</a:t>
            </a: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42386CB2-D670-4BB8-8A57-477A9D7C77F3}"/>
              </a:ext>
            </a:extLst>
          </p:cNvPr>
          <p:cNvSpPr txBox="1"/>
          <p:nvPr/>
        </p:nvSpPr>
        <p:spPr>
          <a:xfrm>
            <a:off x="9544610" y="132773"/>
            <a:ext cx="1298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Предмет</a:t>
            </a:r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AC83128D-8DB2-4DC9-B9C4-06DE016A98BF}"/>
              </a:ext>
            </a:extLst>
          </p:cNvPr>
          <p:cNvSpPr txBox="1"/>
          <p:nvPr/>
        </p:nvSpPr>
        <p:spPr>
          <a:xfrm>
            <a:off x="7670954" y="132773"/>
            <a:ext cx="88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Пара</a:t>
            </a:r>
          </a:p>
        </p:txBody>
      </p:sp>
      <p:cxnSp>
        <p:nvCxnSpPr>
          <p:cNvPr id="338" name="Прямая соединительная линия 337">
            <a:extLst>
              <a:ext uri="{FF2B5EF4-FFF2-40B4-BE49-F238E27FC236}">
                <a16:creationId xmlns:a16="http://schemas.microsoft.com/office/drawing/2014/main" id="{19B611B2-3DD2-4483-ADB0-9F30F5335431}"/>
              </a:ext>
            </a:extLst>
          </p:cNvPr>
          <p:cNvCxnSpPr>
            <a:cxnSpLocks/>
          </p:cNvCxnSpPr>
          <p:nvPr/>
        </p:nvCxnSpPr>
        <p:spPr>
          <a:xfrm>
            <a:off x="8378722" y="502105"/>
            <a:ext cx="0" cy="1730004"/>
          </a:xfrm>
          <a:prstGeom prst="line">
            <a:avLst/>
          </a:prstGeom>
          <a:ln w="9525">
            <a:solidFill>
              <a:srgbClr val="C6D2F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Прямая соединительная линия 338">
            <a:extLst>
              <a:ext uri="{FF2B5EF4-FFF2-40B4-BE49-F238E27FC236}">
                <a16:creationId xmlns:a16="http://schemas.microsoft.com/office/drawing/2014/main" id="{B5A7A711-D279-424E-889C-2F6F092AE0EE}"/>
              </a:ext>
            </a:extLst>
          </p:cNvPr>
          <p:cNvCxnSpPr>
            <a:cxnSpLocks/>
          </p:cNvCxnSpPr>
          <p:nvPr/>
        </p:nvCxnSpPr>
        <p:spPr>
          <a:xfrm>
            <a:off x="9056866" y="502105"/>
            <a:ext cx="0" cy="1730004"/>
          </a:xfrm>
          <a:prstGeom prst="line">
            <a:avLst/>
          </a:prstGeom>
          <a:ln w="9525">
            <a:solidFill>
              <a:srgbClr val="C6D2F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0" name="TextBox 339">
            <a:extLst>
              <a:ext uri="{FF2B5EF4-FFF2-40B4-BE49-F238E27FC236}">
                <a16:creationId xmlns:a16="http://schemas.microsoft.com/office/drawing/2014/main" id="{7BE7797C-10F0-49E0-A2CB-689E859A57BE}"/>
              </a:ext>
            </a:extLst>
          </p:cNvPr>
          <p:cNvSpPr txBox="1"/>
          <p:nvPr/>
        </p:nvSpPr>
        <p:spPr>
          <a:xfrm>
            <a:off x="11420577" y="132773"/>
            <a:ext cx="1395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Викладач</a:t>
            </a:r>
          </a:p>
        </p:txBody>
      </p:sp>
      <p:cxnSp>
        <p:nvCxnSpPr>
          <p:cNvPr id="341" name="Прямая соединительная линия 340">
            <a:extLst>
              <a:ext uri="{FF2B5EF4-FFF2-40B4-BE49-F238E27FC236}">
                <a16:creationId xmlns:a16="http://schemas.microsoft.com/office/drawing/2014/main" id="{10B88EDB-9664-4F15-9748-127C7A51609F}"/>
              </a:ext>
            </a:extLst>
          </p:cNvPr>
          <p:cNvCxnSpPr>
            <a:cxnSpLocks/>
          </p:cNvCxnSpPr>
          <p:nvPr/>
        </p:nvCxnSpPr>
        <p:spPr>
          <a:xfrm>
            <a:off x="11350008" y="502105"/>
            <a:ext cx="0" cy="1730004"/>
          </a:xfrm>
          <a:prstGeom prst="line">
            <a:avLst/>
          </a:prstGeom>
          <a:ln w="9525">
            <a:solidFill>
              <a:srgbClr val="C6D2F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0" name="TextBox 449">
            <a:extLst>
              <a:ext uri="{FF2B5EF4-FFF2-40B4-BE49-F238E27FC236}">
                <a16:creationId xmlns:a16="http://schemas.microsoft.com/office/drawing/2014/main" id="{E4490EC3-2F38-46BB-BDC8-341029721033}"/>
              </a:ext>
            </a:extLst>
          </p:cNvPr>
          <p:cNvSpPr txBox="1"/>
          <p:nvPr/>
        </p:nvSpPr>
        <p:spPr>
          <a:xfrm>
            <a:off x="1383824" y="4318455"/>
            <a:ext cx="636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Час</a:t>
            </a:r>
          </a:p>
        </p:txBody>
      </p:sp>
      <p:sp>
        <p:nvSpPr>
          <p:cNvPr id="456" name="TextBox 455">
            <a:extLst>
              <a:ext uri="{FF2B5EF4-FFF2-40B4-BE49-F238E27FC236}">
                <a16:creationId xmlns:a16="http://schemas.microsoft.com/office/drawing/2014/main" id="{711554F5-BB61-43D0-88BF-3BBA0C6896DA}"/>
              </a:ext>
            </a:extLst>
          </p:cNvPr>
          <p:cNvSpPr txBox="1"/>
          <p:nvPr/>
        </p:nvSpPr>
        <p:spPr>
          <a:xfrm>
            <a:off x="2530662" y="4318455"/>
            <a:ext cx="1298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Предмет</a:t>
            </a:r>
          </a:p>
        </p:txBody>
      </p:sp>
      <p:sp>
        <p:nvSpPr>
          <p:cNvPr id="457" name="TextBox 456">
            <a:extLst>
              <a:ext uri="{FF2B5EF4-FFF2-40B4-BE49-F238E27FC236}">
                <a16:creationId xmlns:a16="http://schemas.microsoft.com/office/drawing/2014/main" id="{B22B2F0B-A1D2-49F6-A6B1-AE6A62A890B1}"/>
              </a:ext>
            </a:extLst>
          </p:cNvPr>
          <p:cNvSpPr txBox="1"/>
          <p:nvPr/>
        </p:nvSpPr>
        <p:spPr>
          <a:xfrm>
            <a:off x="657006" y="4318455"/>
            <a:ext cx="88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Пара</a:t>
            </a:r>
          </a:p>
        </p:txBody>
      </p:sp>
      <p:sp>
        <p:nvSpPr>
          <p:cNvPr id="458" name="TextBox 457">
            <a:extLst>
              <a:ext uri="{FF2B5EF4-FFF2-40B4-BE49-F238E27FC236}">
                <a16:creationId xmlns:a16="http://schemas.microsoft.com/office/drawing/2014/main" id="{62A4D86E-A8BB-4A48-BC3A-56D9F3572324}"/>
              </a:ext>
            </a:extLst>
          </p:cNvPr>
          <p:cNvSpPr txBox="1"/>
          <p:nvPr/>
        </p:nvSpPr>
        <p:spPr>
          <a:xfrm>
            <a:off x="871522" y="4719371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1</a:t>
            </a:r>
          </a:p>
        </p:txBody>
      </p:sp>
      <p:sp>
        <p:nvSpPr>
          <p:cNvPr id="459" name="TextBox 458">
            <a:extLst>
              <a:ext uri="{FF2B5EF4-FFF2-40B4-BE49-F238E27FC236}">
                <a16:creationId xmlns:a16="http://schemas.microsoft.com/office/drawing/2014/main" id="{9F7A2DAF-7E33-43B7-A909-2C22FAA63314}"/>
              </a:ext>
            </a:extLst>
          </p:cNvPr>
          <p:cNvSpPr txBox="1"/>
          <p:nvPr/>
        </p:nvSpPr>
        <p:spPr>
          <a:xfrm>
            <a:off x="866760" y="5151872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2</a:t>
            </a:r>
          </a:p>
        </p:txBody>
      </p:sp>
      <p:sp>
        <p:nvSpPr>
          <p:cNvPr id="460" name="TextBox 459">
            <a:extLst>
              <a:ext uri="{FF2B5EF4-FFF2-40B4-BE49-F238E27FC236}">
                <a16:creationId xmlns:a16="http://schemas.microsoft.com/office/drawing/2014/main" id="{178728C0-A487-4921-A6B4-391FAD0B8C4C}"/>
              </a:ext>
            </a:extLst>
          </p:cNvPr>
          <p:cNvSpPr txBox="1"/>
          <p:nvPr/>
        </p:nvSpPr>
        <p:spPr>
          <a:xfrm>
            <a:off x="864379" y="5584373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3</a:t>
            </a: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0835964A-839D-4F23-A9C9-180EC3126A87}"/>
              </a:ext>
            </a:extLst>
          </p:cNvPr>
          <p:cNvSpPr txBox="1"/>
          <p:nvPr/>
        </p:nvSpPr>
        <p:spPr>
          <a:xfrm>
            <a:off x="864379" y="6016873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4</a:t>
            </a:r>
          </a:p>
        </p:txBody>
      </p:sp>
      <p:cxnSp>
        <p:nvCxnSpPr>
          <p:cNvPr id="462" name="Прямая соединительная линия 461">
            <a:extLst>
              <a:ext uri="{FF2B5EF4-FFF2-40B4-BE49-F238E27FC236}">
                <a16:creationId xmlns:a16="http://schemas.microsoft.com/office/drawing/2014/main" id="{594009A2-3E89-4FC1-BBC7-2EC49B6535B5}"/>
              </a:ext>
            </a:extLst>
          </p:cNvPr>
          <p:cNvCxnSpPr>
            <a:cxnSpLocks/>
          </p:cNvCxnSpPr>
          <p:nvPr/>
        </p:nvCxnSpPr>
        <p:spPr>
          <a:xfrm>
            <a:off x="1364774" y="4687787"/>
            <a:ext cx="0" cy="1730004"/>
          </a:xfrm>
          <a:prstGeom prst="line">
            <a:avLst/>
          </a:prstGeom>
          <a:ln w="9525">
            <a:solidFill>
              <a:srgbClr val="C6D2F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Прямая соединительная линия 462">
            <a:extLst>
              <a:ext uri="{FF2B5EF4-FFF2-40B4-BE49-F238E27FC236}">
                <a16:creationId xmlns:a16="http://schemas.microsoft.com/office/drawing/2014/main" id="{5F94808C-F8E6-49D8-9304-A9D0E80FCF0F}"/>
              </a:ext>
            </a:extLst>
          </p:cNvPr>
          <p:cNvCxnSpPr>
            <a:cxnSpLocks/>
          </p:cNvCxnSpPr>
          <p:nvPr/>
        </p:nvCxnSpPr>
        <p:spPr>
          <a:xfrm>
            <a:off x="2042918" y="4687787"/>
            <a:ext cx="0" cy="1730004"/>
          </a:xfrm>
          <a:prstGeom prst="line">
            <a:avLst/>
          </a:prstGeom>
          <a:ln w="9525">
            <a:solidFill>
              <a:srgbClr val="C6D2F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4" name="TextBox 463">
            <a:extLst>
              <a:ext uri="{FF2B5EF4-FFF2-40B4-BE49-F238E27FC236}">
                <a16:creationId xmlns:a16="http://schemas.microsoft.com/office/drawing/2014/main" id="{7BBB31CA-F1E3-4359-A1B5-615489E2906C}"/>
              </a:ext>
            </a:extLst>
          </p:cNvPr>
          <p:cNvSpPr txBox="1"/>
          <p:nvPr/>
        </p:nvSpPr>
        <p:spPr>
          <a:xfrm>
            <a:off x="1306212" y="4765539"/>
            <a:ext cx="7700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8.30-9.30</a:t>
            </a:r>
          </a:p>
        </p:txBody>
      </p:sp>
      <p:sp>
        <p:nvSpPr>
          <p:cNvPr id="465" name="TextBox 464">
            <a:extLst>
              <a:ext uri="{FF2B5EF4-FFF2-40B4-BE49-F238E27FC236}">
                <a16:creationId xmlns:a16="http://schemas.microsoft.com/office/drawing/2014/main" id="{827940A1-897B-49AF-8387-D79B7F9D2364}"/>
              </a:ext>
            </a:extLst>
          </p:cNvPr>
          <p:cNvSpPr txBox="1"/>
          <p:nvPr/>
        </p:nvSpPr>
        <p:spPr>
          <a:xfrm>
            <a:off x="1306212" y="5198040"/>
            <a:ext cx="7446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9.40-10.40</a:t>
            </a:r>
          </a:p>
        </p:txBody>
      </p:sp>
      <p:sp>
        <p:nvSpPr>
          <p:cNvPr id="466" name="TextBox 465">
            <a:extLst>
              <a:ext uri="{FF2B5EF4-FFF2-40B4-BE49-F238E27FC236}">
                <a16:creationId xmlns:a16="http://schemas.microsoft.com/office/drawing/2014/main" id="{4083D980-8708-4DFD-9F1E-FCEFA4DB06EA}"/>
              </a:ext>
            </a:extLst>
          </p:cNvPr>
          <p:cNvSpPr txBox="1"/>
          <p:nvPr/>
        </p:nvSpPr>
        <p:spPr>
          <a:xfrm>
            <a:off x="1306212" y="5630541"/>
            <a:ext cx="770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10.50-11.50</a:t>
            </a:r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8CA08DF5-829F-4E71-BC64-7A7B5019DAEE}"/>
              </a:ext>
            </a:extLst>
          </p:cNvPr>
          <p:cNvSpPr txBox="1"/>
          <p:nvPr/>
        </p:nvSpPr>
        <p:spPr>
          <a:xfrm>
            <a:off x="1306211" y="6063042"/>
            <a:ext cx="7914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12.00-13.00</a:t>
            </a:r>
          </a:p>
        </p:txBody>
      </p:sp>
      <p:sp>
        <p:nvSpPr>
          <p:cNvPr id="468" name="TextBox 467">
            <a:extLst>
              <a:ext uri="{FF2B5EF4-FFF2-40B4-BE49-F238E27FC236}">
                <a16:creationId xmlns:a16="http://schemas.microsoft.com/office/drawing/2014/main" id="{670ABA67-A75D-4A24-A724-7F4D197929E4}"/>
              </a:ext>
            </a:extLst>
          </p:cNvPr>
          <p:cNvSpPr txBox="1"/>
          <p:nvPr/>
        </p:nvSpPr>
        <p:spPr>
          <a:xfrm>
            <a:off x="4406629" y="4318455"/>
            <a:ext cx="1395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Викладач</a:t>
            </a:r>
          </a:p>
        </p:txBody>
      </p:sp>
      <p:cxnSp>
        <p:nvCxnSpPr>
          <p:cNvPr id="470" name="Прямая соединительная линия 469">
            <a:extLst>
              <a:ext uri="{FF2B5EF4-FFF2-40B4-BE49-F238E27FC236}">
                <a16:creationId xmlns:a16="http://schemas.microsoft.com/office/drawing/2014/main" id="{BD162EE4-E8E2-4C98-8E28-9B28971D0188}"/>
              </a:ext>
            </a:extLst>
          </p:cNvPr>
          <p:cNvCxnSpPr>
            <a:cxnSpLocks/>
          </p:cNvCxnSpPr>
          <p:nvPr/>
        </p:nvCxnSpPr>
        <p:spPr>
          <a:xfrm>
            <a:off x="4336060" y="4687787"/>
            <a:ext cx="0" cy="1730004"/>
          </a:xfrm>
          <a:prstGeom prst="line">
            <a:avLst/>
          </a:prstGeom>
          <a:ln w="9525">
            <a:solidFill>
              <a:srgbClr val="C6D2F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TextBox 197">
            <a:extLst>
              <a:ext uri="{FF2B5EF4-FFF2-40B4-BE49-F238E27FC236}">
                <a16:creationId xmlns:a16="http://schemas.microsoft.com/office/drawing/2014/main" id="{5EB795DE-B773-4222-BC98-E5100B377827}"/>
              </a:ext>
            </a:extLst>
          </p:cNvPr>
          <p:cNvSpPr txBox="1"/>
          <p:nvPr/>
        </p:nvSpPr>
        <p:spPr>
          <a:xfrm>
            <a:off x="2006386" y="2949823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Об’єктно-орієнтоване програм.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FB540DCD-C726-4A20-B1FF-B59270095AB4}"/>
              </a:ext>
            </a:extLst>
          </p:cNvPr>
          <p:cNvSpPr txBox="1"/>
          <p:nvPr/>
        </p:nvSpPr>
        <p:spPr>
          <a:xfrm>
            <a:off x="2006386" y="3297382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Іноземна мова (проф. спрям.)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1690750C-C2AD-450E-B6A7-0075E124A745}"/>
              </a:ext>
            </a:extLst>
          </p:cNvPr>
          <p:cNvSpPr txBox="1"/>
          <p:nvPr/>
        </p:nvSpPr>
        <p:spPr>
          <a:xfrm>
            <a:off x="4319983" y="3222250"/>
            <a:ext cx="1781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200" dirty="0">
                <a:latin typeface="Akrobat SemiBold" panose="00000700000000000000" pitchFamily="50" charset="-52"/>
              </a:rPr>
              <a:t>Підгр.1 Юрінова Я. В.</a:t>
            </a:r>
            <a:endParaRPr lang="ru-RU" sz="1200" dirty="0">
              <a:latin typeface="Akrobat SemiBold" panose="00000700000000000000" pitchFamily="50" charset="-52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D46460B9-58A8-4D84-9A33-4FBE0FBDBA0A}"/>
              </a:ext>
            </a:extLst>
          </p:cNvPr>
          <p:cNvSpPr txBox="1"/>
          <p:nvPr/>
        </p:nvSpPr>
        <p:spPr>
          <a:xfrm>
            <a:off x="4319983" y="3414039"/>
            <a:ext cx="1781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200" dirty="0">
                <a:latin typeface="Akrobat SemiBold" panose="00000700000000000000" pitchFamily="50" charset="-52"/>
              </a:rPr>
              <a:t>Підгр.2 Терещенко О. В.</a:t>
            </a:r>
            <a:endParaRPr lang="ru-RU" sz="1200" dirty="0">
              <a:latin typeface="Akrobat SemiBold" panose="00000700000000000000" pitchFamily="50" charset="-52"/>
            </a:endParaRP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C3A6A95A-B633-4B9B-B940-871DED8CDCD3}"/>
              </a:ext>
            </a:extLst>
          </p:cNvPr>
          <p:cNvSpPr txBox="1"/>
          <p:nvPr/>
        </p:nvSpPr>
        <p:spPr>
          <a:xfrm>
            <a:off x="2006386" y="3635531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Фізична культура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F0855DD5-0FF2-4B0D-B2B9-70FE63F7F06E}"/>
              </a:ext>
            </a:extLst>
          </p:cNvPr>
          <p:cNvSpPr txBox="1"/>
          <p:nvPr/>
        </p:nvSpPr>
        <p:spPr>
          <a:xfrm>
            <a:off x="4309286" y="3635531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Івченко О. В.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66DE07AA-5906-4B74-9CE1-471D1D9634FE}"/>
              </a:ext>
            </a:extLst>
          </p:cNvPr>
          <p:cNvGrpSpPr/>
          <p:nvPr/>
        </p:nvGrpSpPr>
        <p:grpSpPr>
          <a:xfrm>
            <a:off x="6847794" y="3283624"/>
            <a:ext cx="149727" cy="622223"/>
            <a:chOff x="5755219" y="3156027"/>
            <a:chExt cx="149727" cy="622223"/>
          </a:xfrm>
        </p:grpSpPr>
        <p:sp>
          <p:nvSpPr>
            <p:cNvPr id="4" name="Прямоугольник: скругленные углы 3">
              <a:extLst>
                <a:ext uri="{FF2B5EF4-FFF2-40B4-BE49-F238E27FC236}">
                  <a16:creationId xmlns:a16="http://schemas.microsoft.com/office/drawing/2014/main" id="{9300EAE1-A31E-4A4C-9C29-13997E304453}"/>
                </a:ext>
              </a:extLst>
            </p:cNvPr>
            <p:cNvSpPr/>
            <p:nvPr/>
          </p:nvSpPr>
          <p:spPr>
            <a:xfrm>
              <a:off x="5760338" y="3156027"/>
              <a:ext cx="144608" cy="622223"/>
            </a:xfrm>
            <a:prstGeom prst="roundRect">
              <a:avLst>
                <a:gd name="adj" fmla="val 50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6" name="TextBox 495">
              <a:extLst>
                <a:ext uri="{FF2B5EF4-FFF2-40B4-BE49-F238E27FC236}">
                  <a16:creationId xmlns:a16="http://schemas.microsoft.com/office/drawing/2014/main" id="{3A24192F-5BF8-4906-9115-9956050EB08D}"/>
                </a:ext>
              </a:extLst>
            </p:cNvPr>
            <p:cNvSpPr txBox="1"/>
            <p:nvPr/>
          </p:nvSpPr>
          <p:spPr>
            <a:xfrm>
              <a:off x="5755219" y="3162025"/>
              <a:ext cx="5774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3200" dirty="0">
                  <a:solidFill>
                    <a:schemeClr val="bg1"/>
                  </a:solidFill>
                  <a:latin typeface="Akrobat SemiBold" panose="00000700000000000000" pitchFamily="50" charset="-52"/>
                </a:rPr>
                <a:t>!</a:t>
              </a:r>
              <a:endParaRPr lang="ru-RU" sz="3200" dirty="0">
                <a:solidFill>
                  <a:schemeClr val="bg1"/>
                </a:solidFill>
                <a:latin typeface="Akrobat SemiBold" panose="00000700000000000000" pitchFamily="50" charset="-52"/>
              </a:endParaRPr>
            </a:p>
          </p:txBody>
        </p:sp>
      </p:grpSp>
      <p:cxnSp>
        <p:nvCxnSpPr>
          <p:cNvPr id="219" name="Прямая соединительная линия 218">
            <a:extLst>
              <a:ext uri="{FF2B5EF4-FFF2-40B4-BE49-F238E27FC236}">
                <a16:creationId xmlns:a16="http://schemas.microsoft.com/office/drawing/2014/main" id="{1F607DD6-92E6-4DD3-8D00-47DD6AA13EE4}"/>
              </a:ext>
            </a:extLst>
          </p:cNvPr>
          <p:cNvCxnSpPr>
            <a:cxnSpLocks/>
          </p:cNvCxnSpPr>
          <p:nvPr/>
        </p:nvCxnSpPr>
        <p:spPr>
          <a:xfrm>
            <a:off x="2076254" y="3283623"/>
            <a:ext cx="4788000" cy="0"/>
          </a:xfrm>
          <a:prstGeom prst="line">
            <a:avLst/>
          </a:prstGeom>
          <a:ln w="28575" cap="rnd">
            <a:gradFill flip="none" rotWithShape="1">
              <a:gsLst>
                <a:gs pos="0">
                  <a:srgbClr val="ECEFF4"/>
                </a:gs>
                <a:gs pos="50000">
                  <a:srgbClr val="8BA4F5"/>
                </a:gs>
                <a:gs pos="10000">
                  <a:srgbClr val="8BA4F5"/>
                </a:gs>
                <a:gs pos="90000">
                  <a:srgbClr val="8BA4F5"/>
                </a:gs>
                <a:gs pos="100000">
                  <a:srgbClr val="ECEFF4"/>
                </a:gs>
              </a:gsLst>
              <a:lin ang="0" scaled="1"/>
              <a:tileRect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Прямая соединительная линия 219">
            <a:extLst>
              <a:ext uri="{FF2B5EF4-FFF2-40B4-BE49-F238E27FC236}">
                <a16:creationId xmlns:a16="http://schemas.microsoft.com/office/drawing/2014/main" id="{BA911BB7-5F20-455E-94B5-261C20BB24DD}"/>
              </a:ext>
            </a:extLst>
          </p:cNvPr>
          <p:cNvCxnSpPr>
            <a:cxnSpLocks/>
          </p:cNvCxnSpPr>
          <p:nvPr/>
        </p:nvCxnSpPr>
        <p:spPr>
          <a:xfrm>
            <a:off x="2076254" y="3905846"/>
            <a:ext cx="4788000" cy="0"/>
          </a:xfrm>
          <a:prstGeom prst="line">
            <a:avLst/>
          </a:prstGeom>
          <a:ln w="28575" cap="rnd">
            <a:gradFill flip="none" rotWithShape="1">
              <a:gsLst>
                <a:gs pos="0">
                  <a:srgbClr val="ECEFF4"/>
                </a:gs>
                <a:gs pos="50000">
                  <a:srgbClr val="8BA4F5"/>
                </a:gs>
                <a:gs pos="10000">
                  <a:srgbClr val="8BA4F5"/>
                </a:gs>
                <a:gs pos="90000">
                  <a:srgbClr val="8BA4F5"/>
                </a:gs>
                <a:gs pos="100000">
                  <a:srgbClr val="ECEFF4"/>
                </a:gs>
              </a:gsLst>
              <a:lin ang="0" scaled="1"/>
              <a:tileRect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TextBox 220">
            <a:extLst>
              <a:ext uri="{FF2B5EF4-FFF2-40B4-BE49-F238E27FC236}">
                <a16:creationId xmlns:a16="http://schemas.microsoft.com/office/drawing/2014/main" id="{01CAEF47-F280-432A-BC44-9CF6AC2252DB}"/>
              </a:ext>
            </a:extLst>
          </p:cNvPr>
          <p:cNvSpPr txBox="1"/>
          <p:nvPr/>
        </p:nvSpPr>
        <p:spPr>
          <a:xfrm>
            <a:off x="7883652" y="528512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A3C5517A-6769-48B4-A818-CE1A146635F3}"/>
              </a:ext>
            </a:extLst>
          </p:cNvPr>
          <p:cNvSpPr txBox="1"/>
          <p:nvPr/>
        </p:nvSpPr>
        <p:spPr>
          <a:xfrm>
            <a:off x="7878890" y="961013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2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7271F8E5-D771-43A1-8396-BE47AC7B082D}"/>
              </a:ext>
            </a:extLst>
          </p:cNvPr>
          <p:cNvSpPr txBox="1"/>
          <p:nvPr/>
        </p:nvSpPr>
        <p:spPr>
          <a:xfrm>
            <a:off x="7876509" y="1393514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3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4E749D16-C54F-4B1A-A5A6-421B01065769}"/>
              </a:ext>
            </a:extLst>
          </p:cNvPr>
          <p:cNvSpPr txBox="1"/>
          <p:nvPr/>
        </p:nvSpPr>
        <p:spPr>
          <a:xfrm>
            <a:off x="7876509" y="1826014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4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6C9C7031-23F7-4579-B163-615381715B40}"/>
              </a:ext>
            </a:extLst>
          </p:cNvPr>
          <p:cNvSpPr txBox="1"/>
          <p:nvPr/>
        </p:nvSpPr>
        <p:spPr>
          <a:xfrm>
            <a:off x="8318342" y="574680"/>
            <a:ext cx="7700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8.30-9.30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69D15EA0-666F-437A-B5E0-E3B85C115869}"/>
              </a:ext>
            </a:extLst>
          </p:cNvPr>
          <p:cNvSpPr txBox="1"/>
          <p:nvPr/>
        </p:nvSpPr>
        <p:spPr>
          <a:xfrm>
            <a:off x="8318342" y="1007181"/>
            <a:ext cx="7446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9.40-10.40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F727CD2A-0238-4D1D-AABB-4001E29B57AF}"/>
              </a:ext>
            </a:extLst>
          </p:cNvPr>
          <p:cNvSpPr txBox="1"/>
          <p:nvPr/>
        </p:nvSpPr>
        <p:spPr>
          <a:xfrm>
            <a:off x="8318342" y="1439682"/>
            <a:ext cx="770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10.50-11.50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CC4F2915-C01E-4520-8E58-8652DB27380D}"/>
              </a:ext>
            </a:extLst>
          </p:cNvPr>
          <p:cNvSpPr txBox="1"/>
          <p:nvPr/>
        </p:nvSpPr>
        <p:spPr>
          <a:xfrm>
            <a:off x="8318341" y="1872183"/>
            <a:ext cx="7914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12.00-13.00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49F2352F-0BDC-4E59-9C1F-A2B707966431}"/>
              </a:ext>
            </a:extLst>
          </p:cNvPr>
          <p:cNvSpPr txBox="1"/>
          <p:nvPr/>
        </p:nvSpPr>
        <p:spPr>
          <a:xfrm>
            <a:off x="7883652" y="2641715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1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29A4099C-EC5B-4764-A535-2C6488536726}"/>
              </a:ext>
            </a:extLst>
          </p:cNvPr>
          <p:cNvSpPr txBox="1"/>
          <p:nvPr/>
        </p:nvSpPr>
        <p:spPr>
          <a:xfrm>
            <a:off x="7878890" y="3074216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2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8E501ECC-67EC-47C0-AD21-6306614F0275}"/>
              </a:ext>
            </a:extLst>
          </p:cNvPr>
          <p:cNvSpPr txBox="1"/>
          <p:nvPr/>
        </p:nvSpPr>
        <p:spPr>
          <a:xfrm>
            <a:off x="7876509" y="3506717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3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F88A33BC-EEE2-4CCF-960A-F656C803004F}"/>
              </a:ext>
            </a:extLst>
          </p:cNvPr>
          <p:cNvSpPr txBox="1"/>
          <p:nvPr/>
        </p:nvSpPr>
        <p:spPr>
          <a:xfrm>
            <a:off x="7876509" y="3939217"/>
            <a:ext cx="3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SemiBold" panose="00000700000000000000" pitchFamily="2" charset="-52"/>
              </a:rPr>
              <a:t>4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0F7E38D4-0A0B-478C-ACE0-55E2E6C38A3A}"/>
              </a:ext>
            </a:extLst>
          </p:cNvPr>
          <p:cNvSpPr txBox="1"/>
          <p:nvPr/>
        </p:nvSpPr>
        <p:spPr>
          <a:xfrm>
            <a:off x="8318342" y="2687883"/>
            <a:ext cx="7700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8.30-9.30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83EE1E93-35AD-46D3-8036-2EA4D7541CEA}"/>
              </a:ext>
            </a:extLst>
          </p:cNvPr>
          <p:cNvSpPr txBox="1"/>
          <p:nvPr/>
        </p:nvSpPr>
        <p:spPr>
          <a:xfrm>
            <a:off x="8318342" y="3120384"/>
            <a:ext cx="7446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9.40-10.40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DC6B7F82-D3C0-4469-9CD4-2C12591BF72C}"/>
              </a:ext>
            </a:extLst>
          </p:cNvPr>
          <p:cNvSpPr txBox="1"/>
          <p:nvPr/>
        </p:nvSpPr>
        <p:spPr>
          <a:xfrm>
            <a:off x="8318342" y="3552885"/>
            <a:ext cx="770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10.50-11.50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4C614187-852D-482C-9769-AEBA40886A3C}"/>
              </a:ext>
            </a:extLst>
          </p:cNvPr>
          <p:cNvSpPr txBox="1"/>
          <p:nvPr/>
        </p:nvSpPr>
        <p:spPr>
          <a:xfrm>
            <a:off x="8318341" y="3985386"/>
            <a:ext cx="7914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krobat SemiBold" panose="00000700000000000000" pitchFamily="50" charset="-52"/>
              </a:rPr>
              <a:t>12.00-13.00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B3984DCF-892C-474B-A314-DA9D5C15D677}"/>
              </a:ext>
            </a:extLst>
          </p:cNvPr>
          <p:cNvSpPr txBox="1"/>
          <p:nvPr/>
        </p:nvSpPr>
        <p:spPr>
          <a:xfrm>
            <a:off x="4309286" y="6036071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Івченко О. В.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A33BD7F7-4074-4118-A2C8-294762EA5F78}"/>
              </a:ext>
            </a:extLst>
          </p:cNvPr>
          <p:cNvSpPr txBox="1"/>
          <p:nvPr/>
        </p:nvSpPr>
        <p:spPr>
          <a:xfrm>
            <a:off x="2006386" y="6036795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Фізична культура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1432206D-905D-444D-A9A1-A0F488FBAD47}"/>
              </a:ext>
            </a:extLst>
          </p:cNvPr>
          <p:cNvSpPr txBox="1"/>
          <p:nvPr/>
        </p:nvSpPr>
        <p:spPr>
          <a:xfrm>
            <a:off x="2006386" y="5614516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Об’єктно-орієнтоване програм.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285798E2-E037-40C6-81DE-AA1ACBE0AFBF}"/>
              </a:ext>
            </a:extLst>
          </p:cNvPr>
          <p:cNvSpPr txBox="1"/>
          <p:nvPr/>
        </p:nvSpPr>
        <p:spPr>
          <a:xfrm>
            <a:off x="4309286" y="5614516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Антоненко С. В.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8B01DADE-C1F5-49DA-B9A4-34FC49FFA34D}"/>
              </a:ext>
            </a:extLst>
          </p:cNvPr>
          <p:cNvSpPr txBox="1"/>
          <p:nvPr/>
        </p:nvSpPr>
        <p:spPr>
          <a:xfrm>
            <a:off x="9011416" y="868779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Сучасні технології </a:t>
            </a:r>
            <a:r>
              <a:rPr lang="en-US" sz="1400" dirty="0">
                <a:latin typeface="Akrobat SemiBold" panose="00000700000000000000" pitchFamily="50" charset="-52"/>
              </a:rPr>
              <a:t>internet-</a:t>
            </a:r>
            <a:r>
              <a:rPr lang="uk-UA" sz="1400" dirty="0">
                <a:latin typeface="Akrobat SemiBold" panose="00000700000000000000" pitchFamily="50" charset="-52"/>
              </a:rPr>
              <a:t>пр.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F44DE0D4-8C93-41FB-AB24-87E25287B172}"/>
              </a:ext>
            </a:extLst>
          </p:cNvPr>
          <p:cNvSpPr txBox="1"/>
          <p:nvPr/>
        </p:nvSpPr>
        <p:spPr>
          <a:xfrm>
            <a:off x="11319988" y="868779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Кобилянський А. С.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B1765B96-D42D-4A3E-8B59-6CB703F6196C}"/>
              </a:ext>
            </a:extLst>
          </p:cNvPr>
          <p:cNvSpPr txBox="1"/>
          <p:nvPr/>
        </p:nvSpPr>
        <p:spPr>
          <a:xfrm>
            <a:off x="9013774" y="1425761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Основи штучного інтелекту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BA6D0CF9-43E2-4D86-B0A3-47D6C1176D88}"/>
              </a:ext>
            </a:extLst>
          </p:cNvPr>
          <p:cNvSpPr txBox="1"/>
          <p:nvPr/>
        </p:nvSpPr>
        <p:spPr>
          <a:xfrm>
            <a:off x="11316674" y="1425761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Антоненко Ю. С.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290CB2CC-A00F-493D-936A-3260DD501203}"/>
              </a:ext>
            </a:extLst>
          </p:cNvPr>
          <p:cNvSpPr txBox="1"/>
          <p:nvPr/>
        </p:nvSpPr>
        <p:spPr>
          <a:xfrm>
            <a:off x="9013774" y="2667348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Бази даних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E2FFDA9B-19BA-4CEB-AE00-C7B80094F3AC}"/>
              </a:ext>
            </a:extLst>
          </p:cNvPr>
          <p:cNvSpPr txBox="1"/>
          <p:nvPr/>
        </p:nvSpPr>
        <p:spPr>
          <a:xfrm>
            <a:off x="11316674" y="2667348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 err="1">
                <a:latin typeface="Akrobat SemiBold" panose="00000700000000000000" pitchFamily="50" charset="-52"/>
              </a:rPr>
              <a:t>Рассовицька</a:t>
            </a:r>
            <a:r>
              <a:rPr lang="uk-UA" sz="1400" dirty="0">
                <a:latin typeface="Akrobat SemiBold" panose="00000700000000000000" pitchFamily="50" charset="-52"/>
              </a:rPr>
              <a:t> М. В.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EC20787B-AD2F-4EC1-8501-6C9EB223E693}"/>
              </a:ext>
            </a:extLst>
          </p:cNvPr>
          <p:cNvSpPr txBox="1"/>
          <p:nvPr/>
        </p:nvSpPr>
        <p:spPr>
          <a:xfrm>
            <a:off x="11316674" y="3091169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Бондарева Я. В.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AAFD1778-96C5-4D02-9B2A-6139D632EE3B}"/>
              </a:ext>
            </a:extLst>
          </p:cNvPr>
          <p:cNvSpPr txBox="1"/>
          <p:nvPr/>
        </p:nvSpPr>
        <p:spPr>
          <a:xfrm>
            <a:off x="9013774" y="3100602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Алгоритми та структури даних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C35BEA6C-E870-4FF6-AEE3-737C4DFD2B7E}"/>
              </a:ext>
            </a:extLst>
          </p:cNvPr>
          <p:cNvSpPr txBox="1"/>
          <p:nvPr/>
        </p:nvSpPr>
        <p:spPr>
          <a:xfrm>
            <a:off x="11316674" y="3535345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Антоненко С. В.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F66665C6-122B-435C-972F-000F8CD1277F}"/>
              </a:ext>
            </a:extLst>
          </p:cNvPr>
          <p:cNvSpPr txBox="1"/>
          <p:nvPr/>
        </p:nvSpPr>
        <p:spPr>
          <a:xfrm>
            <a:off x="9013774" y="3544778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Об’єктно-орієнтоване програм.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1AC2F270-2F79-4526-8EF1-D9066C1B5F09}"/>
              </a:ext>
            </a:extLst>
          </p:cNvPr>
          <p:cNvSpPr txBox="1"/>
          <p:nvPr/>
        </p:nvSpPr>
        <p:spPr>
          <a:xfrm>
            <a:off x="11316674" y="541729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Кобилянський А. С.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39EE7CE2-3268-4BC2-BE1A-744615A6926C}"/>
              </a:ext>
            </a:extLst>
          </p:cNvPr>
          <p:cNvSpPr txBox="1"/>
          <p:nvPr/>
        </p:nvSpPr>
        <p:spPr>
          <a:xfrm>
            <a:off x="9013774" y="551162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Сучасні технології </a:t>
            </a:r>
            <a:r>
              <a:rPr lang="en-US" sz="1400" dirty="0">
                <a:latin typeface="Akrobat SemiBold" panose="00000700000000000000" pitchFamily="50" charset="-52"/>
              </a:rPr>
              <a:t>internet-</a:t>
            </a:r>
            <a:r>
              <a:rPr lang="uk-UA" sz="1400" dirty="0">
                <a:latin typeface="Akrobat SemiBold" panose="00000700000000000000" pitchFamily="50" charset="-52"/>
              </a:rPr>
              <a:t>пр.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0B6E261-488B-414B-BDC9-0BFB032A61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10600" flipH="1">
            <a:off x="12021209" y="4970336"/>
            <a:ext cx="2063114" cy="206311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56958F2-A939-4829-A2EE-C9EEAD98D9A4}"/>
              </a:ext>
            </a:extLst>
          </p:cNvPr>
          <p:cNvSpPr txBox="1"/>
          <p:nvPr/>
        </p:nvSpPr>
        <p:spPr>
          <a:xfrm rot="21271610">
            <a:off x="8708360" y="4880207"/>
            <a:ext cx="486949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B2BED2"/>
                </a:solidFill>
                <a:latin typeface="Montserrat Black" panose="00000A00000000000000" pitchFamily="2" charset="-52"/>
              </a:rPr>
              <a:t>Have a nice weekend!</a:t>
            </a:r>
            <a:endParaRPr lang="ru-RU" sz="3200" dirty="0">
              <a:solidFill>
                <a:srgbClr val="B2BED2"/>
              </a:solidFill>
              <a:latin typeface="Montserrat Black" panose="00000A00000000000000" pitchFamily="2" charset="-52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4275C210-CA31-4BC6-A954-2B6F86FFAFC2}"/>
              </a:ext>
            </a:extLst>
          </p:cNvPr>
          <p:cNvSpPr txBox="1"/>
          <p:nvPr/>
        </p:nvSpPr>
        <p:spPr>
          <a:xfrm>
            <a:off x="4295151" y="541729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Рассовицька М. В.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B849DA7F-675D-4E94-8448-AEBA7A988099}"/>
              </a:ext>
            </a:extLst>
          </p:cNvPr>
          <p:cNvSpPr txBox="1"/>
          <p:nvPr/>
        </p:nvSpPr>
        <p:spPr>
          <a:xfrm>
            <a:off x="1992251" y="551162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Бази даних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AD67F6F2-8F02-44A7-BD06-E8AE8033CA48}"/>
              </a:ext>
            </a:extLst>
          </p:cNvPr>
          <p:cNvSpPr txBox="1"/>
          <p:nvPr/>
        </p:nvSpPr>
        <p:spPr>
          <a:xfrm>
            <a:off x="9011416" y="1110821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Основи штучного інтелекту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E69B55D7-F36F-41C1-B8EE-15EE2DD932AC}"/>
              </a:ext>
            </a:extLst>
          </p:cNvPr>
          <p:cNvSpPr txBox="1"/>
          <p:nvPr/>
        </p:nvSpPr>
        <p:spPr>
          <a:xfrm>
            <a:off x="11319988" y="1103608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Антоненко Ю. С.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59F2B3D8-0E6A-4CFE-8E90-05201EF93B3A}"/>
              </a:ext>
            </a:extLst>
          </p:cNvPr>
          <p:cNvGrpSpPr/>
          <p:nvPr/>
        </p:nvGrpSpPr>
        <p:grpSpPr>
          <a:xfrm>
            <a:off x="13815920" y="1663378"/>
            <a:ext cx="152108" cy="584775"/>
            <a:chOff x="11476040" y="1663377"/>
            <a:chExt cx="152108" cy="584775"/>
          </a:xfrm>
        </p:grpSpPr>
        <p:sp>
          <p:nvSpPr>
            <p:cNvPr id="202" name="Прямоугольник: скругленные углы 201">
              <a:extLst>
                <a:ext uri="{FF2B5EF4-FFF2-40B4-BE49-F238E27FC236}">
                  <a16:creationId xmlns:a16="http://schemas.microsoft.com/office/drawing/2014/main" id="{752ED175-95BD-477F-A117-D60E81EFB0B4}"/>
                </a:ext>
              </a:extLst>
            </p:cNvPr>
            <p:cNvSpPr/>
            <p:nvPr/>
          </p:nvSpPr>
          <p:spPr>
            <a:xfrm>
              <a:off x="11483540" y="1741452"/>
              <a:ext cx="144608" cy="447240"/>
            </a:xfrm>
            <a:prstGeom prst="roundRect">
              <a:avLst>
                <a:gd name="adj" fmla="val 50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A2E4FAE8-85DF-4FF1-B49C-854A9277EF93}"/>
                </a:ext>
              </a:extLst>
            </p:cNvPr>
            <p:cNvSpPr txBox="1"/>
            <p:nvPr/>
          </p:nvSpPr>
          <p:spPr>
            <a:xfrm>
              <a:off x="11476040" y="1663377"/>
              <a:ext cx="5774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3200" dirty="0">
                  <a:solidFill>
                    <a:schemeClr val="bg1"/>
                  </a:solidFill>
                  <a:latin typeface="Akrobat SemiBold" panose="00000700000000000000" pitchFamily="50" charset="-52"/>
                </a:rPr>
                <a:t>!</a:t>
              </a:r>
              <a:endParaRPr lang="ru-RU" sz="3200" dirty="0">
                <a:solidFill>
                  <a:schemeClr val="bg1"/>
                </a:solidFill>
                <a:latin typeface="Akrobat SemiBold" panose="00000700000000000000" pitchFamily="50" charset="-52"/>
              </a:endParaRPr>
            </a:p>
          </p:txBody>
        </p:sp>
      </p:grpSp>
      <p:cxnSp>
        <p:nvCxnSpPr>
          <p:cNvPr id="204" name="Прямая соединительная линия 203">
            <a:extLst>
              <a:ext uri="{FF2B5EF4-FFF2-40B4-BE49-F238E27FC236}">
                <a16:creationId xmlns:a16="http://schemas.microsoft.com/office/drawing/2014/main" id="{B5BA3409-2C48-4E32-B88E-AA69524FA22D}"/>
              </a:ext>
            </a:extLst>
          </p:cNvPr>
          <p:cNvCxnSpPr>
            <a:cxnSpLocks/>
          </p:cNvCxnSpPr>
          <p:nvPr/>
        </p:nvCxnSpPr>
        <p:spPr>
          <a:xfrm>
            <a:off x="9034080" y="1734925"/>
            <a:ext cx="4788000" cy="0"/>
          </a:xfrm>
          <a:prstGeom prst="line">
            <a:avLst/>
          </a:prstGeom>
          <a:ln w="28575" cap="rnd">
            <a:gradFill flip="none" rotWithShape="1">
              <a:gsLst>
                <a:gs pos="0">
                  <a:srgbClr val="ECEFF4"/>
                </a:gs>
                <a:gs pos="50000">
                  <a:srgbClr val="8BA4F5"/>
                </a:gs>
                <a:gs pos="10000">
                  <a:srgbClr val="8BA4F5"/>
                </a:gs>
                <a:gs pos="90000">
                  <a:srgbClr val="8BA4F5"/>
                </a:gs>
                <a:gs pos="100000">
                  <a:srgbClr val="ECEFF4"/>
                </a:gs>
              </a:gsLst>
              <a:lin ang="0" scaled="1"/>
              <a:tileRect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Прямая соединительная линия 204">
            <a:extLst>
              <a:ext uri="{FF2B5EF4-FFF2-40B4-BE49-F238E27FC236}">
                <a16:creationId xmlns:a16="http://schemas.microsoft.com/office/drawing/2014/main" id="{9D2FEDAB-98D3-483F-8703-C10C293BFA36}"/>
              </a:ext>
            </a:extLst>
          </p:cNvPr>
          <p:cNvCxnSpPr>
            <a:cxnSpLocks/>
          </p:cNvCxnSpPr>
          <p:nvPr/>
        </p:nvCxnSpPr>
        <p:spPr>
          <a:xfrm>
            <a:off x="9056866" y="2198500"/>
            <a:ext cx="4788000" cy="0"/>
          </a:xfrm>
          <a:prstGeom prst="line">
            <a:avLst/>
          </a:prstGeom>
          <a:ln w="28575" cap="rnd">
            <a:gradFill flip="none" rotWithShape="1">
              <a:gsLst>
                <a:gs pos="0">
                  <a:srgbClr val="ECEFF4"/>
                </a:gs>
                <a:gs pos="50000">
                  <a:srgbClr val="8BA4F5"/>
                </a:gs>
                <a:gs pos="10000">
                  <a:srgbClr val="8BA4F5"/>
                </a:gs>
                <a:gs pos="90000">
                  <a:srgbClr val="8BA4F5"/>
                </a:gs>
                <a:gs pos="100000">
                  <a:srgbClr val="ECEFF4"/>
                </a:gs>
              </a:gsLst>
              <a:lin ang="0" scaled="1"/>
              <a:tileRect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Группа 206">
            <a:extLst>
              <a:ext uri="{FF2B5EF4-FFF2-40B4-BE49-F238E27FC236}">
                <a16:creationId xmlns:a16="http://schemas.microsoft.com/office/drawing/2014/main" id="{0CCF6F5C-EE9F-412E-B003-11D8253DF229}"/>
              </a:ext>
            </a:extLst>
          </p:cNvPr>
          <p:cNvGrpSpPr/>
          <p:nvPr/>
        </p:nvGrpSpPr>
        <p:grpSpPr>
          <a:xfrm>
            <a:off x="13815920" y="844131"/>
            <a:ext cx="152108" cy="584775"/>
            <a:chOff x="11476040" y="1663377"/>
            <a:chExt cx="152108" cy="584775"/>
          </a:xfrm>
        </p:grpSpPr>
        <p:sp>
          <p:nvSpPr>
            <p:cNvPr id="210" name="Прямоугольник: скругленные углы 209">
              <a:extLst>
                <a:ext uri="{FF2B5EF4-FFF2-40B4-BE49-F238E27FC236}">
                  <a16:creationId xmlns:a16="http://schemas.microsoft.com/office/drawing/2014/main" id="{231ACACA-B5AB-42A2-8F0A-FD7D9419C9F9}"/>
                </a:ext>
              </a:extLst>
            </p:cNvPr>
            <p:cNvSpPr/>
            <p:nvPr/>
          </p:nvSpPr>
          <p:spPr>
            <a:xfrm>
              <a:off x="11483540" y="1741452"/>
              <a:ext cx="144608" cy="447240"/>
            </a:xfrm>
            <a:prstGeom prst="roundRect">
              <a:avLst>
                <a:gd name="adj" fmla="val 50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75DCCC23-852D-4F86-ACAD-94426AE9FCEC}"/>
                </a:ext>
              </a:extLst>
            </p:cNvPr>
            <p:cNvSpPr txBox="1"/>
            <p:nvPr/>
          </p:nvSpPr>
          <p:spPr>
            <a:xfrm>
              <a:off x="11476040" y="1663377"/>
              <a:ext cx="5774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3200" dirty="0">
                  <a:solidFill>
                    <a:schemeClr val="bg1"/>
                  </a:solidFill>
                  <a:latin typeface="Akrobat SemiBold" panose="00000700000000000000" pitchFamily="50" charset="-52"/>
                </a:rPr>
                <a:t>!</a:t>
              </a:r>
              <a:endParaRPr lang="ru-RU" sz="3200" dirty="0">
                <a:solidFill>
                  <a:schemeClr val="bg1"/>
                </a:solidFill>
                <a:latin typeface="Akrobat SemiBold" panose="00000700000000000000" pitchFamily="50" charset="-52"/>
              </a:endParaRPr>
            </a:p>
          </p:txBody>
        </p:sp>
      </p:grpSp>
      <p:cxnSp>
        <p:nvCxnSpPr>
          <p:cNvPr id="216" name="Прямая соединительная линия 215">
            <a:extLst>
              <a:ext uri="{FF2B5EF4-FFF2-40B4-BE49-F238E27FC236}">
                <a16:creationId xmlns:a16="http://schemas.microsoft.com/office/drawing/2014/main" id="{E0E4FF83-9845-4C80-9A69-CD0434FD7A47}"/>
              </a:ext>
            </a:extLst>
          </p:cNvPr>
          <p:cNvCxnSpPr>
            <a:cxnSpLocks/>
          </p:cNvCxnSpPr>
          <p:nvPr/>
        </p:nvCxnSpPr>
        <p:spPr>
          <a:xfrm>
            <a:off x="9034080" y="915678"/>
            <a:ext cx="4788000" cy="0"/>
          </a:xfrm>
          <a:prstGeom prst="line">
            <a:avLst/>
          </a:prstGeom>
          <a:ln w="28575" cap="rnd">
            <a:gradFill flip="none" rotWithShape="1">
              <a:gsLst>
                <a:gs pos="0">
                  <a:srgbClr val="ECEFF4"/>
                </a:gs>
                <a:gs pos="50000">
                  <a:srgbClr val="8BA4F5"/>
                </a:gs>
                <a:gs pos="10000">
                  <a:srgbClr val="8BA4F5"/>
                </a:gs>
                <a:gs pos="90000">
                  <a:srgbClr val="8BA4F5"/>
                </a:gs>
                <a:gs pos="100000">
                  <a:srgbClr val="ECEFF4"/>
                </a:gs>
              </a:gsLst>
              <a:lin ang="0" scaled="1"/>
              <a:tileRect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TextBox 246">
            <a:extLst>
              <a:ext uri="{FF2B5EF4-FFF2-40B4-BE49-F238E27FC236}">
                <a16:creationId xmlns:a16="http://schemas.microsoft.com/office/drawing/2014/main" id="{B0E4B473-0B39-41EE-9C28-516DF83648ED}"/>
              </a:ext>
            </a:extLst>
          </p:cNvPr>
          <p:cNvSpPr txBox="1"/>
          <p:nvPr/>
        </p:nvSpPr>
        <p:spPr>
          <a:xfrm>
            <a:off x="9011416" y="1697611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Бази даних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7DA5BFA9-7784-4AD1-B5AB-C23398B30472}"/>
              </a:ext>
            </a:extLst>
          </p:cNvPr>
          <p:cNvSpPr txBox="1"/>
          <p:nvPr/>
        </p:nvSpPr>
        <p:spPr>
          <a:xfrm>
            <a:off x="11319988" y="1697611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 err="1">
                <a:latin typeface="Akrobat SemiBold" panose="00000700000000000000" pitchFamily="50" charset="-52"/>
              </a:rPr>
              <a:t>Рассовицька</a:t>
            </a:r>
            <a:r>
              <a:rPr lang="uk-UA" sz="1400" dirty="0">
                <a:latin typeface="Akrobat SemiBold" panose="00000700000000000000" pitchFamily="50" charset="-52"/>
              </a:rPr>
              <a:t> М. В.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22EE3D9-86C7-402C-A5C4-CEB7A8DF7BC4}"/>
              </a:ext>
            </a:extLst>
          </p:cNvPr>
          <p:cNvSpPr txBox="1"/>
          <p:nvPr/>
        </p:nvSpPr>
        <p:spPr>
          <a:xfrm>
            <a:off x="9011416" y="1939653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Об’єктно-орієнтоване програм.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541B9281-AED8-4621-A87F-B3AB1C536060}"/>
              </a:ext>
            </a:extLst>
          </p:cNvPr>
          <p:cNvSpPr txBox="1"/>
          <p:nvPr/>
        </p:nvSpPr>
        <p:spPr>
          <a:xfrm>
            <a:off x="11319988" y="1932440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Антоненко С. В.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cxnSp>
        <p:nvCxnSpPr>
          <p:cNvPr id="217" name="Прямая соединительная линия 216">
            <a:extLst>
              <a:ext uri="{FF2B5EF4-FFF2-40B4-BE49-F238E27FC236}">
                <a16:creationId xmlns:a16="http://schemas.microsoft.com/office/drawing/2014/main" id="{56A7930D-71F8-4450-8AEA-FB54A871BF32}"/>
              </a:ext>
            </a:extLst>
          </p:cNvPr>
          <p:cNvCxnSpPr>
            <a:cxnSpLocks/>
          </p:cNvCxnSpPr>
          <p:nvPr/>
        </p:nvCxnSpPr>
        <p:spPr>
          <a:xfrm>
            <a:off x="9056866" y="1379253"/>
            <a:ext cx="4788000" cy="0"/>
          </a:xfrm>
          <a:prstGeom prst="line">
            <a:avLst/>
          </a:prstGeom>
          <a:ln w="28575" cap="rnd">
            <a:gradFill flip="none" rotWithShape="1">
              <a:gsLst>
                <a:gs pos="0">
                  <a:srgbClr val="ECEFF4"/>
                </a:gs>
                <a:gs pos="50000">
                  <a:srgbClr val="8BA4F5"/>
                </a:gs>
                <a:gs pos="10000">
                  <a:srgbClr val="8BA4F5"/>
                </a:gs>
                <a:gs pos="90000">
                  <a:srgbClr val="8BA4F5"/>
                </a:gs>
                <a:gs pos="100000">
                  <a:srgbClr val="ECEFF4"/>
                </a:gs>
              </a:gsLst>
              <a:lin ang="0" scaled="1"/>
              <a:tileRect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TextBox 250">
            <a:extLst>
              <a:ext uri="{FF2B5EF4-FFF2-40B4-BE49-F238E27FC236}">
                <a16:creationId xmlns:a16="http://schemas.microsoft.com/office/drawing/2014/main" id="{1A8AD6ED-238B-4073-A0FB-10B0AA9205A2}"/>
              </a:ext>
            </a:extLst>
          </p:cNvPr>
          <p:cNvSpPr txBox="1"/>
          <p:nvPr/>
        </p:nvSpPr>
        <p:spPr>
          <a:xfrm>
            <a:off x="2001747" y="2607033"/>
            <a:ext cx="24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Сучасні технології </a:t>
            </a:r>
            <a:r>
              <a:rPr lang="en-US" sz="1400" dirty="0">
                <a:latin typeface="Akrobat SemiBold" panose="00000700000000000000" pitchFamily="50" charset="-52"/>
              </a:rPr>
              <a:t>internet-</a:t>
            </a:r>
            <a:r>
              <a:rPr lang="uk-UA" sz="1400" dirty="0">
                <a:latin typeface="Akrobat SemiBold" panose="00000700000000000000" pitchFamily="50" charset="-52"/>
              </a:rPr>
              <a:t>пр.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4D8D7366-9156-443E-AB7F-F2B4FF40FAFC}"/>
              </a:ext>
            </a:extLst>
          </p:cNvPr>
          <p:cNvSpPr txBox="1"/>
          <p:nvPr/>
        </p:nvSpPr>
        <p:spPr>
          <a:xfrm>
            <a:off x="4304647" y="2607033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Кобилянський А. С.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59DAB62A-6750-49C5-97BF-5C320DC46A80}"/>
              </a:ext>
            </a:extLst>
          </p:cNvPr>
          <p:cNvSpPr txBox="1"/>
          <p:nvPr/>
        </p:nvSpPr>
        <p:spPr>
          <a:xfrm>
            <a:off x="5906432" y="127596"/>
            <a:ext cx="1395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>
                <a:latin typeface="Montserrat SemiBold" panose="00000700000000000000" pitchFamily="2" charset="-52"/>
              </a:rPr>
              <a:t>Кабінет</a:t>
            </a:r>
            <a:endParaRPr lang="ru-RU" dirty="0">
              <a:latin typeface="Montserrat SemiBold" panose="00000700000000000000" pitchFamily="2" charset="-52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626C1076-DB53-4072-90F1-EF7E04A33FF9}"/>
              </a:ext>
            </a:extLst>
          </p:cNvPr>
          <p:cNvSpPr txBox="1"/>
          <p:nvPr/>
        </p:nvSpPr>
        <p:spPr>
          <a:xfrm>
            <a:off x="12920380" y="132773"/>
            <a:ext cx="1395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latin typeface="Montserrat SemiBold" panose="00000700000000000000" pitchFamily="2" charset="-52"/>
              </a:rPr>
              <a:t>Кабінет</a:t>
            </a:r>
            <a:endParaRPr lang="ru-RU" dirty="0">
              <a:latin typeface="Montserrat SemiBold" panose="00000700000000000000" pitchFamily="2" charset="-52"/>
            </a:endParaRPr>
          </a:p>
        </p:txBody>
      </p:sp>
      <p:cxnSp>
        <p:nvCxnSpPr>
          <p:cNvPr id="175" name="Прямая соединительная линия 174">
            <a:extLst>
              <a:ext uri="{FF2B5EF4-FFF2-40B4-BE49-F238E27FC236}">
                <a16:creationId xmlns:a16="http://schemas.microsoft.com/office/drawing/2014/main" id="{F13EE0E6-7D72-4A59-857A-66FDE5F42817}"/>
              </a:ext>
            </a:extLst>
          </p:cNvPr>
          <p:cNvCxnSpPr>
            <a:cxnSpLocks/>
          </p:cNvCxnSpPr>
          <p:nvPr/>
        </p:nvCxnSpPr>
        <p:spPr>
          <a:xfrm>
            <a:off x="5961660" y="496928"/>
            <a:ext cx="0" cy="1730004"/>
          </a:xfrm>
          <a:prstGeom prst="line">
            <a:avLst/>
          </a:prstGeom>
          <a:ln w="9525">
            <a:solidFill>
              <a:srgbClr val="C6D2F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Прямая соединительная линия 176">
            <a:extLst>
              <a:ext uri="{FF2B5EF4-FFF2-40B4-BE49-F238E27FC236}">
                <a16:creationId xmlns:a16="http://schemas.microsoft.com/office/drawing/2014/main" id="{68D029D2-F145-4E8F-A2C5-BCAE5F1AC4A0}"/>
              </a:ext>
            </a:extLst>
          </p:cNvPr>
          <p:cNvCxnSpPr>
            <a:cxnSpLocks/>
          </p:cNvCxnSpPr>
          <p:nvPr/>
        </p:nvCxnSpPr>
        <p:spPr>
          <a:xfrm>
            <a:off x="5961660" y="2592358"/>
            <a:ext cx="0" cy="1730004"/>
          </a:xfrm>
          <a:prstGeom prst="line">
            <a:avLst/>
          </a:prstGeom>
          <a:ln w="9525">
            <a:solidFill>
              <a:srgbClr val="C6D2F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Прямая соединительная линия 178">
            <a:extLst>
              <a:ext uri="{FF2B5EF4-FFF2-40B4-BE49-F238E27FC236}">
                <a16:creationId xmlns:a16="http://schemas.microsoft.com/office/drawing/2014/main" id="{6209DE89-817F-48AF-9EDF-71DDEF0EF8F8}"/>
              </a:ext>
            </a:extLst>
          </p:cNvPr>
          <p:cNvCxnSpPr>
            <a:cxnSpLocks/>
          </p:cNvCxnSpPr>
          <p:nvPr/>
        </p:nvCxnSpPr>
        <p:spPr>
          <a:xfrm>
            <a:off x="12975608" y="2581167"/>
            <a:ext cx="0" cy="1730004"/>
          </a:xfrm>
          <a:prstGeom prst="line">
            <a:avLst/>
          </a:prstGeom>
          <a:ln w="9525">
            <a:solidFill>
              <a:srgbClr val="C6D2F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Прямая соединительная линия 179">
            <a:extLst>
              <a:ext uri="{FF2B5EF4-FFF2-40B4-BE49-F238E27FC236}">
                <a16:creationId xmlns:a16="http://schemas.microsoft.com/office/drawing/2014/main" id="{E4086FED-0403-471B-AEE4-AA54CF7EAECC}"/>
              </a:ext>
            </a:extLst>
          </p:cNvPr>
          <p:cNvCxnSpPr>
            <a:cxnSpLocks/>
          </p:cNvCxnSpPr>
          <p:nvPr/>
        </p:nvCxnSpPr>
        <p:spPr>
          <a:xfrm>
            <a:off x="12975608" y="502105"/>
            <a:ext cx="0" cy="1730004"/>
          </a:xfrm>
          <a:prstGeom prst="line">
            <a:avLst/>
          </a:prstGeom>
          <a:ln w="9525">
            <a:solidFill>
              <a:srgbClr val="C6D2F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Прямая соединительная линия 180">
            <a:extLst>
              <a:ext uri="{FF2B5EF4-FFF2-40B4-BE49-F238E27FC236}">
                <a16:creationId xmlns:a16="http://schemas.microsoft.com/office/drawing/2014/main" id="{D580EECE-7FFD-4B8E-9903-0CEB208386A3}"/>
              </a:ext>
            </a:extLst>
          </p:cNvPr>
          <p:cNvCxnSpPr>
            <a:cxnSpLocks/>
          </p:cNvCxnSpPr>
          <p:nvPr/>
        </p:nvCxnSpPr>
        <p:spPr>
          <a:xfrm>
            <a:off x="5961660" y="4687787"/>
            <a:ext cx="0" cy="1730004"/>
          </a:xfrm>
          <a:prstGeom prst="line">
            <a:avLst/>
          </a:prstGeom>
          <a:ln w="9525">
            <a:solidFill>
              <a:srgbClr val="C6D2F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8BAC01C9-22A7-4A2B-82F1-D1276EB0E92E}"/>
              </a:ext>
            </a:extLst>
          </p:cNvPr>
          <p:cNvSpPr txBox="1"/>
          <p:nvPr/>
        </p:nvSpPr>
        <p:spPr>
          <a:xfrm>
            <a:off x="6095631" y="1425761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krobat SemiBold" panose="00000700000000000000" pitchFamily="50" charset="-52"/>
              </a:rPr>
              <a:t>1</a:t>
            </a:r>
            <a:r>
              <a:rPr lang="uk-UA" sz="1400" dirty="0">
                <a:latin typeface="Akrobat SemiBold" panose="00000700000000000000" pitchFamily="50" charset="-52"/>
              </a:rPr>
              <a:t>,</a:t>
            </a:r>
            <a:r>
              <a:rPr lang="en-US" sz="1400" dirty="0">
                <a:latin typeface="Akrobat SemiBold" panose="00000700000000000000" pitchFamily="50" charset="-52"/>
              </a:rPr>
              <a:t>     222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F049E209-677A-4139-892D-3B4C0C52AD9C}"/>
              </a:ext>
            </a:extLst>
          </p:cNvPr>
          <p:cNvSpPr txBox="1"/>
          <p:nvPr/>
        </p:nvSpPr>
        <p:spPr>
          <a:xfrm>
            <a:off x="6095631" y="2940390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krobat SemiBold" panose="00000700000000000000" pitchFamily="50" charset="-52"/>
              </a:rPr>
              <a:t>2</a:t>
            </a:r>
            <a:r>
              <a:rPr lang="uk-UA" sz="1400" dirty="0">
                <a:latin typeface="Akrobat SemiBold" panose="00000700000000000000" pitchFamily="50" charset="-52"/>
              </a:rPr>
              <a:t>,</a:t>
            </a:r>
            <a:r>
              <a:rPr lang="en-US" sz="1400" dirty="0">
                <a:latin typeface="Akrobat SemiBold" panose="00000700000000000000" pitchFamily="50" charset="-52"/>
              </a:rPr>
              <a:t>     415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495E7FE3-330B-4574-ABA7-5A94DD32BD37}"/>
              </a:ext>
            </a:extLst>
          </p:cNvPr>
          <p:cNvSpPr txBox="1"/>
          <p:nvPr/>
        </p:nvSpPr>
        <p:spPr>
          <a:xfrm>
            <a:off x="6106328" y="921745"/>
            <a:ext cx="1781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krobat SemiBold" panose="00000700000000000000" pitchFamily="50" charset="-52"/>
              </a:rPr>
              <a:t>2</a:t>
            </a:r>
            <a:r>
              <a:rPr lang="uk-UA" sz="1200" dirty="0">
                <a:latin typeface="Akrobat SemiBold" panose="00000700000000000000" pitchFamily="50" charset="-52"/>
              </a:rPr>
              <a:t>,</a:t>
            </a:r>
            <a:r>
              <a:rPr lang="en-US" sz="1200" dirty="0">
                <a:latin typeface="Akrobat SemiBold" panose="00000700000000000000" pitchFamily="50" charset="-52"/>
              </a:rPr>
              <a:t>     313</a:t>
            </a:r>
            <a:r>
              <a:rPr lang="uk-UA" sz="1200" dirty="0">
                <a:latin typeface="Akrobat SemiBold" panose="00000700000000000000" pitchFamily="50" charset="-52"/>
              </a:rPr>
              <a:t> </a:t>
            </a:r>
            <a:endParaRPr lang="ru-RU" sz="1200" dirty="0">
              <a:latin typeface="Akrobat SemiBold" panose="00000700000000000000" pitchFamily="50" charset="-52"/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C14E2762-E9EC-4C2D-8159-C3CEACA5FBCC}"/>
              </a:ext>
            </a:extLst>
          </p:cNvPr>
          <p:cNvSpPr txBox="1"/>
          <p:nvPr/>
        </p:nvSpPr>
        <p:spPr>
          <a:xfrm>
            <a:off x="6106328" y="1113534"/>
            <a:ext cx="1781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krobat SemiBold" panose="00000700000000000000" pitchFamily="50" charset="-52"/>
              </a:rPr>
              <a:t>2</a:t>
            </a:r>
            <a:r>
              <a:rPr lang="uk-UA" sz="1200" dirty="0">
                <a:latin typeface="Akrobat SemiBold" panose="00000700000000000000" pitchFamily="50" charset="-52"/>
              </a:rPr>
              <a:t>,</a:t>
            </a:r>
            <a:r>
              <a:rPr lang="en-US" sz="1200" dirty="0">
                <a:latin typeface="Akrobat SemiBold" panose="00000700000000000000" pitchFamily="50" charset="-52"/>
              </a:rPr>
              <a:t>     313a</a:t>
            </a:r>
            <a:r>
              <a:rPr lang="uk-UA" sz="1200" dirty="0">
                <a:latin typeface="Akrobat SemiBold" panose="00000700000000000000" pitchFamily="50" charset="-52"/>
              </a:rPr>
              <a:t> </a:t>
            </a:r>
            <a:endParaRPr lang="ru-RU" sz="1200" dirty="0">
              <a:latin typeface="Akrobat SemiBold" panose="00000700000000000000" pitchFamily="50" charset="-52"/>
            </a:endParaRP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6E97BC7A-BE80-49E1-98A7-3D3AB611E9BD}"/>
              </a:ext>
            </a:extLst>
          </p:cNvPr>
          <p:cNvSpPr txBox="1"/>
          <p:nvPr/>
        </p:nvSpPr>
        <p:spPr>
          <a:xfrm>
            <a:off x="6106328" y="3222250"/>
            <a:ext cx="1781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krobat SemiBold" panose="00000700000000000000" pitchFamily="50" charset="-52"/>
              </a:rPr>
              <a:t>2</a:t>
            </a:r>
            <a:r>
              <a:rPr lang="uk-UA" sz="1200" dirty="0">
                <a:latin typeface="Akrobat SemiBold" panose="00000700000000000000" pitchFamily="50" charset="-52"/>
              </a:rPr>
              <a:t>,</a:t>
            </a:r>
            <a:r>
              <a:rPr lang="en-US" sz="1200" dirty="0">
                <a:latin typeface="Akrobat SemiBold" panose="00000700000000000000" pitchFamily="50" charset="-52"/>
              </a:rPr>
              <a:t>     313</a:t>
            </a:r>
            <a:r>
              <a:rPr lang="uk-UA" sz="1200" dirty="0">
                <a:latin typeface="Akrobat SemiBold" panose="00000700000000000000" pitchFamily="50" charset="-52"/>
              </a:rPr>
              <a:t> </a:t>
            </a:r>
            <a:endParaRPr lang="ru-RU" sz="1200" dirty="0">
              <a:latin typeface="Akrobat SemiBold" panose="00000700000000000000" pitchFamily="50" charset="-52"/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6F7766E0-50FF-41AE-80D2-3DA0422FC8F1}"/>
              </a:ext>
            </a:extLst>
          </p:cNvPr>
          <p:cNvSpPr txBox="1"/>
          <p:nvPr/>
        </p:nvSpPr>
        <p:spPr>
          <a:xfrm>
            <a:off x="6106328" y="3414039"/>
            <a:ext cx="1781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krobat SemiBold" panose="00000700000000000000" pitchFamily="50" charset="-52"/>
              </a:rPr>
              <a:t>2</a:t>
            </a:r>
            <a:r>
              <a:rPr lang="uk-UA" sz="1200" dirty="0">
                <a:latin typeface="Akrobat SemiBold" panose="00000700000000000000" pitchFamily="50" charset="-52"/>
              </a:rPr>
              <a:t>,</a:t>
            </a:r>
            <a:r>
              <a:rPr lang="en-US" sz="1200" dirty="0">
                <a:latin typeface="Akrobat SemiBold" panose="00000700000000000000" pitchFamily="50" charset="-52"/>
              </a:rPr>
              <a:t>     313a</a:t>
            </a:r>
            <a:r>
              <a:rPr lang="uk-UA" sz="1200" dirty="0">
                <a:latin typeface="Akrobat SemiBold" panose="00000700000000000000" pitchFamily="50" charset="-52"/>
              </a:rPr>
              <a:t> </a:t>
            </a:r>
            <a:endParaRPr lang="ru-RU" sz="1200" dirty="0">
              <a:latin typeface="Akrobat SemiBold" panose="00000700000000000000" pitchFamily="50" charset="-52"/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06D3033-149D-4672-9057-D2E073C2B5D9}"/>
              </a:ext>
            </a:extLst>
          </p:cNvPr>
          <p:cNvSpPr txBox="1"/>
          <p:nvPr/>
        </p:nvSpPr>
        <p:spPr>
          <a:xfrm>
            <a:off x="6095631" y="3635531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1 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2F6A367B-EABA-4889-95F2-EBF0A1F3F09C}"/>
              </a:ext>
            </a:extLst>
          </p:cNvPr>
          <p:cNvSpPr txBox="1"/>
          <p:nvPr/>
        </p:nvSpPr>
        <p:spPr>
          <a:xfrm>
            <a:off x="6095631" y="6036071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latin typeface="Akrobat SemiBold" panose="00000700000000000000" pitchFamily="50" charset="-52"/>
              </a:rPr>
              <a:t>1 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C2949729-545E-4C76-A2E4-51E62DE0BC32}"/>
              </a:ext>
            </a:extLst>
          </p:cNvPr>
          <p:cNvSpPr txBox="1"/>
          <p:nvPr/>
        </p:nvSpPr>
        <p:spPr>
          <a:xfrm>
            <a:off x="6095631" y="5614516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krobat SemiBold" panose="00000700000000000000" pitchFamily="50" charset="-52"/>
              </a:rPr>
              <a:t>2</a:t>
            </a:r>
            <a:r>
              <a:rPr lang="uk-UA" sz="1400" dirty="0">
                <a:latin typeface="Akrobat SemiBold" panose="00000700000000000000" pitchFamily="50" charset="-52"/>
              </a:rPr>
              <a:t>,</a:t>
            </a:r>
            <a:r>
              <a:rPr lang="en-US" sz="1400" dirty="0">
                <a:latin typeface="Akrobat SemiBold" panose="00000700000000000000" pitchFamily="50" charset="-52"/>
              </a:rPr>
              <a:t>     415</a:t>
            </a:r>
            <a:r>
              <a:rPr lang="uk-UA" sz="1400" dirty="0">
                <a:latin typeface="Akrobat SemiBold" panose="00000700000000000000" pitchFamily="50" charset="-52"/>
              </a:rPr>
              <a:t> 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C6595933-968D-46B3-A243-6226E4F7655A}"/>
              </a:ext>
            </a:extLst>
          </p:cNvPr>
          <p:cNvSpPr txBox="1"/>
          <p:nvPr/>
        </p:nvSpPr>
        <p:spPr>
          <a:xfrm>
            <a:off x="13106333" y="868779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krobat SemiBold" panose="00000700000000000000" pitchFamily="50" charset="-52"/>
              </a:rPr>
              <a:t>1</a:t>
            </a:r>
            <a:r>
              <a:rPr lang="uk-UA" sz="1400" dirty="0">
                <a:latin typeface="Akrobat SemiBold" panose="00000700000000000000" pitchFamily="50" charset="-52"/>
              </a:rPr>
              <a:t>,</a:t>
            </a:r>
            <a:r>
              <a:rPr lang="en-US" sz="1400" dirty="0">
                <a:latin typeface="Akrobat SemiBold" panose="00000700000000000000" pitchFamily="50" charset="-52"/>
              </a:rPr>
              <a:t>     222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6CEBA8FC-9FCD-47DC-AC66-38F512EC551B}"/>
              </a:ext>
            </a:extLst>
          </p:cNvPr>
          <p:cNvSpPr txBox="1"/>
          <p:nvPr/>
        </p:nvSpPr>
        <p:spPr>
          <a:xfrm>
            <a:off x="13103019" y="1425761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krobat SemiBold" panose="00000700000000000000" pitchFamily="50" charset="-52"/>
              </a:rPr>
              <a:t>1</a:t>
            </a:r>
            <a:r>
              <a:rPr lang="uk-UA" sz="1400" dirty="0">
                <a:latin typeface="Akrobat SemiBold" panose="00000700000000000000" pitchFamily="50" charset="-52"/>
              </a:rPr>
              <a:t>,</a:t>
            </a:r>
            <a:r>
              <a:rPr lang="en-US" sz="1400" dirty="0">
                <a:latin typeface="Akrobat SemiBold" panose="00000700000000000000" pitchFamily="50" charset="-52"/>
              </a:rPr>
              <a:t>     222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C719669A-E83D-4885-8020-803249AA4EA5}"/>
              </a:ext>
            </a:extLst>
          </p:cNvPr>
          <p:cNvSpPr txBox="1"/>
          <p:nvPr/>
        </p:nvSpPr>
        <p:spPr>
          <a:xfrm>
            <a:off x="13103019" y="2667348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krobat SemiBold" panose="00000700000000000000" pitchFamily="50" charset="-52"/>
              </a:rPr>
              <a:t>1</a:t>
            </a:r>
            <a:r>
              <a:rPr lang="uk-UA" sz="1400" dirty="0">
                <a:latin typeface="Akrobat SemiBold" panose="00000700000000000000" pitchFamily="50" charset="-52"/>
              </a:rPr>
              <a:t>,</a:t>
            </a:r>
            <a:r>
              <a:rPr lang="en-US" sz="1400" dirty="0">
                <a:latin typeface="Akrobat SemiBold" panose="00000700000000000000" pitchFamily="50" charset="-52"/>
              </a:rPr>
              <a:t>     307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F5A71B03-DCB8-49E4-9B36-BDC24D6BE837}"/>
              </a:ext>
            </a:extLst>
          </p:cNvPr>
          <p:cNvSpPr txBox="1"/>
          <p:nvPr/>
        </p:nvSpPr>
        <p:spPr>
          <a:xfrm>
            <a:off x="13103019" y="3091169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krobat SemiBold" panose="00000700000000000000" pitchFamily="50" charset="-52"/>
              </a:rPr>
              <a:t>2</a:t>
            </a:r>
            <a:r>
              <a:rPr lang="uk-UA" sz="1400" dirty="0">
                <a:latin typeface="Akrobat SemiBold" panose="00000700000000000000" pitchFamily="50" charset="-52"/>
              </a:rPr>
              <a:t>,</a:t>
            </a:r>
            <a:r>
              <a:rPr lang="en-US" sz="1400" dirty="0">
                <a:latin typeface="Akrobat SemiBold" panose="00000700000000000000" pitchFamily="50" charset="-52"/>
              </a:rPr>
              <a:t>     406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618F9272-F6C5-40C8-910D-DB35892FCFB8}"/>
              </a:ext>
            </a:extLst>
          </p:cNvPr>
          <p:cNvSpPr txBox="1"/>
          <p:nvPr/>
        </p:nvSpPr>
        <p:spPr>
          <a:xfrm>
            <a:off x="13103019" y="3535345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krobat SemiBold" panose="00000700000000000000" pitchFamily="50" charset="-52"/>
              </a:rPr>
              <a:t>2</a:t>
            </a:r>
            <a:r>
              <a:rPr lang="uk-UA" sz="1400" dirty="0">
                <a:latin typeface="Akrobat SemiBold" panose="00000700000000000000" pitchFamily="50" charset="-52"/>
              </a:rPr>
              <a:t>,</a:t>
            </a:r>
            <a:r>
              <a:rPr lang="en-US" sz="1400" dirty="0">
                <a:latin typeface="Akrobat SemiBold" panose="00000700000000000000" pitchFamily="50" charset="-52"/>
              </a:rPr>
              <a:t>     415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58FD8F8B-958A-4740-A1DA-796043250B50}"/>
              </a:ext>
            </a:extLst>
          </p:cNvPr>
          <p:cNvSpPr txBox="1"/>
          <p:nvPr/>
        </p:nvSpPr>
        <p:spPr>
          <a:xfrm>
            <a:off x="13103019" y="541729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krobat SemiBold" panose="00000700000000000000" pitchFamily="50" charset="-52"/>
              </a:rPr>
              <a:t>1</a:t>
            </a:r>
            <a:r>
              <a:rPr lang="uk-UA" sz="1400" dirty="0">
                <a:latin typeface="Akrobat SemiBold" panose="00000700000000000000" pitchFamily="50" charset="-52"/>
              </a:rPr>
              <a:t>,</a:t>
            </a:r>
            <a:r>
              <a:rPr lang="en-US" sz="1400" dirty="0">
                <a:latin typeface="Akrobat SemiBold" panose="00000700000000000000" pitchFamily="50" charset="-52"/>
              </a:rPr>
              <a:t>     222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8198DB17-6EF5-4989-984B-D90291192F2C}"/>
              </a:ext>
            </a:extLst>
          </p:cNvPr>
          <p:cNvSpPr txBox="1"/>
          <p:nvPr/>
        </p:nvSpPr>
        <p:spPr>
          <a:xfrm>
            <a:off x="6081496" y="541729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krobat SemiBold" panose="00000700000000000000" pitchFamily="50" charset="-52"/>
              </a:rPr>
              <a:t>1</a:t>
            </a:r>
            <a:r>
              <a:rPr lang="uk-UA" sz="1400" dirty="0">
                <a:latin typeface="Akrobat SemiBold" panose="00000700000000000000" pitchFamily="50" charset="-52"/>
              </a:rPr>
              <a:t>,</a:t>
            </a:r>
            <a:r>
              <a:rPr lang="en-US" sz="1400" dirty="0">
                <a:latin typeface="Akrobat SemiBold" panose="00000700000000000000" pitchFamily="50" charset="-52"/>
              </a:rPr>
              <a:t>     307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AB679A2D-A531-4685-AF4B-C192CD5C1D67}"/>
              </a:ext>
            </a:extLst>
          </p:cNvPr>
          <p:cNvSpPr txBox="1"/>
          <p:nvPr/>
        </p:nvSpPr>
        <p:spPr>
          <a:xfrm>
            <a:off x="13106333" y="1103608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krobat SemiBold" panose="00000700000000000000" pitchFamily="50" charset="-52"/>
              </a:rPr>
              <a:t>1</a:t>
            </a:r>
            <a:r>
              <a:rPr lang="uk-UA" sz="1400" dirty="0">
                <a:latin typeface="Akrobat SemiBold" panose="00000700000000000000" pitchFamily="50" charset="-52"/>
              </a:rPr>
              <a:t>,</a:t>
            </a:r>
            <a:r>
              <a:rPr lang="en-US" sz="1400" dirty="0">
                <a:latin typeface="Akrobat SemiBold" panose="00000700000000000000" pitchFamily="50" charset="-52"/>
              </a:rPr>
              <a:t>     222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0A34079C-831F-44D1-AF3D-115AFF86A5BD}"/>
              </a:ext>
            </a:extLst>
          </p:cNvPr>
          <p:cNvSpPr txBox="1"/>
          <p:nvPr/>
        </p:nvSpPr>
        <p:spPr>
          <a:xfrm>
            <a:off x="13106333" y="1697611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krobat SemiBold" panose="00000700000000000000" pitchFamily="50" charset="-52"/>
              </a:rPr>
              <a:t>1</a:t>
            </a:r>
            <a:r>
              <a:rPr lang="uk-UA" sz="1400" dirty="0">
                <a:latin typeface="Akrobat SemiBold" panose="00000700000000000000" pitchFamily="50" charset="-52"/>
              </a:rPr>
              <a:t>,</a:t>
            </a:r>
            <a:r>
              <a:rPr lang="en-US" sz="1400" dirty="0">
                <a:latin typeface="Akrobat SemiBold" panose="00000700000000000000" pitchFamily="50" charset="-52"/>
              </a:rPr>
              <a:t>    </a:t>
            </a:r>
            <a:r>
              <a:rPr lang="uk-UA" sz="1400" dirty="0">
                <a:latin typeface="Akrobat SemiBold" panose="00000700000000000000" pitchFamily="50" charset="-52"/>
              </a:rPr>
              <a:t> </a:t>
            </a:r>
            <a:r>
              <a:rPr lang="en-US" sz="1400" dirty="0">
                <a:latin typeface="Akrobat SemiBold" panose="00000700000000000000" pitchFamily="50" charset="-52"/>
              </a:rPr>
              <a:t>307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837A13D4-82A4-4FA3-96DC-3560364CBFCB}"/>
              </a:ext>
            </a:extLst>
          </p:cNvPr>
          <p:cNvSpPr txBox="1"/>
          <p:nvPr/>
        </p:nvSpPr>
        <p:spPr>
          <a:xfrm>
            <a:off x="13106333" y="1932440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krobat SemiBold" panose="00000700000000000000" pitchFamily="50" charset="-52"/>
              </a:rPr>
              <a:t>2</a:t>
            </a:r>
            <a:r>
              <a:rPr lang="uk-UA" sz="1400" dirty="0">
                <a:latin typeface="Akrobat SemiBold" panose="00000700000000000000" pitchFamily="50" charset="-52"/>
              </a:rPr>
              <a:t>,</a:t>
            </a:r>
            <a:r>
              <a:rPr lang="en-US" sz="1400" dirty="0">
                <a:latin typeface="Akrobat SemiBold" panose="00000700000000000000" pitchFamily="50" charset="-52"/>
              </a:rPr>
              <a:t>     415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210F15E6-FD37-4835-8BE7-27C2D201C680}"/>
              </a:ext>
            </a:extLst>
          </p:cNvPr>
          <p:cNvSpPr txBox="1"/>
          <p:nvPr/>
        </p:nvSpPr>
        <p:spPr>
          <a:xfrm>
            <a:off x="6090992" y="2607033"/>
            <a:ext cx="178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krobat SemiBold" panose="00000700000000000000" pitchFamily="50" charset="-52"/>
              </a:rPr>
              <a:t>1</a:t>
            </a:r>
            <a:r>
              <a:rPr lang="uk-UA" sz="1400" dirty="0">
                <a:latin typeface="Akrobat SemiBold" panose="00000700000000000000" pitchFamily="50" charset="-52"/>
              </a:rPr>
              <a:t>,</a:t>
            </a:r>
            <a:r>
              <a:rPr lang="en-US" sz="1400" dirty="0">
                <a:latin typeface="Akrobat SemiBold" panose="00000700000000000000" pitchFamily="50" charset="-52"/>
              </a:rPr>
              <a:t>     222</a:t>
            </a:r>
            <a:endParaRPr lang="ru-RU" sz="1400" dirty="0">
              <a:latin typeface="Akrobat SemiBold" panose="00000700000000000000" pitchFamily="50" charset="-52"/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901FA005-D668-4735-B9DE-3A529D095B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10720" y="1497908"/>
            <a:ext cx="165792" cy="163483"/>
          </a:xfrm>
          <a:prstGeom prst="rect">
            <a:avLst/>
          </a:prstGeom>
        </p:spPr>
      </p:pic>
      <p:pic>
        <p:nvPicPr>
          <p:cNvPr id="282" name="Рисунок 281">
            <a:extLst>
              <a:ext uri="{FF2B5EF4-FFF2-40B4-BE49-F238E27FC236}">
                <a16:creationId xmlns:a16="http://schemas.microsoft.com/office/drawing/2014/main" id="{78B2922A-B4C0-4A4C-96D0-E8CF5F2FB3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10720" y="1170292"/>
            <a:ext cx="165792" cy="163483"/>
          </a:xfrm>
          <a:prstGeom prst="rect">
            <a:avLst/>
          </a:prstGeom>
        </p:spPr>
      </p:pic>
      <p:pic>
        <p:nvPicPr>
          <p:cNvPr id="285" name="Рисунок 284">
            <a:extLst>
              <a:ext uri="{FF2B5EF4-FFF2-40B4-BE49-F238E27FC236}">
                <a16:creationId xmlns:a16="http://schemas.microsoft.com/office/drawing/2014/main" id="{36A5EA89-5EF4-4736-93F5-C7D5CF6B12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10720" y="978503"/>
            <a:ext cx="165792" cy="163483"/>
          </a:xfrm>
          <a:prstGeom prst="rect">
            <a:avLst/>
          </a:prstGeom>
        </p:spPr>
      </p:pic>
      <p:pic>
        <p:nvPicPr>
          <p:cNvPr id="286" name="Рисунок 285">
            <a:extLst>
              <a:ext uri="{FF2B5EF4-FFF2-40B4-BE49-F238E27FC236}">
                <a16:creationId xmlns:a16="http://schemas.microsoft.com/office/drawing/2014/main" id="{6DC65535-8B14-4FA5-AD91-8DF0982871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10720" y="613876"/>
            <a:ext cx="165792" cy="163483"/>
          </a:xfrm>
          <a:prstGeom prst="rect">
            <a:avLst/>
          </a:prstGeom>
        </p:spPr>
      </p:pic>
      <p:pic>
        <p:nvPicPr>
          <p:cNvPr id="287" name="Рисунок 286">
            <a:extLst>
              <a:ext uri="{FF2B5EF4-FFF2-40B4-BE49-F238E27FC236}">
                <a16:creationId xmlns:a16="http://schemas.microsoft.com/office/drawing/2014/main" id="{C40EC00D-9F68-4D43-B93F-6A107FAAD8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10720" y="2681318"/>
            <a:ext cx="165792" cy="163483"/>
          </a:xfrm>
          <a:prstGeom prst="rect">
            <a:avLst/>
          </a:prstGeom>
        </p:spPr>
      </p:pic>
      <p:pic>
        <p:nvPicPr>
          <p:cNvPr id="288" name="Рисунок 287">
            <a:extLst>
              <a:ext uri="{FF2B5EF4-FFF2-40B4-BE49-F238E27FC236}">
                <a16:creationId xmlns:a16="http://schemas.microsoft.com/office/drawing/2014/main" id="{C99FF9F1-9DA4-4B4D-A78C-1C1C8BA3C6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10720" y="3018656"/>
            <a:ext cx="165792" cy="163483"/>
          </a:xfrm>
          <a:prstGeom prst="rect">
            <a:avLst/>
          </a:prstGeom>
        </p:spPr>
      </p:pic>
      <p:pic>
        <p:nvPicPr>
          <p:cNvPr id="305" name="Рисунок 304">
            <a:extLst>
              <a:ext uri="{FF2B5EF4-FFF2-40B4-BE49-F238E27FC236}">
                <a16:creationId xmlns:a16="http://schemas.microsoft.com/office/drawing/2014/main" id="{00A97B7F-B099-4BA0-8BEE-95D350FE1A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10720" y="3275879"/>
            <a:ext cx="165792" cy="163483"/>
          </a:xfrm>
          <a:prstGeom prst="rect">
            <a:avLst/>
          </a:prstGeom>
        </p:spPr>
      </p:pic>
      <p:pic>
        <p:nvPicPr>
          <p:cNvPr id="306" name="Рисунок 305">
            <a:extLst>
              <a:ext uri="{FF2B5EF4-FFF2-40B4-BE49-F238E27FC236}">
                <a16:creationId xmlns:a16="http://schemas.microsoft.com/office/drawing/2014/main" id="{853E972A-F7E2-43AC-BAC7-BF5EEB8355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10720" y="3469130"/>
            <a:ext cx="165792" cy="163483"/>
          </a:xfrm>
          <a:prstGeom prst="rect">
            <a:avLst/>
          </a:prstGeom>
        </p:spPr>
      </p:pic>
      <p:pic>
        <p:nvPicPr>
          <p:cNvPr id="307" name="Рисунок 306">
            <a:extLst>
              <a:ext uri="{FF2B5EF4-FFF2-40B4-BE49-F238E27FC236}">
                <a16:creationId xmlns:a16="http://schemas.microsoft.com/office/drawing/2014/main" id="{4CA0A717-B466-4D49-AF63-4C7DE3D89F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10720" y="3713194"/>
            <a:ext cx="165792" cy="163483"/>
          </a:xfrm>
          <a:prstGeom prst="rect">
            <a:avLst/>
          </a:prstGeom>
        </p:spPr>
      </p:pic>
      <p:pic>
        <p:nvPicPr>
          <p:cNvPr id="308" name="Рисунок 307">
            <a:extLst>
              <a:ext uri="{FF2B5EF4-FFF2-40B4-BE49-F238E27FC236}">
                <a16:creationId xmlns:a16="http://schemas.microsoft.com/office/drawing/2014/main" id="{56F99B13-D8C9-4156-8D2C-C5072D303F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10720" y="5686662"/>
            <a:ext cx="165792" cy="163483"/>
          </a:xfrm>
          <a:prstGeom prst="rect">
            <a:avLst/>
          </a:prstGeom>
        </p:spPr>
      </p:pic>
      <p:pic>
        <p:nvPicPr>
          <p:cNvPr id="309" name="Рисунок 308">
            <a:extLst>
              <a:ext uri="{FF2B5EF4-FFF2-40B4-BE49-F238E27FC236}">
                <a16:creationId xmlns:a16="http://schemas.microsoft.com/office/drawing/2014/main" id="{448C61A7-B22A-4DD1-AE0E-9648CDB2B2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10720" y="6119797"/>
            <a:ext cx="165792" cy="163483"/>
          </a:xfrm>
          <a:prstGeom prst="rect">
            <a:avLst/>
          </a:prstGeom>
        </p:spPr>
      </p:pic>
      <p:pic>
        <p:nvPicPr>
          <p:cNvPr id="310" name="Рисунок 309">
            <a:extLst>
              <a:ext uri="{FF2B5EF4-FFF2-40B4-BE49-F238E27FC236}">
                <a16:creationId xmlns:a16="http://schemas.microsoft.com/office/drawing/2014/main" id="{9A07DAAE-B374-44B2-A338-42196C8E56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017529" y="613876"/>
            <a:ext cx="165792" cy="163483"/>
          </a:xfrm>
          <a:prstGeom prst="rect">
            <a:avLst/>
          </a:prstGeom>
        </p:spPr>
      </p:pic>
      <p:pic>
        <p:nvPicPr>
          <p:cNvPr id="311" name="Рисунок 310">
            <a:extLst>
              <a:ext uri="{FF2B5EF4-FFF2-40B4-BE49-F238E27FC236}">
                <a16:creationId xmlns:a16="http://schemas.microsoft.com/office/drawing/2014/main" id="{DA99ED0B-60EF-47BE-AED3-721CCEEE2C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017529" y="940926"/>
            <a:ext cx="165792" cy="163483"/>
          </a:xfrm>
          <a:prstGeom prst="rect">
            <a:avLst/>
          </a:prstGeom>
        </p:spPr>
      </p:pic>
      <p:pic>
        <p:nvPicPr>
          <p:cNvPr id="312" name="Рисунок 311">
            <a:extLst>
              <a:ext uri="{FF2B5EF4-FFF2-40B4-BE49-F238E27FC236}">
                <a16:creationId xmlns:a16="http://schemas.microsoft.com/office/drawing/2014/main" id="{CDA400FA-5BF8-4CB4-86BE-8032782381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017529" y="1175755"/>
            <a:ext cx="165792" cy="163483"/>
          </a:xfrm>
          <a:prstGeom prst="rect">
            <a:avLst/>
          </a:prstGeom>
        </p:spPr>
      </p:pic>
      <p:pic>
        <p:nvPicPr>
          <p:cNvPr id="313" name="Рисунок 312">
            <a:extLst>
              <a:ext uri="{FF2B5EF4-FFF2-40B4-BE49-F238E27FC236}">
                <a16:creationId xmlns:a16="http://schemas.microsoft.com/office/drawing/2014/main" id="{BBDA2054-2AA3-49BA-95D6-F5E28874C3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017529" y="1497908"/>
            <a:ext cx="165792" cy="163483"/>
          </a:xfrm>
          <a:prstGeom prst="rect">
            <a:avLst/>
          </a:prstGeom>
        </p:spPr>
      </p:pic>
      <p:pic>
        <p:nvPicPr>
          <p:cNvPr id="314" name="Рисунок 313">
            <a:extLst>
              <a:ext uri="{FF2B5EF4-FFF2-40B4-BE49-F238E27FC236}">
                <a16:creationId xmlns:a16="http://schemas.microsoft.com/office/drawing/2014/main" id="{57498C55-9B4A-4AA4-B844-54CC45BE41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017529" y="1769758"/>
            <a:ext cx="165792" cy="163483"/>
          </a:xfrm>
          <a:prstGeom prst="rect">
            <a:avLst/>
          </a:prstGeom>
        </p:spPr>
      </p:pic>
      <p:pic>
        <p:nvPicPr>
          <p:cNvPr id="315" name="Рисунок 314">
            <a:extLst>
              <a:ext uri="{FF2B5EF4-FFF2-40B4-BE49-F238E27FC236}">
                <a16:creationId xmlns:a16="http://schemas.microsoft.com/office/drawing/2014/main" id="{823CEFAE-7C5D-4CDE-B7C6-3C313A5BF4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017529" y="2004587"/>
            <a:ext cx="165792" cy="163483"/>
          </a:xfrm>
          <a:prstGeom prst="rect">
            <a:avLst/>
          </a:prstGeom>
        </p:spPr>
      </p:pic>
      <p:pic>
        <p:nvPicPr>
          <p:cNvPr id="316" name="Рисунок 315">
            <a:extLst>
              <a:ext uri="{FF2B5EF4-FFF2-40B4-BE49-F238E27FC236}">
                <a16:creationId xmlns:a16="http://schemas.microsoft.com/office/drawing/2014/main" id="{165127A6-C43D-4E8C-8185-298D5C6FB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017529" y="2746723"/>
            <a:ext cx="165792" cy="163483"/>
          </a:xfrm>
          <a:prstGeom prst="rect">
            <a:avLst/>
          </a:prstGeom>
        </p:spPr>
      </p:pic>
      <p:pic>
        <p:nvPicPr>
          <p:cNvPr id="317" name="Рисунок 316">
            <a:extLst>
              <a:ext uri="{FF2B5EF4-FFF2-40B4-BE49-F238E27FC236}">
                <a16:creationId xmlns:a16="http://schemas.microsoft.com/office/drawing/2014/main" id="{6F5C5C7B-228D-4E83-BDBA-D81DA4317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017529" y="3166322"/>
            <a:ext cx="165792" cy="163483"/>
          </a:xfrm>
          <a:prstGeom prst="rect">
            <a:avLst/>
          </a:prstGeom>
        </p:spPr>
      </p:pic>
      <p:pic>
        <p:nvPicPr>
          <p:cNvPr id="318" name="Рисунок 317">
            <a:extLst>
              <a:ext uri="{FF2B5EF4-FFF2-40B4-BE49-F238E27FC236}">
                <a16:creationId xmlns:a16="http://schemas.microsoft.com/office/drawing/2014/main" id="{D865FF0B-39C4-4384-9FE6-35FBFD5A01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017529" y="3616924"/>
            <a:ext cx="165792" cy="16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85366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350</TotalTime>
  <Words>1013</Words>
  <Application>Microsoft Office PowerPoint</Application>
  <PresentationFormat>Произвольный</PresentationFormat>
  <Paragraphs>455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1" baseType="lpstr">
      <vt:lpstr>Montserrat Black</vt:lpstr>
      <vt:lpstr>Montserrat SemiBold</vt:lpstr>
      <vt:lpstr>Calibri Light</vt:lpstr>
      <vt:lpstr>Akrobat SemiBold</vt:lpstr>
      <vt:lpstr>Arial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Dgardes Gusь</dc:creator>
  <cp:lastModifiedBy>Dgardes Gusь</cp:lastModifiedBy>
  <cp:revision>44</cp:revision>
  <dcterms:created xsi:type="dcterms:W3CDTF">2025-01-30T16:59:20Z</dcterms:created>
  <dcterms:modified xsi:type="dcterms:W3CDTF">2026-04-07T05:26:15Z</dcterms:modified>
</cp:coreProperties>
</file>