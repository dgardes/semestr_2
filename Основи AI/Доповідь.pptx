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73" r:id="rId2"/>
    <p:sldId id="274" r:id="rId3"/>
    <p:sldId id="277" r:id="rId4"/>
    <p:sldId id="278" r:id="rId5"/>
    <p:sldId id="279" r:id="rId6"/>
    <p:sldId id="280" r:id="rId7"/>
    <p:sldId id="281" r:id="rId8"/>
    <p:sldId id="282" r:id="rId9"/>
    <p:sldId id="275" r:id="rId10"/>
  </p:sldIdLst>
  <p:sldSz cx="12192000" cy="6858000"/>
  <p:notesSz cx="6858000" cy="9144000"/>
  <p:embeddedFontLst>
    <p:embeddedFont>
      <p:font typeface="Montserrat Medium" panose="00000600000000000000" pitchFamily="2" charset="-52"/>
      <p:regular r:id="rId11"/>
      <p:italic r:id="rId12"/>
    </p:embeddedFont>
    <p:embeddedFont>
      <p:font typeface="Montserrat SemiBold" panose="00000700000000000000" pitchFamily="2" charset="-52"/>
      <p:bold r:id="rId13"/>
      <p:boldItalic r:id="rId14"/>
    </p:embeddedFont>
    <p:embeddedFont>
      <p:font typeface="Segoe UI Black" panose="020B0A02040204020203" pitchFamily="34" charset="0"/>
      <p:bold r:id="rId15"/>
      <p:boldItalic r:id="rId16"/>
    </p:embeddedFont>
  </p:embeddedFontLst>
  <p:defaultTextStyle>
    <a:defPPr>
      <a:defRPr lang="ru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98" userDrawn="1">
          <p15:clr>
            <a:srgbClr val="A4A3A4"/>
          </p15:clr>
        </p15:guide>
        <p15:guide id="3" pos="4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8EDE8"/>
    <a:srgbClr val="5FF4FF"/>
    <a:srgbClr val="669E9A"/>
    <a:srgbClr val="1B2B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159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72" y="684"/>
      </p:cViewPr>
      <p:guideLst>
        <p:guide orient="horz" pos="2160"/>
        <p:guide pos="98"/>
        <p:guide pos="43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C0C6D9-3671-E12A-FDFC-02604AF72F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939AA54-364F-13CC-2F46-55BA7316AF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UA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8D0533D-89DE-1805-4D0D-3DC754BDF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7B924-A7F8-42A7-804D-64D8F7507B61}" type="datetimeFigureOut">
              <a:rPr lang="ru-UA" smtClean="0"/>
              <a:t>03/05/2026</a:t>
            </a:fld>
            <a:endParaRPr lang="ru-U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61359B5-3B2F-A7ED-0FC8-B3AACAA56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A6C7445-23D4-A13B-A1DD-27B17B5FF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045B2-4669-42E2-8FC3-9880BC647CB2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10377819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B145CD-0F91-6F01-3027-C1A0E82E0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CF50468-DFBD-7661-CB7F-C2D95512B8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A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6437CB2-7D09-3552-F3EA-A7ED771D7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7B924-A7F8-42A7-804D-64D8F7507B61}" type="datetimeFigureOut">
              <a:rPr lang="ru-UA" smtClean="0"/>
              <a:t>03/05/2026</a:t>
            </a:fld>
            <a:endParaRPr lang="ru-U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B5D1E42-0006-21F8-0EBE-7BEE58E1C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5C35FB5-4CF8-C426-94A1-E5F7D4B19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045B2-4669-42E2-8FC3-9880BC647CB2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10228146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A97C85-C0AB-E984-01BE-E7D478982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160B876-3BD5-8661-DFF0-EDEBD53BFA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6DC76BA-BB0A-6F14-4F06-6524D2E55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7B924-A7F8-42A7-804D-64D8F7507B61}" type="datetimeFigureOut">
              <a:rPr lang="ru-UA" smtClean="0"/>
              <a:t>03/05/2026</a:t>
            </a:fld>
            <a:endParaRPr lang="ru-U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6B467BB-1B3B-0B80-7941-E0DA81A82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BAB7DBF-EC79-97CD-C673-F7DDEC472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045B2-4669-42E2-8FC3-9880BC647CB2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9063848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A0D0C7-68FB-A9A0-E6E7-98479A9B5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B4AC902-B181-C5E4-0587-9A65AF2688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A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8C76DFC-E8CD-2109-E40A-C5A6DF6D5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A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433930C-CE8A-4D26-7026-E7EA46DAD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7B924-A7F8-42A7-804D-64D8F7507B61}" type="datetimeFigureOut">
              <a:rPr lang="ru-UA" smtClean="0"/>
              <a:t>03/05/2026</a:t>
            </a:fld>
            <a:endParaRPr lang="ru-UA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42DE99B-D5E8-4070-8B1B-06822F721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E190858-6776-834C-9D64-AE09ECF76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045B2-4669-42E2-8FC3-9880BC647CB2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26270153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1E8F79-5258-610E-3CC9-95740FB79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04CF55A-3EE0-3F3B-9E77-5B93BFAB3E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E4B91B0-CD98-0CA2-7997-7EBF1A9AD2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A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EB7D22B-8BFF-C11C-96D7-179CBA308A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4D240AC1-027A-FEA1-E4B8-EFD7B182C8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A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8B4ABFA6-82C8-1578-0594-B5E404AE9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7B924-A7F8-42A7-804D-64D8F7507B61}" type="datetimeFigureOut">
              <a:rPr lang="ru-UA" smtClean="0"/>
              <a:t>03/05/2026</a:t>
            </a:fld>
            <a:endParaRPr lang="ru-UA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47AA6EA-8763-B3AC-D62C-48EC49042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6773B8B-F85E-A862-C177-16014F9FE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045B2-4669-42E2-8FC3-9880BC647CB2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31844144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32CAB0-EA84-CD46-B03D-F5A22FE80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3EC42D8-A307-58E3-9980-3DDA2D103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7B924-A7F8-42A7-804D-64D8F7507B61}" type="datetimeFigureOut">
              <a:rPr lang="ru-UA" smtClean="0"/>
              <a:t>03/05/2026</a:t>
            </a:fld>
            <a:endParaRPr lang="ru-UA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C7E308D-8096-5370-9118-23614E1A3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4FBB004-7C10-3D17-BB2D-EEC3A4783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045B2-4669-42E2-8FC3-9880BC647CB2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28557826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EDE3A2C2-DE86-5302-22F1-61513883B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7B924-A7F8-42A7-804D-64D8F7507B61}" type="datetimeFigureOut">
              <a:rPr lang="ru-UA" smtClean="0"/>
              <a:t>03/05/2026</a:t>
            </a:fld>
            <a:endParaRPr lang="ru-UA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BE8E5F4-F909-9DCE-D00B-E03FA469B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F66D8D6-15E7-375F-930E-1782267F3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045B2-4669-42E2-8FC3-9880BC647CB2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31011997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E130D1-75C7-AFCB-E4DA-B9BCD9E42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6544821-70CF-E283-EAE9-932D2A3A54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A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CD88459-B5D4-04B0-7C5C-1C9223F97F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9E96E1A-634C-80CB-84AB-C4D2083E7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7B924-A7F8-42A7-804D-64D8F7507B61}" type="datetimeFigureOut">
              <a:rPr lang="ru-UA" smtClean="0"/>
              <a:t>03/05/2026</a:t>
            </a:fld>
            <a:endParaRPr lang="ru-UA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E932DFA-F679-7CB9-E5B4-98C73C136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4423001-B304-7250-6852-60E645F36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045B2-4669-42E2-8FC3-9880BC647CB2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8151537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938C1A-CCA9-9D8F-2940-7CF037E00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428E1E4F-1ECD-A5B3-8344-F4C7492A10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UA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1FE20C4-3672-B969-5A64-4A0430FAF9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7C6421F-696C-9D89-530C-7ED1BDBEA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7B924-A7F8-42A7-804D-64D8F7507B61}" type="datetimeFigureOut">
              <a:rPr lang="ru-UA" smtClean="0"/>
              <a:t>03/05/2026</a:t>
            </a:fld>
            <a:endParaRPr lang="ru-UA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654799C-1018-D9E3-EC00-A31A84D88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5E0C455-B860-1709-2A76-3082EF621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045B2-4669-42E2-8FC3-9880BC647CB2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12058382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7F69F8-7FEA-597F-E40F-80B793E6E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0034020-9960-3F43-5CAC-736EAF6F44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A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6D096E1-A348-9BAF-519F-4BB11EE79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7B924-A7F8-42A7-804D-64D8F7507B61}" type="datetimeFigureOut">
              <a:rPr lang="ru-UA" smtClean="0"/>
              <a:t>03/05/2026</a:t>
            </a:fld>
            <a:endParaRPr lang="ru-U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B557983-66B7-0B90-26FF-D117D1FAF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5A0EB72-0CEA-C9FA-0CC5-22381C94A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045B2-4669-42E2-8FC3-9880BC647CB2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17547598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EBA1ED49-1FC7-AFFD-1D5B-82D8CCAAD1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8D76702-B805-A7F4-31C2-FF18C4542B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A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BDE7654-99B9-990D-1ABB-F11080E944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7B924-A7F8-42A7-804D-64D8F7507B61}" type="datetimeFigureOut">
              <a:rPr lang="ru-UA" smtClean="0"/>
              <a:t>03/05/2026</a:t>
            </a:fld>
            <a:endParaRPr lang="ru-U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4169D6B-DD48-D6D2-5AFC-36F0A6BF7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93D436F-15AB-F0E0-DFBF-89B0ABD5F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045B2-4669-42E2-8FC3-9880BC647CB2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24216959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12863C-332D-F0A8-0F35-A6D7AA502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3B12C0B-4539-7CC6-5705-0F701F6481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A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359BE40-0B4B-5EB7-FBB3-84A5C3B6AD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C7B924-A7F8-42A7-804D-64D8F7507B61}" type="datetimeFigureOut">
              <a:rPr lang="ru-UA" smtClean="0"/>
              <a:t>03/05/2026</a:t>
            </a:fld>
            <a:endParaRPr lang="ru-U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D3AE384-05C9-BAD8-244B-5577427F93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FB51AC7-EB43-9094-5849-D5FDF121B7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0045B2-4669-42E2-8FC3-9880BC647CB2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22271854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1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.png"/><Relationship Id="rId4" Type="http://schemas.openxmlformats.org/officeDocument/2006/relationships/image" Target="../media/image1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фон">
            <a:extLst>
              <a:ext uri="{FF2B5EF4-FFF2-40B4-BE49-F238E27FC236}">
                <a16:creationId xmlns:a16="http://schemas.microsoft.com/office/drawing/2014/main" id="{123AAA31-15E5-4CD4-90E0-8BA1499E8700}"/>
              </a:ext>
            </a:extLst>
          </p:cNvPr>
          <p:cNvSpPr/>
          <p:nvPr/>
        </p:nvSpPr>
        <p:spPr>
          <a:xfrm>
            <a:off x="-5" y="0"/>
            <a:ext cx="12192000" cy="6858000"/>
          </a:xfrm>
          <a:prstGeom prst="rect">
            <a:avLst/>
          </a:prstGeom>
          <a:gradFill>
            <a:gsLst>
              <a:gs pos="0">
                <a:srgbClr val="1D1D1D"/>
              </a:gs>
              <a:gs pos="100000">
                <a:srgbClr val="1D1D1D"/>
              </a:gs>
            </a:gsLst>
            <a:path path="circle">
              <a:fillToRect r="100000" b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3" name="18х12 сетка">
            <a:extLst>
              <a:ext uri="{FF2B5EF4-FFF2-40B4-BE49-F238E27FC236}">
                <a16:creationId xmlns:a16="http://schemas.microsoft.com/office/drawing/2014/main" id="{04138851-021C-4CAD-990D-6CB3C7ABD4FF}"/>
              </a:ext>
            </a:extLst>
          </p:cNvPr>
          <p:cNvGrpSpPr/>
          <p:nvPr/>
        </p:nvGrpSpPr>
        <p:grpSpPr>
          <a:xfrm>
            <a:off x="-8" y="0"/>
            <a:ext cx="12192007" cy="6858000"/>
            <a:chOff x="-2" y="0"/>
            <a:chExt cx="12192002" cy="6858000"/>
          </a:xfrm>
        </p:grpSpPr>
        <p:grpSp>
          <p:nvGrpSpPr>
            <p:cNvPr id="4" name="Группа 3">
              <a:extLst>
                <a:ext uri="{FF2B5EF4-FFF2-40B4-BE49-F238E27FC236}">
                  <a16:creationId xmlns:a16="http://schemas.microsoft.com/office/drawing/2014/main" id="{9973B303-2C4F-412C-A298-275073DCC8EE}"/>
                </a:ext>
              </a:extLst>
            </p:cNvPr>
            <p:cNvGrpSpPr/>
            <p:nvPr/>
          </p:nvGrpSpPr>
          <p:grpSpPr>
            <a:xfrm>
              <a:off x="-2" y="0"/>
              <a:ext cx="12192000" cy="6858000"/>
              <a:chOff x="-2" y="0"/>
              <a:chExt cx="8750502" cy="6858000"/>
            </a:xfrm>
            <a:noFill/>
          </p:grpSpPr>
          <p:sp>
            <p:nvSpPr>
              <p:cNvPr id="18" name="Прямоугольник 17">
                <a:extLst>
                  <a:ext uri="{FF2B5EF4-FFF2-40B4-BE49-F238E27FC236}">
                    <a16:creationId xmlns:a16="http://schemas.microsoft.com/office/drawing/2014/main" id="{46CB7FAC-6B87-48C5-8713-3C7386F75E63}"/>
                  </a:ext>
                </a:extLst>
              </p:cNvPr>
              <p:cNvSpPr/>
              <p:nvPr/>
            </p:nvSpPr>
            <p:spPr>
              <a:xfrm>
                <a:off x="-2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9" name="Прямоугольник 18">
                <a:extLst>
                  <a:ext uri="{FF2B5EF4-FFF2-40B4-BE49-F238E27FC236}">
                    <a16:creationId xmlns:a16="http://schemas.microsoft.com/office/drawing/2014/main" id="{383311ED-9D1D-4FBE-9986-1228A12EC5BE}"/>
                  </a:ext>
                </a:extLst>
              </p:cNvPr>
              <p:cNvSpPr/>
              <p:nvPr/>
            </p:nvSpPr>
            <p:spPr>
              <a:xfrm>
                <a:off x="486137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0" name="Прямоугольник 19">
                <a:extLst>
                  <a:ext uri="{FF2B5EF4-FFF2-40B4-BE49-F238E27FC236}">
                    <a16:creationId xmlns:a16="http://schemas.microsoft.com/office/drawing/2014/main" id="{3D3A6D47-E623-417C-AF26-6356086B4A4C}"/>
                  </a:ext>
                </a:extLst>
              </p:cNvPr>
              <p:cNvSpPr/>
              <p:nvPr/>
            </p:nvSpPr>
            <p:spPr>
              <a:xfrm>
                <a:off x="972276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1" name="Прямоугольник 20">
                <a:extLst>
                  <a:ext uri="{FF2B5EF4-FFF2-40B4-BE49-F238E27FC236}">
                    <a16:creationId xmlns:a16="http://schemas.microsoft.com/office/drawing/2014/main" id="{771DDD40-CB71-466A-BAB7-BFDF8548D333}"/>
                  </a:ext>
                </a:extLst>
              </p:cNvPr>
              <p:cNvSpPr/>
              <p:nvPr/>
            </p:nvSpPr>
            <p:spPr>
              <a:xfrm>
                <a:off x="1458415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2" name="Прямоугольник 21">
                <a:extLst>
                  <a:ext uri="{FF2B5EF4-FFF2-40B4-BE49-F238E27FC236}">
                    <a16:creationId xmlns:a16="http://schemas.microsoft.com/office/drawing/2014/main" id="{A8544190-7CC9-4B5E-A97F-14E8B2A09888}"/>
                  </a:ext>
                </a:extLst>
              </p:cNvPr>
              <p:cNvSpPr/>
              <p:nvPr/>
            </p:nvSpPr>
            <p:spPr>
              <a:xfrm>
                <a:off x="1944554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3" name="Прямоугольник 22">
                <a:extLst>
                  <a:ext uri="{FF2B5EF4-FFF2-40B4-BE49-F238E27FC236}">
                    <a16:creationId xmlns:a16="http://schemas.microsoft.com/office/drawing/2014/main" id="{50B7B3E2-D833-476C-BE86-53CF4497ED46}"/>
                  </a:ext>
                </a:extLst>
              </p:cNvPr>
              <p:cNvSpPr/>
              <p:nvPr/>
            </p:nvSpPr>
            <p:spPr>
              <a:xfrm>
                <a:off x="2430693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4" name="Прямоугольник 23">
                <a:extLst>
                  <a:ext uri="{FF2B5EF4-FFF2-40B4-BE49-F238E27FC236}">
                    <a16:creationId xmlns:a16="http://schemas.microsoft.com/office/drawing/2014/main" id="{0E8745C2-72BC-43C7-8E1D-553262D8A1CC}"/>
                  </a:ext>
                </a:extLst>
              </p:cNvPr>
              <p:cNvSpPr/>
              <p:nvPr/>
            </p:nvSpPr>
            <p:spPr>
              <a:xfrm>
                <a:off x="2916832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5" name="Прямоугольник 24">
                <a:extLst>
                  <a:ext uri="{FF2B5EF4-FFF2-40B4-BE49-F238E27FC236}">
                    <a16:creationId xmlns:a16="http://schemas.microsoft.com/office/drawing/2014/main" id="{820061A3-CA59-41E2-9F01-C120BE276011}"/>
                  </a:ext>
                </a:extLst>
              </p:cNvPr>
              <p:cNvSpPr/>
              <p:nvPr/>
            </p:nvSpPr>
            <p:spPr>
              <a:xfrm>
                <a:off x="3402971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6" name="Прямоугольник 25">
                <a:extLst>
                  <a:ext uri="{FF2B5EF4-FFF2-40B4-BE49-F238E27FC236}">
                    <a16:creationId xmlns:a16="http://schemas.microsoft.com/office/drawing/2014/main" id="{9784F627-96D6-42F7-95D5-281CD27833F3}"/>
                  </a:ext>
                </a:extLst>
              </p:cNvPr>
              <p:cNvSpPr/>
              <p:nvPr/>
            </p:nvSpPr>
            <p:spPr>
              <a:xfrm>
                <a:off x="3889110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7" name="Прямоугольник 26">
                <a:extLst>
                  <a:ext uri="{FF2B5EF4-FFF2-40B4-BE49-F238E27FC236}">
                    <a16:creationId xmlns:a16="http://schemas.microsoft.com/office/drawing/2014/main" id="{B0EC3FCC-3242-4A5F-BA9A-F5CB3D6DD528}"/>
                  </a:ext>
                </a:extLst>
              </p:cNvPr>
              <p:cNvSpPr/>
              <p:nvPr/>
            </p:nvSpPr>
            <p:spPr>
              <a:xfrm>
                <a:off x="4375249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8" name="Прямоугольник 27">
                <a:extLst>
                  <a:ext uri="{FF2B5EF4-FFF2-40B4-BE49-F238E27FC236}">
                    <a16:creationId xmlns:a16="http://schemas.microsoft.com/office/drawing/2014/main" id="{62D52256-2091-4666-B455-AB3FBB190AA1}"/>
                  </a:ext>
                </a:extLst>
              </p:cNvPr>
              <p:cNvSpPr/>
              <p:nvPr/>
            </p:nvSpPr>
            <p:spPr>
              <a:xfrm>
                <a:off x="4861388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9" name="Прямоугольник 28">
                <a:extLst>
                  <a:ext uri="{FF2B5EF4-FFF2-40B4-BE49-F238E27FC236}">
                    <a16:creationId xmlns:a16="http://schemas.microsoft.com/office/drawing/2014/main" id="{A79CB188-05E5-497F-80E2-C95B441C7AC0}"/>
                  </a:ext>
                </a:extLst>
              </p:cNvPr>
              <p:cNvSpPr/>
              <p:nvPr/>
            </p:nvSpPr>
            <p:spPr>
              <a:xfrm>
                <a:off x="5347527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0" name="Прямоугольник 29">
                <a:extLst>
                  <a:ext uri="{FF2B5EF4-FFF2-40B4-BE49-F238E27FC236}">
                    <a16:creationId xmlns:a16="http://schemas.microsoft.com/office/drawing/2014/main" id="{38FDC722-3787-4DF2-8923-6A7C34AEF92B}"/>
                  </a:ext>
                </a:extLst>
              </p:cNvPr>
              <p:cNvSpPr/>
              <p:nvPr/>
            </p:nvSpPr>
            <p:spPr>
              <a:xfrm>
                <a:off x="5833666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1" name="Прямоугольник 30">
                <a:extLst>
                  <a:ext uri="{FF2B5EF4-FFF2-40B4-BE49-F238E27FC236}">
                    <a16:creationId xmlns:a16="http://schemas.microsoft.com/office/drawing/2014/main" id="{BE88DBD0-26E3-449B-AF20-9C3C9D4F1638}"/>
                  </a:ext>
                </a:extLst>
              </p:cNvPr>
              <p:cNvSpPr/>
              <p:nvPr/>
            </p:nvSpPr>
            <p:spPr>
              <a:xfrm>
                <a:off x="6319805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2" name="Прямоугольник 31">
                <a:extLst>
                  <a:ext uri="{FF2B5EF4-FFF2-40B4-BE49-F238E27FC236}">
                    <a16:creationId xmlns:a16="http://schemas.microsoft.com/office/drawing/2014/main" id="{776F27DC-E892-4D73-B0F8-118D14F67E32}"/>
                  </a:ext>
                </a:extLst>
              </p:cNvPr>
              <p:cNvSpPr/>
              <p:nvPr/>
            </p:nvSpPr>
            <p:spPr>
              <a:xfrm>
                <a:off x="6805944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3" name="Прямоугольник 32">
                <a:extLst>
                  <a:ext uri="{FF2B5EF4-FFF2-40B4-BE49-F238E27FC236}">
                    <a16:creationId xmlns:a16="http://schemas.microsoft.com/office/drawing/2014/main" id="{152D549E-C182-431B-8732-F0705454200E}"/>
                  </a:ext>
                </a:extLst>
              </p:cNvPr>
              <p:cNvSpPr/>
              <p:nvPr/>
            </p:nvSpPr>
            <p:spPr>
              <a:xfrm>
                <a:off x="7292083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4" name="Прямоугольник 33">
                <a:extLst>
                  <a:ext uri="{FF2B5EF4-FFF2-40B4-BE49-F238E27FC236}">
                    <a16:creationId xmlns:a16="http://schemas.microsoft.com/office/drawing/2014/main" id="{4E7C4C47-3AC0-44BC-98DC-E3D035569674}"/>
                  </a:ext>
                </a:extLst>
              </p:cNvPr>
              <p:cNvSpPr/>
              <p:nvPr/>
            </p:nvSpPr>
            <p:spPr>
              <a:xfrm>
                <a:off x="7778222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5" name="Прямоугольник 34">
                <a:extLst>
                  <a:ext uri="{FF2B5EF4-FFF2-40B4-BE49-F238E27FC236}">
                    <a16:creationId xmlns:a16="http://schemas.microsoft.com/office/drawing/2014/main" id="{9643B8DE-ADFC-4106-8B2A-6B39CF7089EE}"/>
                  </a:ext>
                </a:extLst>
              </p:cNvPr>
              <p:cNvSpPr/>
              <p:nvPr/>
            </p:nvSpPr>
            <p:spPr>
              <a:xfrm>
                <a:off x="8264361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grpSp>
          <p:nvGrpSpPr>
            <p:cNvPr id="5" name="Группа 4">
              <a:extLst>
                <a:ext uri="{FF2B5EF4-FFF2-40B4-BE49-F238E27FC236}">
                  <a16:creationId xmlns:a16="http://schemas.microsoft.com/office/drawing/2014/main" id="{49791603-02CE-4D09-8544-98B85158BB13}"/>
                </a:ext>
              </a:extLst>
            </p:cNvPr>
            <p:cNvGrpSpPr/>
            <p:nvPr/>
          </p:nvGrpSpPr>
          <p:grpSpPr>
            <a:xfrm>
              <a:off x="0" y="0"/>
              <a:ext cx="12192000" cy="6858000"/>
              <a:chOff x="0" y="0"/>
              <a:chExt cx="12192000" cy="6400800"/>
            </a:xfrm>
            <a:noFill/>
          </p:grpSpPr>
          <p:sp>
            <p:nvSpPr>
              <p:cNvPr id="6" name="Прямоугольник 5">
                <a:extLst>
                  <a:ext uri="{FF2B5EF4-FFF2-40B4-BE49-F238E27FC236}">
                    <a16:creationId xmlns:a16="http://schemas.microsoft.com/office/drawing/2014/main" id="{92031D28-254C-471F-96DA-8CB271766BEE}"/>
                  </a:ext>
                </a:extLst>
              </p:cNvPr>
              <p:cNvSpPr/>
              <p:nvPr/>
            </p:nvSpPr>
            <p:spPr>
              <a:xfrm>
                <a:off x="0" y="0"/>
                <a:ext cx="12192000" cy="5334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7" name="Прямоугольник 6">
                <a:extLst>
                  <a:ext uri="{FF2B5EF4-FFF2-40B4-BE49-F238E27FC236}">
                    <a16:creationId xmlns:a16="http://schemas.microsoft.com/office/drawing/2014/main" id="{9CBDAA7A-D429-43F2-A2EE-1E07EB443F3E}"/>
                  </a:ext>
                </a:extLst>
              </p:cNvPr>
              <p:cNvSpPr/>
              <p:nvPr/>
            </p:nvSpPr>
            <p:spPr>
              <a:xfrm>
                <a:off x="0" y="533400"/>
                <a:ext cx="12192000" cy="5334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8" name="Прямоугольник 7">
                <a:extLst>
                  <a:ext uri="{FF2B5EF4-FFF2-40B4-BE49-F238E27FC236}">
                    <a16:creationId xmlns:a16="http://schemas.microsoft.com/office/drawing/2014/main" id="{1D10029B-6BAB-4E5E-9438-484EE11EF512}"/>
                  </a:ext>
                </a:extLst>
              </p:cNvPr>
              <p:cNvSpPr/>
              <p:nvPr/>
            </p:nvSpPr>
            <p:spPr>
              <a:xfrm>
                <a:off x="0" y="1066800"/>
                <a:ext cx="12192000" cy="5334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9" name="Прямоугольник 8">
                <a:extLst>
                  <a:ext uri="{FF2B5EF4-FFF2-40B4-BE49-F238E27FC236}">
                    <a16:creationId xmlns:a16="http://schemas.microsoft.com/office/drawing/2014/main" id="{E469515C-BABE-429E-BD96-D6201E064EE4}"/>
                  </a:ext>
                </a:extLst>
              </p:cNvPr>
              <p:cNvSpPr/>
              <p:nvPr/>
            </p:nvSpPr>
            <p:spPr>
              <a:xfrm>
                <a:off x="0" y="1600200"/>
                <a:ext cx="12192000" cy="5334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0" name="Прямоугольник 9">
                <a:extLst>
                  <a:ext uri="{FF2B5EF4-FFF2-40B4-BE49-F238E27FC236}">
                    <a16:creationId xmlns:a16="http://schemas.microsoft.com/office/drawing/2014/main" id="{83D20425-307C-44C1-94BC-2CF65A58DF57}"/>
                  </a:ext>
                </a:extLst>
              </p:cNvPr>
              <p:cNvSpPr/>
              <p:nvPr/>
            </p:nvSpPr>
            <p:spPr>
              <a:xfrm>
                <a:off x="0" y="2133600"/>
                <a:ext cx="12192000" cy="5334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1" name="Прямоугольник 10">
                <a:extLst>
                  <a:ext uri="{FF2B5EF4-FFF2-40B4-BE49-F238E27FC236}">
                    <a16:creationId xmlns:a16="http://schemas.microsoft.com/office/drawing/2014/main" id="{60897EA5-6CDE-4BE9-A4EA-331BE755ECB3}"/>
                  </a:ext>
                </a:extLst>
              </p:cNvPr>
              <p:cNvSpPr/>
              <p:nvPr/>
            </p:nvSpPr>
            <p:spPr>
              <a:xfrm>
                <a:off x="0" y="2667000"/>
                <a:ext cx="12192000" cy="5334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2" name="Прямоугольник 11">
                <a:extLst>
                  <a:ext uri="{FF2B5EF4-FFF2-40B4-BE49-F238E27FC236}">
                    <a16:creationId xmlns:a16="http://schemas.microsoft.com/office/drawing/2014/main" id="{F52D57F8-967A-465E-B2FD-95D3308E6B25}"/>
                  </a:ext>
                </a:extLst>
              </p:cNvPr>
              <p:cNvSpPr/>
              <p:nvPr/>
            </p:nvSpPr>
            <p:spPr>
              <a:xfrm>
                <a:off x="0" y="3200400"/>
                <a:ext cx="12192000" cy="5334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3" name="Прямоугольник 12">
                <a:extLst>
                  <a:ext uri="{FF2B5EF4-FFF2-40B4-BE49-F238E27FC236}">
                    <a16:creationId xmlns:a16="http://schemas.microsoft.com/office/drawing/2014/main" id="{E5E3D5BD-7AD4-4228-B7CA-E471F644A3BA}"/>
                  </a:ext>
                </a:extLst>
              </p:cNvPr>
              <p:cNvSpPr/>
              <p:nvPr/>
            </p:nvSpPr>
            <p:spPr>
              <a:xfrm>
                <a:off x="0" y="3733800"/>
                <a:ext cx="12192000" cy="5334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4" name="Прямоугольник 13">
                <a:extLst>
                  <a:ext uri="{FF2B5EF4-FFF2-40B4-BE49-F238E27FC236}">
                    <a16:creationId xmlns:a16="http://schemas.microsoft.com/office/drawing/2014/main" id="{CC0CCDAB-789D-4D99-BF0F-55067D6E55D2}"/>
                  </a:ext>
                </a:extLst>
              </p:cNvPr>
              <p:cNvSpPr/>
              <p:nvPr/>
            </p:nvSpPr>
            <p:spPr>
              <a:xfrm>
                <a:off x="0" y="4267200"/>
                <a:ext cx="12192000" cy="5334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5" name="Прямоугольник 14">
                <a:extLst>
                  <a:ext uri="{FF2B5EF4-FFF2-40B4-BE49-F238E27FC236}">
                    <a16:creationId xmlns:a16="http://schemas.microsoft.com/office/drawing/2014/main" id="{94B2E5C6-0BC0-4BAC-B0E1-A2FD92B91FC0}"/>
                  </a:ext>
                </a:extLst>
              </p:cNvPr>
              <p:cNvSpPr/>
              <p:nvPr/>
            </p:nvSpPr>
            <p:spPr>
              <a:xfrm>
                <a:off x="0" y="4800600"/>
                <a:ext cx="12192000" cy="5334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6" name="Прямоугольник 15">
                <a:extLst>
                  <a:ext uri="{FF2B5EF4-FFF2-40B4-BE49-F238E27FC236}">
                    <a16:creationId xmlns:a16="http://schemas.microsoft.com/office/drawing/2014/main" id="{DC6ABE7E-1967-4DE3-BA13-E016E8644F1B}"/>
                  </a:ext>
                </a:extLst>
              </p:cNvPr>
              <p:cNvSpPr/>
              <p:nvPr/>
            </p:nvSpPr>
            <p:spPr>
              <a:xfrm>
                <a:off x="0" y="5334000"/>
                <a:ext cx="12192000" cy="5334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7" name="Прямоугольник 16">
                <a:extLst>
                  <a:ext uri="{FF2B5EF4-FFF2-40B4-BE49-F238E27FC236}">
                    <a16:creationId xmlns:a16="http://schemas.microsoft.com/office/drawing/2014/main" id="{45B014AE-172C-41CD-8940-49259D24A242}"/>
                  </a:ext>
                </a:extLst>
              </p:cNvPr>
              <p:cNvSpPr/>
              <p:nvPr/>
            </p:nvSpPr>
            <p:spPr>
              <a:xfrm>
                <a:off x="0" y="5867400"/>
                <a:ext cx="12192000" cy="5334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</p:grpSp>
      <p:cxnSp>
        <p:nvCxnSpPr>
          <p:cNvPr id="46" name="вертикаль">
            <a:extLst>
              <a:ext uri="{FF2B5EF4-FFF2-40B4-BE49-F238E27FC236}">
                <a16:creationId xmlns:a16="http://schemas.microsoft.com/office/drawing/2014/main" id="{D331056E-1B7F-4627-84E3-3FD923030477}"/>
              </a:ext>
            </a:extLst>
          </p:cNvPr>
          <p:cNvCxnSpPr>
            <a:cxnSpLocks/>
          </p:cNvCxnSpPr>
          <p:nvPr/>
        </p:nvCxnSpPr>
        <p:spPr>
          <a:xfrm>
            <a:off x="11495307" y="21834"/>
            <a:ext cx="19354" cy="6872452"/>
          </a:xfrm>
          <a:prstGeom prst="line">
            <a:avLst/>
          </a:prstGeom>
          <a:ln w="12700">
            <a:solidFill>
              <a:srgbClr val="08EDE8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0" name="!!джойстик">
            <a:extLst>
              <a:ext uri="{FF2B5EF4-FFF2-40B4-BE49-F238E27FC236}">
                <a16:creationId xmlns:a16="http://schemas.microsoft.com/office/drawing/2014/main" id="{34633899-E252-4A3B-8200-76D79F35346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77" t="15104" r="21770" b="11463"/>
          <a:stretch/>
        </p:blipFill>
        <p:spPr>
          <a:xfrm rot="19796414">
            <a:off x="5318877" y="1558753"/>
            <a:ext cx="6968054" cy="4883493"/>
          </a:xfrm>
          <a:prstGeom prst="rect">
            <a:avLst/>
          </a:prstGeom>
        </p:spPr>
      </p:pic>
      <p:sp>
        <p:nvSpPr>
          <p:cNvPr id="63" name="декор">
            <a:extLst>
              <a:ext uri="{FF2B5EF4-FFF2-40B4-BE49-F238E27FC236}">
                <a16:creationId xmlns:a16="http://schemas.microsoft.com/office/drawing/2014/main" id="{49274652-B192-EDCA-1B55-F082F3B88EF7}"/>
              </a:ext>
            </a:extLst>
          </p:cNvPr>
          <p:cNvSpPr txBox="1"/>
          <p:nvPr/>
        </p:nvSpPr>
        <p:spPr>
          <a:xfrm>
            <a:off x="1" y="6222657"/>
            <a:ext cx="121919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rgbClr val="06A29E">
                    <a:alpha val="10000"/>
                  </a:srgb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Project: Artificial Intelligence</a:t>
            </a:r>
            <a:endParaRPr lang="ru-UA" sz="3600" dirty="0">
              <a:solidFill>
                <a:srgbClr val="06A29E">
                  <a:alpha val="10000"/>
                </a:srgbClr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CDD1373-C85B-4FE8-B6B4-106D61F11ACF}"/>
              </a:ext>
            </a:extLst>
          </p:cNvPr>
          <p:cNvSpPr txBox="1"/>
          <p:nvPr/>
        </p:nvSpPr>
        <p:spPr>
          <a:xfrm>
            <a:off x="607167" y="515157"/>
            <a:ext cx="5268686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500"/>
              </a:lnSpc>
            </a:pPr>
            <a:r>
              <a:rPr lang="uk-UA" sz="4000" dirty="0">
                <a:solidFill>
                  <a:srgbClr val="08EDE8"/>
                </a:solidFill>
                <a:latin typeface="Montserrat SemiBold" panose="00000700000000000000" pitchFamily="2" charset="-52"/>
              </a:rPr>
              <a:t>Штучний Інтелект у ігровій індустрії</a:t>
            </a:r>
            <a:endParaRPr lang="ru-RU" sz="4000" dirty="0">
              <a:solidFill>
                <a:srgbClr val="08EDE8"/>
              </a:solidFill>
              <a:latin typeface="Montserrat SemiBold" panose="00000700000000000000" pitchFamily="2" charset="-52"/>
            </a:endParaRPr>
          </a:p>
        </p:txBody>
      </p:sp>
      <p:cxnSp>
        <p:nvCxnSpPr>
          <p:cNvPr id="47" name="горизонт">
            <a:extLst>
              <a:ext uri="{FF2B5EF4-FFF2-40B4-BE49-F238E27FC236}">
                <a16:creationId xmlns:a16="http://schemas.microsoft.com/office/drawing/2014/main" id="{BB5DFF05-9073-4595-8CCF-13AEEF9A8BA4}"/>
              </a:ext>
            </a:extLst>
          </p:cNvPr>
          <p:cNvCxnSpPr>
            <a:cxnSpLocks/>
          </p:cNvCxnSpPr>
          <p:nvPr/>
        </p:nvCxnSpPr>
        <p:spPr>
          <a:xfrm>
            <a:off x="19349" y="6286500"/>
            <a:ext cx="12191994" cy="0"/>
          </a:xfrm>
          <a:prstGeom prst="line">
            <a:avLst/>
          </a:prstGeom>
          <a:ln w="12700">
            <a:solidFill>
              <a:srgbClr val="08EDE8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5" name="миниДжойстик">
            <a:extLst>
              <a:ext uri="{FF2B5EF4-FFF2-40B4-BE49-F238E27FC236}">
                <a16:creationId xmlns:a16="http://schemas.microsoft.com/office/drawing/2014/main" id="{9A1D5D42-2D46-4333-9DF5-2C81659751C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82" t="-59241" r="54529" b="85809"/>
          <a:stretch/>
        </p:blipFill>
        <p:spPr>
          <a:xfrm rot="2335918">
            <a:off x="5397608" y="4268414"/>
            <a:ext cx="2180289" cy="1528035"/>
          </a:xfrm>
          <a:custGeom>
            <a:avLst/>
            <a:gdLst>
              <a:gd name="connsiteX0" fmla="*/ 0 w 1752174"/>
              <a:gd name="connsiteY0" fmla="*/ 0 h 1227994"/>
              <a:gd name="connsiteX1" fmla="*/ 1752174 w 1752174"/>
              <a:gd name="connsiteY1" fmla="*/ 0 h 1227994"/>
              <a:gd name="connsiteX2" fmla="*/ 1752174 w 1752174"/>
              <a:gd name="connsiteY2" fmla="*/ 606495 h 1227994"/>
              <a:gd name="connsiteX3" fmla="*/ 982821 w 1752174"/>
              <a:gd name="connsiteY3" fmla="*/ 1227994 h 1227994"/>
              <a:gd name="connsiteX4" fmla="*/ 55823 w 1752174"/>
              <a:gd name="connsiteY4" fmla="*/ 1227994 h 1227994"/>
              <a:gd name="connsiteX5" fmla="*/ 0 w 1752174"/>
              <a:gd name="connsiteY5" fmla="*/ 1158890 h 12279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52174" h="1227994">
                <a:moveTo>
                  <a:pt x="0" y="0"/>
                </a:moveTo>
                <a:lnTo>
                  <a:pt x="1752174" y="0"/>
                </a:lnTo>
                <a:lnTo>
                  <a:pt x="1752174" y="606495"/>
                </a:lnTo>
                <a:lnTo>
                  <a:pt x="982821" y="1227994"/>
                </a:lnTo>
                <a:lnTo>
                  <a:pt x="55823" y="1227994"/>
                </a:lnTo>
                <a:lnTo>
                  <a:pt x="0" y="1158890"/>
                </a:lnTo>
                <a:close/>
              </a:path>
            </a:pathLst>
          </a:custGeom>
        </p:spPr>
      </p:pic>
      <p:pic>
        <p:nvPicPr>
          <p:cNvPr id="56" name="Рисунок 55">
            <a:extLst>
              <a:ext uri="{FF2B5EF4-FFF2-40B4-BE49-F238E27FC236}">
                <a16:creationId xmlns:a16="http://schemas.microsoft.com/office/drawing/2014/main" id="{8EE761CE-29AB-4451-B9F9-D950062E95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2349580" y="-10988"/>
            <a:ext cx="4570857" cy="6858000"/>
          </a:xfrm>
          <a:prstGeom prst="rect">
            <a:avLst/>
          </a:prstGeom>
        </p:spPr>
      </p:pic>
      <p:sp>
        <p:nvSpPr>
          <p:cNvPr id="69" name="Прямоугольник: скругленные углы 68">
            <a:extLst>
              <a:ext uri="{FF2B5EF4-FFF2-40B4-BE49-F238E27FC236}">
                <a16:creationId xmlns:a16="http://schemas.microsoft.com/office/drawing/2014/main" id="{4F519D8F-E5E2-4F98-B700-967E9F04204B}"/>
              </a:ext>
            </a:extLst>
          </p:cNvPr>
          <p:cNvSpPr/>
          <p:nvPr/>
        </p:nvSpPr>
        <p:spPr>
          <a:xfrm>
            <a:off x="677324" y="-2504616"/>
            <a:ext cx="4741336" cy="1891553"/>
          </a:xfrm>
          <a:prstGeom prst="roundRect">
            <a:avLst>
              <a:gd name="adj" fmla="val 10843"/>
            </a:avLst>
          </a:prstGeom>
          <a:solidFill>
            <a:schemeClr val="bg1">
              <a:alpha val="20000"/>
            </a:schemeClr>
          </a:solidFill>
          <a:ln w="127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0" name="Прямоугольник: скругленные углы 69">
            <a:extLst>
              <a:ext uri="{FF2B5EF4-FFF2-40B4-BE49-F238E27FC236}">
                <a16:creationId xmlns:a16="http://schemas.microsoft.com/office/drawing/2014/main" id="{8FDD9DCD-01CB-4CEA-B327-903C2CD7A1C1}"/>
              </a:ext>
            </a:extLst>
          </p:cNvPr>
          <p:cNvSpPr/>
          <p:nvPr/>
        </p:nvSpPr>
        <p:spPr>
          <a:xfrm>
            <a:off x="14765366" y="1714240"/>
            <a:ext cx="3171586" cy="4000500"/>
          </a:xfrm>
          <a:prstGeom prst="roundRect">
            <a:avLst>
              <a:gd name="adj" fmla="val 5898"/>
            </a:avLst>
          </a:prstGeom>
          <a:solidFill>
            <a:schemeClr val="bg1">
              <a:alpha val="20000"/>
            </a:schemeClr>
          </a:solidFill>
          <a:ln w="127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1" name="Прямоугольник: скругленные углы 70">
            <a:extLst>
              <a:ext uri="{FF2B5EF4-FFF2-40B4-BE49-F238E27FC236}">
                <a16:creationId xmlns:a16="http://schemas.microsoft.com/office/drawing/2014/main" id="{E4373872-CD7A-4596-9D04-5A60AD95F98C}"/>
              </a:ext>
            </a:extLst>
          </p:cNvPr>
          <p:cNvSpPr/>
          <p:nvPr/>
        </p:nvSpPr>
        <p:spPr>
          <a:xfrm>
            <a:off x="677324" y="7603171"/>
            <a:ext cx="4741336" cy="1891553"/>
          </a:xfrm>
          <a:prstGeom prst="roundRect">
            <a:avLst>
              <a:gd name="adj" fmla="val 10843"/>
            </a:avLst>
          </a:prstGeom>
          <a:solidFill>
            <a:schemeClr val="bg1">
              <a:alpha val="20000"/>
            </a:schemeClr>
          </a:solidFill>
          <a:ln w="127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EAF2D5D-3E5B-419E-ABD7-7728B2E6D8DF}"/>
              </a:ext>
            </a:extLst>
          </p:cNvPr>
          <p:cNvSpPr txBox="1"/>
          <p:nvPr/>
        </p:nvSpPr>
        <p:spPr>
          <a:xfrm>
            <a:off x="1229876" y="-2356437"/>
            <a:ext cx="20126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solidFill>
                  <a:srgbClr val="08EDE8"/>
                </a:solidFill>
                <a:latin typeface="Montserrat Medium" panose="00000600000000000000" pitchFamily="2" charset="-52"/>
              </a:rPr>
              <a:t>Імерсивність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E002D6D-2370-41FE-BD7F-A3610D055C9E}"/>
              </a:ext>
            </a:extLst>
          </p:cNvPr>
          <p:cNvSpPr txBox="1"/>
          <p:nvPr/>
        </p:nvSpPr>
        <p:spPr>
          <a:xfrm>
            <a:off x="1229875" y="7781137"/>
            <a:ext cx="33227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 err="1">
                <a:solidFill>
                  <a:srgbClr val="08EDE8"/>
                </a:solidFill>
                <a:latin typeface="Montserrat Medium" panose="00000600000000000000" pitchFamily="2" charset="-52"/>
              </a:rPr>
              <a:t>Доступність</a:t>
            </a:r>
            <a:r>
              <a:rPr lang="ru-RU" sz="2000" dirty="0">
                <a:solidFill>
                  <a:srgbClr val="08EDE8"/>
                </a:solidFill>
                <a:latin typeface="Montserrat Medium" panose="00000600000000000000" pitchFamily="2" charset="-52"/>
              </a:rPr>
              <a:t> </a:t>
            </a:r>
            <a:r>
              <a:rPr lang="ru-RU" sz="2000" dirty="0" err="1">
                <a:solidFill>
                  <a:srgbClr val="08EDE8"/>
                </a:solidFill>
                <a:latin typeface="Montserrat Medium" panose="00000600000000000000" pitchFamily="2" charset="-52"/>
              </a:rPr>
              <a:t>розробки</a:t>
            </a:r>
            <a:endParaRPr lang="ru-RU" sz="2000" dirty="0">
              <a:solidFill>
                <a:srgbClr val="08EDE8"/>
              </a:solidFill>
              <a:latin typeface="Montserrat Medium" panose="00000600000000000000" pitchFamily="2" charset="-52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81CA4A4-222A-4ABD-938C-3E2A6C852109}"/>
              </a:ext>
            </a:extLst>
          </p:cNvPr>
          <p:cNvSpPr txBox="1"/>
          <p:nvPr/>
        </p:nvSpPr>
        <p:spPr>
          <a:xfrm>
            <a:off x="14765365" y="1865195"/>
            <a:ext cx="31715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П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рогноз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ринку до 2034</a:t>
            </a:r>
            <a:r>
              <a:rPr lang="en-US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uk-UA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року</a:t>
            </a:r>
            <a:endParaRPr lang="ru-RU" sz="1400" dirty="0">
              <a:solidFill>
                <a:schemeClr val="bg1"/>
              </a:solidFill>
              <a:latin typeface="Montserrat Medium" panose="00000600000000000000" pitchFamily="2" charset="-52"/>
            </a:endParaRPr>
          </a:p>
        </p:txBody>
      </p:sp>
      <p:pic>
        <p:nvPicPr>
          <p:cNvPr id="75" name="Рисунок 74">
            <a:extLst>
              <a:ext uri="{FF2B5EF4-FFF2-40B4-BE49-F238E27FC236}">
                <a16:creationId xmlns:a16="http://schemas.microsoft.com/office/drawing/2014/main" id="{568F89D9-6AA9-44FC-9052-41ECBAE0894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5635" y="-2460609"/>
            <a:ext cx="531424" cy="531424"/>
          </a:xfrm>
          <a:prstGeom prst="rect">
            <a:avLst/>
          </a:prstGeom>
        </p:spPr>
      </p:pic>
      <p:pic>
        <p:nvPicPr>
          <p:cNvPr id="76" name="Рисунок 75">
            <a:extLst>
              <a:ext uri="{FF2B5EF4-FFF2-40B4-BE49-F238E27FC236}">
                <a16:creationId xmlns:a16="http://schemas.microsoft.com/office/drawing/2014/main" id="{2F3E2239-56A9-42C9-84AB-B34367898B0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45709" y="7656033"/>
            <a:ext cx="531424" cy="531424"/>
          </a:xfrm>
          <a:prstGeom prst="rect">
            <a:avLst/>
          </a:prstGeom>
        </p:spPr>
      </p:pic>
      <p:sp>
        <p:nvSpPr>
          <p:cNvPr id="77" name="TextBox 76">
            <a:extLst>
              <a:ext uri="{FF2B5EF4-FFF2-40B4-BE49-F238E27FC236}">
                <a16:creationId xmlns:a16="http://schemas.microsoft.com/office/drawing/2014/main" id="{58BA9B6C-3D34-47BD-91D2-2C8C2FB38EB6}"/>
              </a:ext>
            </a:extLst>
          </p:cNvPr>
          <p:cNvSpPr txBox="1"/>
          <p:nvPr/>
        </p:nvSpPr>
        <p:spPr>
          <a:xfrm>
            <a:off x="664817" y="8283199"/>
            <a:ext cx="474133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ШІ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змінює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сприйняття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: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світ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перестає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бути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декорацією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.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Гравець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відчуває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віддачу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, коли NPC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реагують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на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його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стиль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гри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, а не просто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ходять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по колу.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2756F12-9949-4C18-A990-C81B17979E68}"/>
              </a:ext>
            </a:extLst>
          </p:cNvPr>
          <p:cNvSpPr txBox="1"/>
          <p:nvPr/>
        </p:nvSpPr>
        <p:spPr>
          <a:xfrm>
            <a:off x="664817" y="-1907554"/>
            <a:ext cx="474133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ШІ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змінює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сприйняття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: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світ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перестає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бути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декорацією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.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Гравець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відчуває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віддачу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, коли NPC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реагують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на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його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стиль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гри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, а не просто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ходять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по колу.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62E7FE00-CA89-4583-B718-AD1FD112AFB0}"/>
              </a:ext>
            </a:extLst>
          </p:cNvPr>
          <p:cNvSpPr txBox="1"/>
          <p:nvPr/>
        </p:nvSpPr>
        <p:spPr>
          <a:xfrm>
            <a:off x="14765365" y="2190291"/>
            <a:ext cx="3171586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uk-UA" sz="2800" dirty="0">
                <a:gradFill>
                  <a:gsLst>
                    <a:gs pos="51000">
                      <a:schemeClr val="accent1">
                        <a:lumMod val="5000"/>
                        <a:lumOff val="95000"/>
                      </a:schemeClr>
                    </a:gs>
                    <a:gs pos="39000">
                      <a:srgbClr val="08EDE8"/>
                    </a:gs>
                    <a:gs pos="0">
                      <a:srgbClr val="5FF4FF"/>
                    </a:gs>
                    <a:gs pos="62000">
                      <a:srgbClr val="08EDE8"/>
                    </a:gs>
                    <a:gs pos="100000">
                      <a:srgbClr val="08EDE8"/>
                    </a:gs>
                  </a:gsLst>
                  <a:lin ang="13200000" scaled="0"/>
                </a:gradFill>
                <a:latin typeface="Segoe UI Black" panose="020B0A02040204020203" pitchFamily="34" charset="0"/>
                <a:ea typeface="Segoe UI Black" panose="020B0A02040204020203" pitchFamily="34" charset="0"/>
              </a:rPr>
              <a:t>$37.89млрд</a:t>
            </a:r>
            <a:endParaRPr lang="ru-RU" sz="2800" dirty="0">
              <a:gradFill>
                <a:gsLst>
                  <a:gs pos="51000">
                    <a:schemeClr val="accent1">
                      <a:lumMod val="5000"/>
                      <a:lumOff val="95000"/>
                    </a:schemeClr>
                  </a:gs>
                  <a:gs pos="39000">
                    <a:srgbClr val="08EDE8"/>
                  </a:gs>
                  <a:gs pos="0">
                    <a:srgbClr val="5FF4FF"/>
                  </a:gs>
                  <a:gs pos="62000">
                    <a:srgbClr val="08EDE8"/>
                  </a:gs>
                  <a:gs pos="100000">
                    <a:srgbClr val="08EDE8"/>
                  </a:gs>
                </a:gsLst>
                <a:lin ang="13200000" scaled="0"/>
              </a:gra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228E8F3-E2E4-45EE-A01B-EA4AB7CA6226}"/>
              </a:ext>
            </a:extLst>
          </p:cNvPr>
          <p:cNvSpPr txBox="1"/>
          <p:nvPr/>
        </p:nvSpPr>
        <p:spPr>
          <a:xfrm>
            <a:off x="14832584" y="2780645"/>
            <a:ext cx="310436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Стрімке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зростання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від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простих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ботів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до систем,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що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генерують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цілі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світи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в реальному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часі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277948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фон">
            <a:extLst>
              <a:ext uri="{FF2B5EF4-FFF2-40B4-BE49-F238E27FC236}">
                <a16:creationId xmlns:a16="http://schemas.microsoft.com/office/drawing/2014/main" id="{123AAA31-15E5-4CD4-90E0-8BA1499E8700}"/>
              </a:ext>
            </a:extLst>
          </p:cNvPr>
          <p:cNvSpPr/>
          <p:nvPr/>
        </p:nvSpPr>
        <p:spPr>
          <a:xfrm>
            <a:off x="-5" y="0"/>
            <a:ext cx="12192000" cy="6858000"/>
          </a:xfrm>
          <a:prstGeom prst="rect">
            <a:avLst/>
          </a:prstGeom>
          <a:gradFill>
            <a:gsLst>
              <a:gs pos="0">
                <a:srgbClr val="1D1D1D"/>
              </a:gs>
              <a:gs pos="100000">
                <a:srgbClr val="1D1D1D"/>
              </a:gs>
            </a:gsLst>
            <a:path path="circle">
              <a:fillToRect r="100000" b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88" name="!!PlayPhoto" descr="F.E.A.R. on Steam">
            <a:extLst>
              <a:ext uri="{FF2B5EF4-FFF2-40B4-BE49-F238E27FC236}">
                <a16:creationId xmlns:a16="http://schemas.microsoft.com/office/drawing/2014/main" id="{45607217-64CA-4EA9-8ABC-91181C72426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 amt="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32" b="219"/>
          <a:stretch/>
        </p:blipFill>
        <p:spPr bwMode="auto">
          <a:xfrm>
            <a:off x="-6484" y="-10989"/>
            <a:ext cx="12183427" cy="6847155"/>
          </a:xfrm>
          <a:prstGeom prst="rect">
            <a:avLst/>
          </a:prstGeom>
          <a:noFill/>
        </p:spPr>
      </p:pic>
      <p:sp>
        <p:nvSpPr>
          <p:cNvPr id="89" name="затемнение">
            <a:extLst>
              <a:ext uri="{FF2B5EF4-FFF2-40B4-BE49-F238E27FC236}">
                <a16:creationId xmlns:a16="http://schemas.microsoft.com/office/drawing/2014/main" id="{925B68E4-B395-47B3-878C-4BAB6CF80F3F}"/>
              </a:ext>
            </a:extLst>
          </p:cNvPr>
          <p:cNvSpPr/>
          <p:nvPr/>
        </p:nvSpPr>
        <p:spPr>
          <a:xfrm>
            <a:off x="-9590" y="0"/>
            <a:ext cx="12220933" cy="6858000"/>
          </a:xfrm>
          <a:prstGeom prst="rect">
            <a:avLst/>
          </a:prstGeom>
          <a:solidFill>
            <a:schemeClr val="tx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0" name="Затемнение низ">
            <a:extLst>
              <a:ext uri="{FF2B5EF4-FFF2-40B4-BE49-F238E27FC236}">
                <a16:creationId xmlns:a16="http://schemas.microsoft.com/office/drawing/2014/main" id="{1D455E75-6F96-446A-BA9E-C03A63EA135B}"/>
              </a:ext>
            </a:extLst>
          </p:cNvPr>
          <p:cNvSpPr/>
          <p:nvPr/>
        </p:nvSpPr>
        <p:spPr>
          <a:xfrm>
            <a:off x="-9590" y="0"/>
            <a:ext cx="12220933" cy="6847155"/>
          </a:xfrm>
          <a:prstGeom prst="rect">
            <a:avLst/>
          </a:prstGeom>
          <a:gradFill flip="none" rotWithShape="1">
            <a:gsLst>
              <a:gs pos="61000">
                <a:schemeClr val="tx1">
                  <a:alpha val="0"/>
                </a:schemeClr>
              </a:gs>
              <a:gs pos="97000">
                <a:schemeClr val="tx1">
                  <a:alpha val="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3" name="18х12 сетка">
            <a:extLst>
              <a:ext uri="{FF2B5EF4-FFF2-40B4-BE49-F238E27FC236}">
                <a16:creationId xmlns:a16="http://schemas.microsoft.com/office/drawing/2014/main" id="{04138851-021C-4CAD-990D-6CB3C7ABD4FF}"/>
              </a:ext>
            </a:extLst>
          </p:cNvPr>
          <p:cNvGrpSpPr/>
          <p:nvPr/>
        </p:nvGrpSpPr>
        <p:grpSpPr>
          <a:xfrm>
            <a:off x="-8" y="0"/>
            <a:ext cx="12192007" cy="6858000"/>
            <a:chOff x="-2" y="0"/>
            <a:chExt cx="12192002" cy="6858000"/>
          </a:xfrm>
        </p:grpSpPr>
        <p:grpSp>
          <p:nvGrpSpPr>
            <p:cNvPr id="4" name="Группа 3">
              <a:extLst>
                <a:ext uri="{FF2B5EF4-FFF2-40B4-BE49-F238E27FC236}">
                  <a16:creationId xmlns:a16="http://schemas.microsoft.com/office/drawing/2014/main" id="{9973B303-2C4F-412C-A298-275073DCC8EE}"/>
                </a:ext>
              </a:extLst>
            </p:cNvPr>
            <p:cNvGrpSpPr/>
            <p:nvPr/>
          </p:nvGrpSpPr>
          <p:grpSpPr>
            <a:xfrm>
              <a:off x="-2" y="0"/>
              <a:ext cx="12192000" cy="6858000"/>
              <a:chOff x="-2" y="0"/>
              <a:chExt cx="8750502" cy="6858000"/>
            </a:xfrm>
            <a:noFill/>
          </p:grpSpPr>
          <p:sp>
            <p:nvSpPr>
              <p:cNvPr id="18" name="Прямоугольник 17">
                <a:extLst>
                  <a:ext uri="{FF2B5EF4-FFF2-40B4-BE49-F238E27FC236}">
                    <a16:creationId xmlns:a16="http://schemas.microsoft.com/office/drawing/2014/main" id="{46CB7FAC-6B87-48C5-8713-3C7386F75E63}"/>
                  </a:ext>
                </a:extLst>
              </p:cNvPr>
              <p:cNvSpPr/>
              <p:nvPr/>
            </p:nvSpPr>
            <p:spPr>
              <a:xfrm>
                <a:off x="-2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9" name="Прямоугольник 18">
                <a:extLst>
                  <a:ext uri="{FF2B5EF4-FFF2-40B4-BE49-F238E27FC236}">
                    <a16:creationId xmlns:a16="http://schemas.microsoft.com/office/drawing/2014/main" id="{383311ED-9D1D-4FBE-9986-1228A12EC5BE}"/>
                  </a:ext>
                </a:extLst>
              </p:cNvPr>
              <p:cNvSpPr/>
              <p:nvPr/>
            </p:nvSpPr>
            <p:spPr>
              <a:xfrm>
                <a:off x="486137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0" name="Прямоугольник 19">
                <a:extLst>
                  <a:ext uri="{FF2B5EF4-FFF2-40B4-BE49-F238E27FC236}">
                    <a16:creationId xmlns:a16="http://schemas.microsoft.com/office/drawing/2014/main" id="{3D3A6D47-E623-417C-AF26-6356086B4A4C}"/>
                  </a:ext>
                </a:extLst>
              </p:cNvPr>
              <p:cNvSpPr/>
              <p:nvPr/>
            </p:nvSpPr>
            <p:spPr>
              <a:xfrm>
                <a:off x="972276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1" name="Прямоугольник 20">
                <a:extLst>
                  <a:ext uri="{FF2B5EF4-FFF2-40B4-BE49-F238E27FC236}">
                    <a16:creationId xmlns:a16="http://schemas.microsoft.com/office/drawing/2014/main" id="{771DDD40-CB71-466A-BAB7-BFDF8548D333}"/>
                  </a:ext>
                </a:extLst>
              </p:cNvPr>
              <p:cNvSpPr/>
              <p:nvPr/>
            </p:nvSpPr>
            <p:spPr>
              <a:xfrm>
                <a:off x="1458415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2" name="Прямоугольник 21">
                <a:extLst>
                  <a:ext uri="{FF2B5EF4-FFF2-40B4-BE49-F238E27FC236}">
                    <a16:creationId xmlns:a16="http://schemas.microsoft.com/office/drawing/2014/main" id="{A8544190-7CC9-4B5E-A97F-14E8B2A09888}"/>
                  </a:ext>
                </a:extLst>
              </p:cNvPr>
              <p:cNvSpPr/>
              <p:nvPr/>
            </p:nvSpPr>
            <p:spPr>
              <a:xfrm>
                <a:off x="1944554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3" name="Прямоугольник 22">
                <a:extLst>
                  <a:ext uri="{FF2B5EF4-FFF2-40B4-BE49-F238E27FC236}">
                    <a16:creationId xmlns:a16="http://schemas.microsoft.com/office/drawing/2014/main" id="{50B7B3E2-D833-476C-BE86-53CF4497ED46}"/>
                  </a:ext>
                </a:extLst>
              </p:cNvPr>
              <p:cNvSpPr/>
              <p:nvPr/>
            </p:nvSpPr>
            <p:spPr>
              <a:xfrm>
                <a:off x="2430693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4" name="Прямоугольник 23">
                <a:extLst>
                  <a:ext uri="{FF2B5EF4-FFF2-40B4-BE49-F238E27FC236}">
                    <a16:creationId xmlns:a16="http://schemas.microsoft.com/office/drawing/2014/main" id="{0E8745C2-72BC-43C7-8E1D-553262D8A1CC}"/>
                  </a:ext>
                </a:extLst>
              </p:cNvPr>
              <p:cNvSpPr/>
              <p:nvPr/>
            </p:nvSpPr>
            <p:spPr>
              <a:xfrm>
                <a:off x="2916832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5" name="Прямоугольник 24">
                <a:extLst>
                  <a:ext uri="{FF2B5EF4-FFF2-40B4-BE49-F238E27FC236}">
                    <a16:creationId xmlns:a16="http://schemas.microsoft.com/office/drawing/2014/main" id="{820061A3-CA59-41E2-9F01-C120BE276011}"/>
                  </a:ext>
                </a:extLst>
              </p:cNvPr>
              <p:cNvSpPr/>
              <p:nvPr/>
            </p:nvSpPr>
            <p:spPr>
              <a:xfrm>
                <a:off x="3402971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6" name="Прямоугольник 25">
                <a:extLst>
                  <a:ext uri="{FF2B5EF4-FFF2-40B4-BE49-F238E27FC236}">
                    <a16:creationId xmlns:a16="http://schemas.microsoft.com/office/drawing/2014/main" id="{9784F627-96D6-42F7-95D5-281CD27833F3}"/>
                  </a:ext>
                </a:extLst>
              </p:cNvPr>
              <p:cNvSpPr/>
              <p:nvPr/>
            </p:nvSpPr>
            <p:spPr>
              <a:xfrm>
                <a:off x="3889110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7" name="Прямоугольник 26">
                <a:extLst>
                  <a:ext uri="{FF2B5EF4-FFF2-40B4-BE49-F238E27FC236}">
                    <a16:creationId xmlns:a16="http://schemas.microsoft.com/office/drawing/2014/main" id="{B0EC3FCC-3242-4A5F-BA9A-F5CB3D6DD528}"/>
                  </a:ext>
                </a:extLst>
              </p:cNvPr>
              <p:cNvSpPr/>
              <p:nvPr/>
            </p:nvSpPr>
            <p:spPr>
              <a:xfrm>
                <a:off x="4375249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8" name="Прямоугольник 27">
                <a:extLst>
                  <a:ext uri="{FF2B5EF4-FFF2-40B4-BE49-F238E27FC236}">
                    <a16:creationId xmlns:a16="http://schemas.microsoft.com/office/drawing/2014/main" id="{62D52256-2091-4666-B455-AB3FBB190AA1}"/>
                  </a:ext>
                </a:extLst>
              </p:cNvPr>
              <p:cNvSpPr/>
              <p:nvPr/>
            </p:nvSpPr>
            <p:spPr>
              <a:xfrm>
                <a:off x="4861388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9" name="Прямоугольник 28">
                <a:extLst>
                  <a:ext uri="{FF2B5EF4-FFF2-40B4-BE49-F238E27FC236}">
                    <a16:creationId xmlns:a16="http://schemas.microsoft.com/office/drawing/2014/main" id="{A79CB188-05E5-497F-80E2-C95B441C7AC0}"/>
                  </a:ext>
                </a:extLst>
              </p:cNvPr>
              <p:cNvSpPr/>
              <p:nvPr/>
            </p:nvSpPr>
            <p:spPr>
              <a:xfrm>
                <a:off x="5347527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0" name="Прямоугольник 29">
                <a:extLst>
                  <a:ext uri="{FF2B5EF4-FFF2-40B4-BE49-F238E27FC236}">
                    <a16:creationId xmlns:a16="http://schemas.microsoft.com/office/drawing/2014/main" id="{38FDC722-3787-4DF2-8923-6A7C34AEF92B}"/>
                  </a:ext>
                </a:extLst>
              </p:cNvPr>
              <p:cNvSpPr/>
              <p:nvPr/>
            </p:nvSpPr>
            <p:spPr>
              <a:xfrm>
                <a:off x="5833666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1" name="Прямоугольник 30">
                <a:extLst>
                  <a:ext uri="{FF2B5EF4-FFF2-40B4-BE49-F238E27FC236}">
                    <a16:creationId xmlns:a16="http://schemas.microsoft.com/office/drawing/2014/main" id="{BE88DBD0-26E3-449B-AF20-9C3C9D4F1638}"/>
                  </a:ext>
                </a:extLst>
              </p:cNvPr>
              <p:cNvSpPr/>
              <p:nvPr/>
            </p:nvSpPr>
            <p:spPr>
              <a:xfrm>
                <a:off x="6319805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2" name="Прямоугольник 31">
                <a:extLst>
                  <a:ext uri="{FF2B5EF4-FFF2-40B4-BE49-F238E27FC236}">
                    <a16:creationId xmlns:a16="http://schemas.microsoft.com/office/drawing/2014/main" id="{776F27DC-E892-4D73-B0F8-118D14F67E32}"/>
                  </a:ext>
                </a:extLst>
              </p:cNvPr>
              <p:cNvSpPr/>
              <p:nvPr/>
            </p:nvSpPr>
            <p:spPr>
              <a:xfrm>
                <a:off x="6805944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3" name="Прямоугольник 32">
                <a:extLst>
                  <a:ext uri="{FF2B5EF4-FFF2-40B4-BE49-F238E27FC236}">
                    <a16:creationId xmlns:a16="http://schemas.microsoft.com/office/drawing/2014/main" id="{152D549E-C182-431B-8732-F0705454200E}"/>
                  </a:ext>
                </a:extLst>
              </p:cNvPr>
              <p:cNvSpPr/>
              <p:nvPr/>
            </p:nvSpPr>
            <p:spPr>
              <a:xfrm>
                <a:off x="7292083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4" name="Прямоугольник 33">
                <a:extLst>
                  <a:ext uri="{FF2B5EF4-FFF2-40B4-BE49-F238E27FC236}">
                    <a16:creationId xmlns:a16="http://schemas.microsoft.com/office/drawing/2014/main" id="{4E7C4C47-3AC0-44BC-98DC-E3D035569674}"/>
                  </a:ext>
                </a:extLst>
              </p:cNvPr>
              <p:cNvSpPr/>
              <p:nvPr/>
            </p:nvSpPr>
            <p:spPr>
              <a:xfrm>
                <a:off x="7778222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5" name="Прямоугольник 34">
                <a:extLst>
                  <a:ext uri="{FF2B5EF4-FFF2-40B4-BE49-F238E27FC236}">
                    <a16:creationId xmlns:a16="http://schemas.microsoft.com/office/drawing/2014/main" id="{9643B8DE-ADFC-4106-8B2A-6B39CF7089EE}"/>
                  </a:ext>
                </a:extLst>
              </p:cNvPr>
              <p:cNvSpPr/>
              <p:nvPr/>
            </p:nvSpPr>
            <p:spPr>
              <a:xfrm>
                <a:off x="8264361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grpSp>
          <p:nvGrpSpPr>
            <p:cNvPr id="5" name="Группа 4">
              <a:extLst>
                <a:ext uri="{FF2B5EF4-FFF2-40B4-BE49-F238E27FC236}">
                  <a16:creationId xmlns:a16="http://schemas.microsoft.com/office/drawing/2014/main" id="{49791603-02CE-4D09-8544-98B85158BB13}"/>
                </a:ext>
              </a:extLst>
            </p:cNvPr>
            <p:cNvGrpSpPr/>
            <p:nvPr/>
          </p:nvGrpSpPr>
          <p:grpSpPr>
            <a:xfrm>
              <a:off x="0" y="0"/>
              <a:ext cx="12192000" cy="6858000"/>
              <a:chOff x="0" y="0"/>
              <a:chExt cx="12192000" cy="6400800"/>
            </a:xfrm>
            <a:noFill/>
          </p:grpSpPr>
          <p:sp>
            <p:nvSpPr>
              <p:cNvPr id="6" name="Прямоугольник 5">
                <a:extLst>
                  <a:ext uri="{FF2B5EF4-FFF2-40B4-BE49-F238E27FC236}">
                    <a16:creationId xmlns:a16="http://schemas.microsoft.com/office/drawing/2014/main" id="{92031D28-254C-471F-96DA-8CB271766BEE}"/>
                  </a:ext>
                </a:extLst>
              </p:cNvPr>
              <p:cNvSpPr/>
              <p:nvPr/>
            </p:nvSpPr>
            <p:spPr>
              <a:xfrm>
                <a:off x="0" y="0"/>
                <a:ext cx="12192000" cy="5334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7" name="Прямоугольник 6">
                <a:extLst>
                  <a:ext uri="{FF2B5EF4-FFF2-40B4-BE49-F238E27FC236}">
                    <a16:creationId xmlns:a16="http://schemas.microsoft.com/office/drawing/2014/main" id="{9CBDAA7A-D429-43F2-A2EE-1E07EB443F3E}"/>
                  </a:ext>
                </a:extLst>
              </p:cNvPr>
              <p:cNvSpPr/>
              <p:nvPr/>
            </p:nvSpPr>
            <p:spPr>
              <a:xfrm>
                <a:off x="0" y="533400"/>
                <a:ext cx="12192000" cy="5334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8" name="Прямоугольник 7">
                <a:extLst>
                  <a:ext uri="{FF2B5EF4-FFF2-40B4-BE49-F238E27FC236}">
                    <a16:creationId xmlns:a16="http://schemas.microsoft.com/office/drawing/2014/main" id="{1D10029B-6BAB-4E5E-9438-484EE11EF512}"/>
                  </a:ext>
                </a:extLst>
              </p:cNvPr>
              <p:cNvSpPr/>
              <p:nvPr/>
            </p:nvSpPr>
            <p:spPr>
              <a:xfrm>
                <a:off x="0" y="1066800"/>
                <a:ext cx="12192000" cy="5334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9" name="Прямоугольник 8">
                <a:extLst>
                  <a:ext uri="{FF2B5EF4-FFF2-40B4-BE49-F238E27FC236}">
                    <a16:creationId xmlns:a16="http://schemas.microsoft.com/office/drawing/2014/main" id="{E469515C-BABE-429E-BD96-D6201E064EE4}"/>
                  </a:ext>
                </a:extLst>
              </p:cNvPr>
              <p:cNvSpPr/>
              <p:nvPr/>
            </p:nvSpPr>
            <p:spPr>
              <a:xfrm>
                <a:off x="0" y="1600200"/>
                <a:ext cx="12192000" cy="5334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0" name="Прямоугольник 9">
                <a:extLst>
                  <a:ext uri="{FF2B5EF4-FFF2-40B4-BE49-F238E27FC236}">
                    <a16:creationId xmlns:a16="http://schemas.microsoft.com/office/drawing/2014/main" id="{83D20425-307C-44C1-94BC-2CF65A58DF57}"/>
                  </a:ext>
                </a:extLst>
              </p:cNvPr>
              <p:cNvSpPr/>
              <p:nvPr/>
            </p:nvSpPr>
            <p:spPr>
              <a:xfrm>
                <a:off x="0" y="2133600"/>
                <a:ext cx="12192000" cy="5334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1" name="Прямоугольник 10">
                <a:extLst>
                  <a:ext uri="{FF2B5EF4-FFF2-40B4-BE49-F238E27FC236}">
                    <a16:creationId xmlns:a16="http://schemas.microsoft.com/office/drawing/2014/main" id="{60897EA5-6CDE-4BE9-A4EA-331BE755ECB3}"/>
                  </a:ext>
                </a:extLst>
              </p:cNvPr>
              <p:cNvSpPr/>
              <p:nvPr/>
            </p:nvSpPr>
            <p:spPr>
              <a:xfrm>
                <a:off x="0" y="2667000"/>
                <a:ext cx="12192000" cy="5334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2" name="Прямоугольник 11">
                <a:extLst>
                  <a:ext uri="{FF2B5EF4-FFF2-40B4-BE49-F238E27FC236}">
                    <a16:creationId xmlns:a16="http://schemas.microsoft.com/office/drawing/2014/main" id="{F52D57F8-967A-465E-B2FD-95D3308E6B25}"/>
                  </a:ext>
                </a:extLst>
              </p:cNvPr>
              <p:cNvSpPr/>
              <p:nvPr/>
            </p:nvSpPr>
            <p:spPr>
              <a:xfrm>
                <a:off x="0" y="3200400"/>
                <a:ext cx="12192000" cy="5334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3" name="Прямоугольник 12">
                <a:extLst>
                  <a:ext uri="{FF2B5EF4-FFF2-40B4-BE49-F238E27FC236}">
                    <a16:creationId xmlns:a16="http://schemas.microsoft.com/office/drawing/2014/main" id="{E5E3D5BD-7AD4-4228-B7CA-E471F644A3BA}"/>
                  </a:ext>
                </a:extLst>
              </p:cNvPr>
              <p:cNvSpPr/>
              <p:nvPr/>
            </p:nvSpPr>
            <p:spPr>
              <a:xfrm>
                <a:off x="0" y="3733800"/>
                <a:ext cx="12192000" cy="5334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4" name="Прямоугольник 13">
                <a:extLst>
                  <a:ext uri="{FF2B5EF4-FFF2-40B4-BE49-F238E27FC236}">
                    <a16:creationId xmlns:a16="http://schemas.microsoft.com/office/drawing/2014/main" id="{CC0CCDAB-789D-4D99-BF0F-55067D6E55D2}"/>
                  </a:ext>
                </a:extLst>
              </p:cNvPr>
              <p:cNvSpPr/>
              <p:nvPr/>
            </p:nvSpPr>
            <p:spPr>
              <a:xfrm>
                <a:off x="0" y="4267200"/>
                <a:ext cx="12192000" cy="5334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5" name="Прямоугольник 14">
                <a:extLst>
                  <a:ext uri="{FF2B5EF4-FFF2-40B4-BE49-F238E27FC236}">
                    <a16:creationId xmlns:a16="http://schemas.microsoft.com/office/drawing/2014/main" id="{94B2E5C6-0BC0-4BAC-B0E1-A2FD92B91FC0}"/>
                  </a:ext>
                </a:extLst>
              </p:cNvPr>
              <p:cNvSpPr/>
              <p:nvPr/>
            </p:nvSpPr>
            <p:spPr>
              <a:xfrm>
                <a:off x="0" y="4800600"/>
                <a:ext cx="12192000" cy="5334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6" name="Прямоугольник 15">
                <a:extLst>
                  <a:ext uri="{FF2B5EF4-FFF2-40B4-BE49-F238E27FC236}">
                    <a16:creationId xmlns:a16="http://schemas.microsoft.com/office/drawing/2014/main" id="{DC6ABE7E-1967-4DE3-BA13-E016E8644F1B}"/>
                  </a:ext>
                </a:extLst>
              </p:cNvPr>
              <p:cNvSpPr/>
              <p:nvPr/>
            </p:nvSpPr>
            <p:spPr>
              <a:xfrm>
                <a:off x="0" y="5334000"/>
                <a:ext cx="12192000" cy="5334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7" name="Прямоугольник 16">
                <a:extLst>
                  <a:ext uri="{FF2B5EF4-FFF2-40B4-BE49-F238E27FC236}">
                    <a16:creationId xmlns:a16="http://schemas.microsoft.com/office/drawing/2014/main" id="{45B014AE-172C-41CD-8940-49259D24A242}"/>
                  </a:ext>
                </a:extLst>
              </p:cNvPr>
              <p:cNvSpPr/>
              <p:nvPr/>
            </p:nvSpPr>
            <p:spPr>
              <a:xfrm>
                <a:off x="0" y="5867400"/>
                <a:ext cx="12192000" cy="5334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</p:grpSp>
      <p:cxnSp>
        <p:nvCxnSpPr>
          <p:cNvPr id="83" name="вертикаль">
            <a:extLst>
              <a:ext uri="{FF2B5EF4-FFF2-40B4-BE49-F238E27FC236}">
                <a16:creationId xmlns:a16="http://schemas.microsoft.com/office/drawing/2014/main" id="{DCD21CE6-7B73-44C8-ABED-2B45E79B26CF}"/>
              </a:ext>
            </a:extLst>
          </p:cNvPr>
          <p:cNvCxnSpPr>
            <a:cxnSpLocks/>
          </p:cNvCxnSpPr>
          <p:nvPr/>
        </p:nvCxnSpPr>
        <p:spPr>
          <a:xfrm>
            <a:off x="11495307" y="21834"/>
            <a:ext cx="19354" cy="6872452"/>
          </a:xfrm>
          <a:prstGeom prst="line">
            <a:avLst/>
          </a:prstGeom>
          <a:ln w="12700">
            <a:solidFill>
              <a:srgbClr val="08EDE8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горизонт">
            <a:extLst>
              <a:ext uri="{FF2B5EF4-FFF2-40B4-BE49-F238E27FC236}">
                <a16:creationId xmlns:a16="http://schemas.microsoft.com/office/drawing/2014/main" id="{8E24FD12-6F19-4398-B603-22615E908799}"/>
              </a:ext>
            </a:extLst>
          </p:cNvPr>
          <p:cNvCxnSpPr>
            <a:cxnSpLocks/>
          </p:cNvCxnSpPr>
          <p:nvPr/>
        </p:nvCxnSpPr>
        <p:spPr>
          <a:xfrm>
            <a:off x="19349" y="6286500"/>
            <a:ext cx="12191994" cy="0"/>
          </a:xfrm>
          <a:prstGeom prst="line">
            <a:avLst/>
          </a:prstGeom>
          <a:ln w="12700">
            <a:solidFill>
              <a:srgbClr val="08EDE8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2" name="Рисунок 81">
            <a:extLst>
              <a:ext uri="{FF2B5EF4-FFF2-40B4-BE49-F238E27FC236}">
                <a16:creationId xmlns:a16="http://schemas.microsoft.com/office/drawing/2014/main" id="{39704819-94F2-4591-BEB1-8661E55DAD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571251" y="-10988"/>
            <a:ext cx="4570857" cy="6858000"/>
          </a:xfrm>
          <a:prstGeom prst="rect">
            <a:avLst/>
          </a:prstGeom>
        </p:spPr>
      </p:pic>
      <p:sp>
        <p:nvSpPr>
          <p:cNvPr id="63" name="декор">
            <a:extLst>
              <a:ext uri="{FF2B5EF4-FFF2-40B4-BE49-F238E27FC236}">
                <a16:creationId xmlns:a16="http://schemas.microsoft.com/office/drawing/2014/main" id="{49274652-B192-EDCA-1B55-F082F3B88EF7}"/>
              </a:ext>
            </a:extLst>
          </p:cNvPr>
          <p:cNvSpPr txBox="1"/>
          <p:nvPr/>
        </p:nvSpPr>
        <p:spPr>
          <a:xfrm>
            <a:off x="1" y="6222657"/>
            <a:ext cx="121919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rgbClr val="06A29E">
                    <a:alpha val="10000"/>
                  </a:srgb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Project: Artificial Intelligence</a:t>
            </a:r>
            <a:endParaRPr lang="ru-UA" sz="3600" dirty="0">
              <a:solidFill>
                <a:srgbClr val="06A29E">
                  <a:alpha val="10000"/>
                </a:srgbClr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62BF7BF-BC4B-4325-B8D1-9BAC365E2B8B}"/>
              </a:ext>
            </a:extLst>
          </p:cNvPr>
          <p:cNvSpPr txBox="1"/>
          <p:nvPr/>
        </p:nvSpPr>
        <p:spPr>
          <a:xfrm>
            <a:off x="583655" y="442911"/>
            <a:ext cx="502369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 err="1">
                <a:solidFill>
                  <a:srgbClr val="08EDE8"/>
                </a:solidFill>
                <a:latin typeface="Montserrat SemiBold" panose="00000700000000000000" pitchFamily="2" charset="-52"/>
              </a:rPr>
              <a:t>Чому</a:t>
            </a:r>
            <a:r>
              <a:rPr lang="ru-RU" sz="2800" dirty="0">
                <a:solidFill>
                  <a:srgbClr val="08EDE8"/>
                </a:solidFill>
                <a:latin typeface="Montserrat SemiBold" panose="00000700000000000000" pitchFamily="2" charset="-52"/>
              </a:rPr>
              <a:t> ШІ – </a:t>
            </a:r>
            <a:r>
              <a:rPr lang="ru-RU" sz="2800" dirty="0" err="1">
                <a:solidFill>
                  <a:srgbClr val="08EDE8"/>
                </a:solidFill>
                <a:latin typeface="Montserrat SemiBold" panose="00000700000000000000" pitchFamily="2" charset="-52"/>
              </a:rPr>
              <a:t>це</a:t>
            </a:r>
            <a:r>
              <a:rPr lang="ru-RU" sz="2800" dirty="0">
                <a:solidFill>
                  <a:srgbClr val="08EDE8"/>
                </a:solidFill>
                <a:latin typeface="Montserrat SemiBold" panose="00000700000000000000" pitchFamily="2" charset="-52"/>
              </a:rPr>
              <a:t> </a:t>
            </a:r>
            <a:r>
              <a:rPr lang="ru-RU" sz="2800" dirty="0" err="1">
                <a:solidFill>
                  <a:srgbClr val="08EDE8"/>
                </a:solidFill>
                <a:latin typeface="Montserrat SemiBold" panose="00000700000000000000" pitchFamily="2" charset="-52"/>
              </a:rPr>
              <a:t>серце</a:t>
            </a:r>
            <a:r>
              <a:rPr lang="ru-RU" sz="2800" dirty="0">
                <a:solidFill>
                  <a:srgbClr val="08EDE8"/>
                </a:solidFill>
                <a:latin typeface="Montserrat SemiBold" panose="00000700000000000000" pitchFamily="2" charset="-52"/>
              </a:rPr>
              <a:t> </a:t>
            </a:r>
            <a:r>
              <a:rPr lang="ru-RU" sz="2800" dirty="0" err="1">
                <a:solidFill>
                  <a:srgbClr val="08EDE8"/>
                </a:solidFill>
                <a:latin typeface="Montserrat SemiBold" panose="00000700000000000000" pitchFamily="2" charset="-52"/>
              </a:rPr>
              <a:t>сучасного</a:t>
            </a:r>
            <a:r>
              <a:rPr lang="ru-RU" sz="2800" dirty="0">
                <a:solidFill>
                  <a:srgbClr val="08EDE8"/>
                </a:solidFill>
                <a:latin typeface="Montserrat SemiBold" panose="00000700000000000000" pitchFamily="2" charset="-52"/>
              </a:rPr>
              <a:t> </a:t>
            </a:r>
            <a:r>
              <a:rPr lang="ru-RU" sz="2800" dirty="0" err="1">
                <a:solidFill>
                  <a:srgbClr val="08EDE8"/>
                </a:solidFill>
                <a:latin typeface="Montserrat SemiBold" panose="00000700000000000000" pitchFamily="2" charset="-52"/>
              </a:rPr>
              <a:t>геймдеву</a:t>
            </a:r>
            <a:r>
              <a:rPr lang="ru-RU" sz="2800" dirty="0">
                <a:solidFill>
                  <a:srgbClr val="08EDE8"/>
                </a:solidFill>
                <a:latin typeface="Montserrat SemiBold" panose="00000700000000000000" pitchFamily="2" charset="-52"/>
              </a:rPr>
              <a:t>?</a:t>
            </a:r>
          </a:p>
        </p:txBody>
      </p:sp>
      <p:sp>
        <p:nvSpPr>
          <p:cNvPr id="48" name="Прямоугольник: скругленные углы 47">
            <a:extLst>
              <a:ext uri="{FF2B5EF4-FFF2-40B4-BE49-F238E27FC236}">
                <a16:creationId xmlns:a16="http://schemas.microsoft.com/office/drawing/2014/main" id="{EEB094A8-DD98-4681-A8FA-2D6D77FACA84}"/>
              </a:ext>
            </a:extLst>
          </p:cNvPr>
          <p:cNvSpPr/>
          <p:nvPr/>
        </p:nvSpPr>
        <p:spPr>
          <a:xfrm>
            <a:off x="677324" y="1725200"/>
            <a:ext cx="4741336" cy="1891553"/>
          </a:xfrm>
          <a:prstGeom prst="roundRect">
            <a:avLst>
              <a:gd name="adj" fmla="val 10843"/>
            </a:avLst>
          </a:prstGeom>
          <a:solidFill>
            <a:schemeClr val="bg1">
              <a:alpha val="20000"/>
            </a:schemeClr>
          </a:solidFill>
          <a:ln w="127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6" name="Прямоугольник: скругленные углы 55">
            <a:extLst>
              <a:ext uri="{FF2B5EF4-FFF2-40B4-BE49-F238E27FC236}">
                <a16:creationId xmlns:a16="http://schemas.microsoft.com/office/drawing/2014/main" id="{E8B6D647-6B07-45B8-AE36-C6DB0C184D53}"/>
              </a:ext>
            </a:extLst>
          </p:cNvPr>
          <p:cNvSpPr/>
          <p:nvPr/>
        </p:nvSpPr>
        <p:spPr>
          <a:xfrm>
            <a:off x="5633743" y="1714240"/>
            <a:ext cx="3171586" cy="4000500"/>
          </a:xfrm>
          <a:prstGeom prst="roundRect">
            <a:avLst>
              <a:gd name="adj" fmla="val 5898"/>
            </a:avLst>
          </a:prstGeom>
          <a:solidFill>
            <a:schemeClr val="bg1">
              <a:alpha val="20000"/>
            </a:schemeClr>
          </a:solidFill>
          <a:ln w="127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7" name="Прямоугольник: скругленные углы 56">
            <a:extLst>
              <a:ext uri="{FF2B5EF4-FFF2-40B4-BE49-F238E27FC236}">
                <a16:creationId xmlns:a16="http://schemas.microsoft.com/office/drawing/2014/main" id="{3EB25760-E152-4741-ACA5-FE5B90F3E1E3}"/>
              </a:ext>
            </a:extLst>
          </p:cNvPr>
          <p:cNvSpPr/>
          <p:nvPr/>
        </p:nvSpPr>
        <p:spPr>
          <a:xfrm>
            <a:off x="677324" y="3823317"/>
            <a:ext cx="4741336" cy="1891553"/>
          </a:xfrm>
          <a:prstGeom prst="roundRect">
            <a:avLst>
              <a:gd name="adj" fmla="val 10843"/>
            </a:avLst>
          </a:prstGeom>
          <a:solidFill>
            <a:schemeClr val="bg1">
              <a:alpha val="20000"/>
            </a:schemeClr>
          </a:solidFill>
          <a:ln w="127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88F6501-BDC2-4A86-954D-9629362586D3}"/>
              </a:ext>
            </a:extLst>
          </p:cNvPr>
          <p:cNvSpPr txBox="1"/>
          <p:nvPr/>
        </p:nvSpPr>
        <p:spPr>
          <a:xfrm>
            <a:off x="1229876" y="1873379"/>
            <a:ext cx="20126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solidFill>
                  <a:srgbClr val="08EDE8"/>
                </a:solidFill>
                <a:latin typeface="Montserrat Medium" panose="00000600000000000000" pitchFamily="2" charset="-52"/>
              </a:rPr>
              <a:t>Імерсивність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513FD88-390E-41FE-8B89-D8330CF26328}"/>
              </a:ext>
            </a:extLst>
          </p:cNvPr>
          <p:cNvSpPr txBox="1"/>
          <p:nvPr/>
        </p:nvSpPr>
        <p:spPr>
          <a:xfrm>
            <a:off x="1229875" y="4001283"/>
            <a:ext cx="33227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 err="1">
                <a:solidFill>
                  <a:srgbClr val="08EDE8"/>
                </a:solidFill>
                <a:latin typeface="Montserrat Medium" panose="00000600000000000000" pitchFamily="2" charset="-52"/>
              </a:rPr>
              <a:t>Доступність</a:t>
            </a:r>
            <a:r>
              <a:rPr lang="ru-RU" sz="2000" dirty="0">
                <a:solidFill>
                  <a:srgbClr val="08EDE8"/>
                </a:solidFill>
                <a:latin typeface="Montserrat Medium" panose="00000600000000000000" pitchFamily="2" charset="-52"/>
              </a:rPr>
              <a:t> </a:t>
            </a:r>
            <a:r>
              <a:rPr lang="ru-RU" sz="2000" dirty="0" err="1">
                <a:solidFill>
                  <a:srgbClr val="08EDE8"/>
                </a:solidFill>
                <a:latin typeface="Montserrat Medium" panose="00000600000000000000" pitchFamily="2" charset="-52"/>
              </a:rPr>
              <a:t>розробки</a:t>
            </a:r>
            <a:endParaRPr lang="ru-RU" sz="2000" dirty="0">
              <a:solidFill>
                <a:srgbClr val="08EDE8"/>
              </a:solidFill>
              <a:latin typeface="Montserrat Medium" panose="00000600000000000000" pitchFamily="2" charset="-52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05EFB26-48E4-4249-A83C-83CC3A8E136C}"/>
              </a:ext>
            </a:extLst>
          </p:cNvPr>
          <p:cNvSpPr txBox="1"/>
          <p:nvPr/>
        </p:nvSpPr>
        <p:spPr>
          <a:xfrm>
            <a:off x="5633742" y="1865195"/>
            <a:ext cx="31715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П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рогноз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ринку до 2034</a:t>
            </a:r>
            <a:r>
              <a:rPr lang="en-US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uk-UA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року</a:t>
            </a:r>
            <a:endParaRPr lang="ru-RU" sz="1400" dirty="0">
              <a:solidFill>
                <a:schemeClr val="bg1"/>
              </a:solidFill>
              <a:latin typeface="Montserrat Medium" panose="00000600000000000000" pitchFamily="2" charset="-52"/>
            </a:endParaRPr>
          </a:p>
        </p:txBody>
      </p:sp>
      <p:pic>
        <p:nvPicPr>
          <p:cNvPr id="68" name="Рисунок 67">
            <a:extLst>
              <a:ext uri="{FF2B5EF4-FFF2-40B4-BE49-F238E27FC236}">
                <a16:creationId xmlns:a16="http://schemas.microsoft.com/office/drawing/2014/main" id="{1976138C-329C-4E83-92D0-4F26E7373F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5635" y="1769207"/>
            <a:ext cx="531424" cy="531424"/>
          </a:xfrm>
          <a:prstGeom prst="rect">
            <a:avLst/>
          </a:prstGeom>
        </p:spPr>
      </p:pic>
      <p:pic>
        <p:nvPicPr>
          <p:cNvPr id="70" name="Рисунок 69">
            <a:extLst>
              <a:ext uri="{FF2B5EF4-FFF2-40B4-BE49-F238E27FC236}">
                <a16:creationId xmlns:a16="http://schemas.microsoft.com/office/drawing/2014/main" id="{5532B5DF-2062-4B98-BCAB-6BEBDFFE84C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45709" y="3876179"/>
            <a:ext cx="531424" cy="531424"/>
          </a:xfrm>
          <a:prstGeom prst="rect">
            <a:avLst/>
          </a:prstGeom>
        </p:spPr>
      </p:pic>
      <p:sp>
        <p:nvSpPr>
          <p:cNvPr id="71" name="TextBox 70">
            <a:extLst>
              <a:ext uri="{FF2B5EF4-FFF2-40B4-BE49-F238E27FC236}">
                <a16:creationId xmlns:a16="http://schemas.microsoft.com/office/drawing/2014/main" id="{31446FF1-A034-4C40-A33C-EE260818F6C1}"/>
              </a:ext>
            </a:extLst>
          </p:cNvPr>
          <p:cNvSpPr txBox="1"/>
          <p:nvPr/>
        </p:nvSpPr>
        <p:spPr>
          <a:xfrm>
            <a:off x="664817" y="4503345"/>
            <a:ext cx="474133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solidFill>
                  <a:srgbClr val="FF0000"/>
                </a:solidFill>
                <a:latin typeface="Montserrat Medium" panose="00000600000000000000" pitchFamily="2" charset="-52"/>
              </a:rPr>
              <a:t>ШІ </a:t>
            </a:r>
            <a:r>
              <a:rPr lang="ru-RU" sz="1400" dirty="0" err="1">
                <a:solidFill>
                  <a:srgbClr val="FF0000"/>
                </a:solidFill>
                <a:latin typeface="Montserrat Medium" panose="00000600000000000000" pitchFamily="2" charset="-52"/>
              </a:rPr>
              <a:t>змінює</a:t>
            </a:r>
            <a:r>
              <a:rPr lang="ru-RU" sz="1400" dirty="0">
                <a:solidFill>
                  <a:srgbClr val="FF0000"/>
                </a:solidFill>
                <a:latin typeface="Montserrat Medium" panose="00000600000000000000" pitchFamily="2" charset="-52"/>
              </a:rPr>
              <a:t> </a:t>
            </a:r>
            <a:r>
              <a:rPr lang="ru-RU" sz="1400" dirty="0" err="1">
                <a:solidFill>
                  <a:srgbClr val="FF0000"/>
                </a:solidFill>
                <a:latin typeface="Montserrat Medium" panose="00000600000000000000" pitchFamily="2" charset="-52"/>
              </a:rPr>
              <a:t>сприйняття</a:t>
            </a:r>
            <a:r>
              <a:rPr lang="ru-RU" sz="1400" dirty="0">
                <a:solidFill>
                  <a:srgbClr val="FF0000"/>
                </a:solidFill>
                <a:latin typeface="Montserrat Medium" panose="00000600000000000000" pitchFamily="2" charset="-52"/>
              </a:rPr>
              <a:t>: </a:t>
            </a:r>
            <a:r>
              <a:rPr lang="ru-RU" sz="1400" dirty="0" err="1">
                <a:solidFill>
                  <a:srgbClr val="FF0000"/>
                </a:solidFill>
                <a:latin typeface="Montserrat Medium" panose="00000600000000000000" pitchFamily="2" charset="-52"/>
              </a:rPr>
              <a:t>світ</a:t>
            </a:r>
            <a:r>
              <a:rPr lang="ru-RU" sz="1400" dirty="0">
                <a:solidFill>
                  <a:srgbClr val="FF0000"/>
                </a:solidFill>
                <a:latin typeface="Montserrat Medium" panose="00000600000000000000" pitchFamily="2" charset="-52"/>
              </a:rPr>
              <a:t> </a:t>
            </a:r>
            <a:r>
              <a:rPr lang="ru-RU" sz="1400" dirty="0" err="1">
                <a:solidFill>
                  <a:srgbClr val="FF0000"/>
                </a:solidFill>
                <a:latin typeface="Montserrat Medium" panose="00000600000000000000" pitchFamily="2" charset="-52"/>
              </a:rPr>
              <a:t>перестає</a:t>
            </a:r>
            <a:r>
              <a:rPr lang="ru-RU" sz="1400" dirty="0">
                <a:solidFill>
                  <a:srgbClr val="FF0000"/>
                </a:solidFill>
                <a:latin typeface="Montserrat Medium" panose="00000600000000000000" pitchFamily="2" charset="-52"/>
              </a:rPr>
              <a:t> бути </a:t>
            </a:r>
            <a:r>
              <a:rPr lang="ru-RU" sz="1400" dirty="0" err="1">
                <a:solidFill>
                  <a:srgbClr val="FF0000"/>
                </a:solidFill>
                <a:latin typeface="Montserrat Medium" panose="00000600000000000000" pitchFamily="2" charset="-52"/>
              </a:rPr>
              <a:t>декорацією</a:t>
            </a:r>
            <a:r>
              <a:rPr lang="ru-RU" sz="1400" dirty="0">
                <a:solidFill>
                  <a:srgbClr val="FF0000"/>
                </a:solidFill>
                <a:latin typeface="Montserrat Medium" panose="00000600000000000000" pitchFamily="2" charset="-52"/>
              </a:rPr>
              <a:t>. </a:t>
            </a:r>
            <a:r>
              <a:rPr lang="ru-RU" sz="1400" dirty="0" err="1">
                <a:solidFill>
                  <a:srgbClr val="FF0000"/>
                </a:solidFill>
                <a:latin typeface="Montserrat Medium" panose="00000600000000000000" pitchFamily="2" charset="-52"/>
              </a:rPr>
              <a:t>Гравець</a:t>
            </a:r>
            <a:r>
              <a:rPr lang="ru-RU" sz="1400" dirty="0">
                <a:solidFill>
                  <a:srgbClr val="FF0000"/>
                </a:solidFill>
                <a:latin typeface="Montserrat Medium" panose="00000600000000000000" pitchFamily="2" charset="-52"/>
              </a:rPr>
              <a:t> </a:t>
            </a:r>
            <a:r>
              <a:rPr lang="ru-RU" sz="1400" dirty="0" err="1">
                <a:solidFill>
                  <a:srgbClr val="FF0000"/>
                </a:solidFill>
                <a:latin typeface="Montserrat Medium" panose="00000600000000000000" pitchFamily="2" charset="-52"/>
              </a:rPr>
              <a:t>відчуває</a:t>
            </a:r>
            <a:r>
              <a:rPr lang="ru-RU" sz="1400" dirty="0">
                <a:solidFill>
                  <a:srgbClr val="FF0000"/>
                </a:solidFill>
                <a:latin typeface="Montserrat Medium" panose="00000600000000000000" pitchFamily="2" charset="-52"/>
              </a:rPr>
              <a:t> </a:t>
            </a:r>
            <a:r>
              <a:rPr lang="ru-RU" sz="1400" dirty="0" err="1">
                <a:solidFill>
                  <a:srgbClr val="FF0000"/>
                </a:solidFill>
                <a:latin typeface="Montserrat Medium" panose="00000600000000000000" pitchFamily="2" charset="-52"/>
              </a:rPr>
              <a:t>віддачу</a:t>
            </a:r>
            <a:r>
              <a:rPr lang="ru-RU" sz="1400" dirty="0">
                <a:solidFill>
                  <a:srgbClr val="FF0000"/>
                </a:solidFill>
                <a:latin typeface="Montserrat Medium" panose="00000600000000000000" pitchFamily="2" charset="-52"/>
              </a:rPr>
              <a:t>, коли NPC </a:t>
            </a:r>
            <a:r>
              <a:rPr lang="ru-RU" sz="1400" dirty="0" err="1">
                <a:solidFill>
                  <a:srgbClr val="FF0000"/>
                </a:solidFill>
                <a:latin typeface="Montserrat Medium" panose="00000600000000000000" pitchFamily="2" charset="-52"/>
              </a:rPr>
              <a:t>реагують</a:t>
            </a:r>
            <a:r>
              <a:rPr lang="ru-RU" sz="1400" dirty="0">
                <a:solidFill>
                  <a:srgbClr val="FF0000"/>
                </a:solidFill>
                <a:latin typeface="Montserrat Medium" panose="00000600000000000000" pitchFamily="2" charset="-52"/>
              </a:rPr>
              <a:t> на </a:t>
            </a:r>
            <a:r>
              <a:rPr lang="ru-RU" sz="1400" dirty="0" err="1">
                <a:solidFill>
                  <a:srgbClr val="FF0000"/>
                </a:solidFill>
                <a:latin typeface="Montserrat Medium" panose="00000600000000000000" pitchFamily="2" charset="-52"/>
              </a:rPr>
              <a:t>його</a:t>
            </a:r>
            <a:r>
              <a:rPr lang="ru-RU" sz="1400" dirty="0">
                <a:solidFill>
                  <a:srgbClr val="FF0000"/>
                </a:solidFill>
                <a:latin typeface="Montserrat Medium" panose="00000600000000000000" pitchFamily="2" charset="-52"/>
              </a:rPr>
              <a:t> стиль </a:t>
            </a:r>
            <a:r>
              <a:rPr lang="ru-RU" sz="1400" dirty="0" err="1">
                <a:solidFill>
                  <a:srgbClr val="FF0000"/>
                </a:solidFill>
                <a:latin typeface="Montserrat Medium" panose="00000600000000000000" pitchFamily="2" charset="-52"/>
              </a:rPr>
              <a:t>гри</a:t>
            </a:r>
            <a:r>
              <a:rPr lang="ru-RU" sz="1400" dirty="0">
                <a:solidFill>
                  <a:srgbClr val="FF0000"/>
                </a:solidFill>
                <a:latin typeface="Montserrat Medium" panose="00000600000000000000" pitchFamily="2" charset="-52"/>
              </a:rPr>
              <a:t>, а не просто </a:t>
            </a:r>
            <a:r>
              <a:rPr lang="ru-RU" sz="1400" dirty="0" err="1">
                <a:solidFill>
                  <a:srgbClr val="FF0000"/>
                </a:solidFill>
                <a:latin typeface="Montserrat Medium" panose="00000600000000000000" pitchFamily="2" charset="-52"/>
              </a:rPr>
              <a:t>ходять</a:t>
            </a:r>
            <a:r>
              <a:rPr lang="ru-RU" sz="1400" dirty="0">
                <a:solidFill>
                  <a:srgbClr val="FF0000"/>
                </a:solidFill>
                <a:latin typeface="Montserrat Medium" panose="00000600000000000000" pitchFamily="2" charset="-52"/>
              </a:rPr>
              <a:t> по колу.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405E7FA-EED3-48D0-ADD3-E8B90F7E30D2}"/>
              </a:ext>
            </a:extLst>
          </p:cNvPr>
          <p:cNvSpPr txBox="1"/>
          <p:nvPr/>
        </p:nvSpPr>
        <p:spPr>
          <a:xfrm>
            <a:off x="664817" y="2322262"/>
            <a:ext cx="474133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ШІ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змінює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сприйняття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: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світ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перестає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бути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декорацією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.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Гравець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відчуває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віддачу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, коли NPC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реагують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на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його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стиль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гри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, а не просто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ходять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по колу.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37F7E35-9E07-412F-912C-88C1A3A461CF}"/>
              </a:ext>
            </a:extLst>
          </p:cNvPr>
          <p:cNvSpPr txBox="1"/>
          <p:nvPr/>
        </p:nvSpPr>
        <p:spPr>
          <a:xfrm>
            <a:off x="5633742" y="2190291"/>
            <a:ext cx="3171586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uk-UA" sz="2800" dirty="0">
                <a:gradFill>
                  <a:gsLst>
                    <a:gs pos="51000">
                      <a:schemeClr val="accent1">
                        <a:lumMod val="5000"/>
                        <a:lumOff val="95000"/>
                      </a:schemeClr>
                    </a:gs>
                    <a:gs pos="39000">
                      <a:srgbClr val="08EDE8"/>
                    </a:gs>
                    <a:gs pos="0">
                      <a:srgbClr val="5FF4FF"/>
                    </a:gs>
                    <a:gs pos="62000">
                      <a:srgbClr val="08EDE8"/>
                    </a:gs>
                    <a:gs pos="100000">
                      <a:srgbClr val="08EDE8"/>
                    </a:gs>
                  </a:gsLst>
                  <a:lin ang="13200000" scaled="0"/>
                </a:gradFill>
                <a:latin typeface="Segoe UI Black" panose="020B0A02040204020203" pitchFamily="34" charset="0"/>
                <a:ea typeface="Segoe UI Black" panose="020B0A02040204020203" pitchFamily="34" charset="0"/>
              </a:rPr>
              <a:t>$37.89млрд</a:t>
            </a:r>
            <a:endParaRPr lang="ru-RU" sz="2800" dirty="0">
              <a:gradFill>
                <a:gsLst>
                  <a:gs pos="51000">
                    <a:schemeClr val="accent1">
                      <a:lumMod val="5000"/>
                      <a:lumOff val="95000"/>
                    </a:schemeClr>
                  </a:gs>
                  <a:gs pos="39000">
                    <a:srgbClr val="08EDE8"/>
                  </a:gs>
                  <a:gs pos="0">
                    <a:srgbClr val="5FF4FF"/>
                  </a:gs>
                  <a:gs pos="62000">
                    <a:srgbClr val="08EDE8"/>
                  </a:gs>
                  <a:gs pos="100000">
                    <a:srgbClr val="08EDE8"/>
                  </a:gs>
                </a:gsLst>
                <a:lin ang="13200000" scaled="0"/>
              </a:gra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898A89E-0318-4A61-97FA-5B0DD95F32CD}"/>
              </a:ext>
            </a:extLst>
          </p:cNvPr>
          <p:cNvSpPr txBox="1"/>
          <p:nvPr/>
        </p:nvSpPr>
        <p:spPr>
          <a:xfrm>
            <a:off x="5700961" y="2780645"/>
            <a:ext cx="310436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Стрімке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зростання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від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простих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ботів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до систем,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що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генерують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цілі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світи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в реальному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часі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.</a:t>
            </a:r>
          </a:p>
        </p:txBody>
      </p:sp>
      <p:pic>
        <p:nvPicPr>
          <p:cNvPr id="80" name="миниДжойстик">
            <a:extLst>
              <a:ext uri="{FF2B5EF4-FFF2-40B4-BE49-F238E27FC236}">
                <a16:creationId xmlns:a16="http://schemas.microsoft.com/office/drawing/2014/main" id="{071CC80B-E9D6-4514-95D5-B61F61B7292E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77" t="15104" r="21770" b="11463"/>
          <a:stretch/>
        </p:blipFill>
        <p:spPr>
          <a:xfrm rot="2335918">
            <a:off x="5397608" y="4268414"/>
            <a:ext cx="2180289" cy="1528035"/>
          </a:xfrm>
          <a:custGeom>
            <a:avLst/>
            <a:gdLst>
              <a:gd name="connsiteX0" fmla="*/ 0 w 1752174"/>
              <a:gd name="connsiteY0" fmla="*/ 0 h 1227994"/>
              <a:gd name="connsiteX1" fmla="*/ 1752174 w 1752174"/>
              <a:gd name="connsiteY1" fmla="*/ 0 h 1227994"/>
              <a:gd name="connsiteX2" fmla="*/ 1752174 w 1752174"/>
              <a:gd name="connsiteY2" fmla="*/ 606495 h 1227994"/>
              <a:gd name="connsiteX3" fmla="*/ 982821 w 1752174"/>
              <a:gd name="connsiteY3" fmla="*/ 1227994 h 1227994"/>
              <a:gd name="connsiteX4" fmla="*/ 55823 w 1752174"/>
              <a:gd name="connsiteY4" fmla="*/ 1227994 h 1227994"/>
              <a:gd name="connsiteX5" fmla="*/ 0 w 1752174"/>
              <a:gd name="connsiteY5" fmla="*/ 1158890 h 12279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52174" h="1227994">
                <a:moveTo>
                  <a:pt x="0" y="0"/>
                </a:moveTo>
                <a:lnTo>
                  <a:pt x="1752174" y="0"/>
                </a:lnTo>
                <a:lnTo>
                  <a:pt x="1752174" y="606495"/>
                </a:lnTo>
                <a:lnTo>
                  <a:pt x="982821" y="1227994"/>
                </a:lnTo>
                <a:lnTo>
                  <a:pt x="55823" y="1227994"/>
                </a:lnTo>
                <a:lnTo>
                  <a:pt x="0" y="1158890"/>
                </a:lnTo>
                <a:close/>
              </a:path>
            </a:pathLst>
          </a:custGeom>
        </p:spPr>
      </p:pic>
      <p:pic>
        <p:nvPicPr>
          <p:cNvPr id="85" name="!!джойстик">
            <a:extLst>
              <a:ext uri="{FF2B5EF4-FFF2-40B4-BE49-F238E27FC236}">
                <a16:creationId xmlns:a16="http://schemas.microsoft.com/office/drawing/2014/main" id="{994BAFB3-08E6-4AE0-A1F9-ACD8F1F50922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77" t="15104" r="21770" b="11463"/>
          <a:stretch/>
        </p:blipFill>
        <p:spPr>
          <a:xfrm rot="3559542">
            <a:off x="14436184" y="1558752"/>
            <a:ext cx="6968054" cy="4883493"/>
          </a:xfrm>
          <a:prstGeom prst="rect">
            <a:avLst/>
          </a:prstGeom>
        </p:spPr>
      </p:pic>
      <p:sp>
        <p:nvSpPr>
          <p:cNvPr id="91" name="!!рам1">
            <a:extLst>
              <a:ext uri="{FF2B5EF4-FFF2-40B4-BE49-F238E27FC236}">
                <a16:creationId xmlns:a16="http://schemas.microsoft.com/office/drawing/2014/main" id="{D614AA44-CA25-4A90-B1E2-7441B324712A}"/>
              </a:ext>
            </a:extLst>
          </p:cNvPr>
          <p:cNvSpPr/>
          <p:nvPr/>
        </p:nvSpPr>
        <p:spPr>
          <a:xfrm>
            <a:off x="-5989583" y="853777"/>
            <a:ext cx="2042613" cy="433765"/>
          </a:xfrm>
          <a:prstGeom prst="roundRect">
            <a:avLst>
              <a:gd name="adj" fmla="val 27335"/>
            </a:avLst>
          </a:prstGeom>
          <a:solidFill>
            <a:schemeClr val="bg1">
              <a:alpha val="20000"/>
            </a:schemeClr>
          </a:solidFill>
          <a:ln w="127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4815A72B-A107-4507-AE01-76A62E8D96FC}"/>
              </a:ext>
            </a:extLst>
          </p:cNvPr>
          <p:cNvSpPr txBox="1"/>
          <p:nvPr/>
        </p:nvSpPr>
        <p:spPr>
          <a:xfrm>
            <a:off x="-6020946" y="862763"/>
            <a:ext cx="20739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8EDE8"/>
                </a:solidFill>
                <a:latin typeface="Montserrat Medium" panose="00000600000000000000" pitchFamily="2" charset="-52"/>
              </a:rPr>
              <a:t>F.E.A.R</a:t>
            </a:r>
            <a:endParaRPr lang="ru-RU" sz="2000" dirty="0">
              <a:solidFill>
                <a:srgbClr val="08EDE8"/>
              </a:solidFill>
              <a:latin typeface="Montserrat Medium" panose="00000600000000000000" pitchFamily="2" charset="-52"/>
            </a:endParaRPr>
          </a:p>
        </p:txBody>
      </p:sp>
      <p:sp>
        <p:nvSpPr>
          <p:cNvPr id="93" name="!!рам2">
            <a:extLst>
              <a:ext uri="{FF2B5EF4-FFF2-40B4-BE49-F238E27FC236}">
                <a16:creationId xmlns:a16="http://schemas.microsoft.com/office/drawing/2014/main" id="{E73E495F-BF27-4D6E-9164-8CC6FFDF00A4}"/>
              </a:ext>
            </a:extLst>
          </p:cNvPr>
          <p:cNvSpPr/>
          <p:nvPr/>
        </p:nvSpPr>
        <p:spPr>
          <a:xfrm>
            <a:off x="-5419612" y="1334598"/>
            <a:ext cx="2042613" cy="433765"/>
          </a:xfrm>
          <a:prstGeom prst="roundRect">
            <a:avLst>
              <a:gd name="adj" fmla="val 27335"/>
            </a:avLst>
          </a:prstGeom>
          <a:solidFill>
            <a:schemeClr val="bg1">
              <a:alpha val="20000"/>
            </a:schemeClr>
          </a:solidFill>
          <a:ln w="127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D7E647AB-D756-4EA3-96AB-78B5E8DC4C0A}"/>
              </a:ext>
            </a:extLst>
          </p:cNvPr>
          <p:cNvSpPr txBox="1"/>
          <p:nvPr/>
        </p:nvSpPr>
        <p:spPr>
          <a:xfrm>
            <a:off x="-5450975" y="1343584"/>
            <a:ext cx="20739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669E9A"/>
                </a:solidFill>
                <a:latin typeface="Montserrat Medium" panose="00000600000000000000" pitchFamily="2" charset="-52"/>
              </a:rPr>
              <a:t>Forza Horizon</a:t>
            </a:r>
            <a:endParaRPr lang="ru-RU" sz="2000" dirty="0">
              <a:solidFill>
                <a:srgbClr val="669E9A"/>
              </a:solidFill>
              <a:latin typeface="Montserrat Medium" panose="00000600000000000000" pitchFamily="2" charset="-52"/>
            </a:endParaRPr>
          </a:p>
        </p:txBody>
      </p:sp>
      <p:sp>
        <p:nvSpPr>
          <p:cNvPr id="95" name="!!рам3">
            <a:extLst>
              <a:ext uri="{FF2B5EF4-FFF2-40B4-BE49-F238E27FC236}">
                <a16:creationId xmlns:a16="http://schemas.microsoft.com/office/drawing/2014/main" id="{14C16A24-DB09-4992-8143-D45C311D2499}"/>
              </a:ext>
            </a:extLst>
          </p:cNvPr>
          <p:cNvSpPr/>
          <p:nvPr/>
        </p:nvSpPr>
        <p:spPr>
          <a:xfrm>
            <a:off x="-4382624" y="1815419"/>
            <a:ext cx="2042613" cy="433765"/>
          </a:xfrm>
          <a:prstGeom prst="roundRect">
            <a:avLst>
              <a:gd name="adj" fmla="val 27335"/>
            </a:avLst>
          </a:prstGeom>
          <a:solidFill>
            <a:schemeClr val="bg1">
              <a:alpha val="20000"/>
            </a:schemeClr>
          </a:solidFill>
          <a:ln w="127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5CA74FF1-3F6C-446B-AFCE-8F333C54890B}"/>
              </a:ext>
            </a:extLst>
          </p:cNvPr>
          <p:cNvSpPr txBox="1"/>
          <p:nvPr/>
        </p:nvSpPr>
        <p:spPr>
          <a:xfrm>
            <a:off x="-4413987" y="1824405"/>
            <a:ext cx="20739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669E9A"/>
                </a:solidFill>
                <a:latin typeface="Montserrat Medium" panose="00000600000000000000" pitchFamily="2" charset="-52"/>
              </a:rPr>
              <a:t>Alien: Isolation</a:t>
            </a:r>
            <a:endParaRPr lang="ru-RU" sz="2000" dirty="0">
              <a:solidFill>
                <a:srgbClr val="669E9A"/>
              </a:solidFill>
              <a:latin typeface="Montserrat Medium" panose="00000600000000000000" pitchFamily="2" charset="-52"/>
            </a:endParaRPr>
          </a:p>
        </p:txBody>
      </p:sp>
      <p:sp>
        <p:nvSpPr>
          <p:cNvPr id="97" name="!!рам4">
            <a:extLst>
              <a:ext uri="{FF2B5EF4-FFF2-40B4-BE49-F238E27FC236}">
                <a16:creationId xmlns:a16="http://schemas.microsoft.com/office/drawing/2014/main" id="{E32ACDCA-3E06-4669-8D4A-89FBC1F4D105}"/>
              </a:ext>
            </a:extLst>
          </p:cNvPr>
          <p:cNvSpPr/>
          <p:nvPr/>
        </p:nvSpPr>
        <p:spPr>
          <a:xfrm>
            <a:off x="-3610447" y="2296240"/>
            <a:ext cx="2042613" cy="433765"/>
          </a:xfrm>
          <a:prstGeom prst="roundRect">
            <a:avLst>
              <a:gd name="adj" fmla="val 27335"/>
            </a:avLst>
          </a:prstGeom>
          <a:solidFill>
            <a:schemeClr val="bg1">
              <a:alpha val="20000"/>
            </a:schemeClr>
          </a:solidFill>
          <a:ln w="127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EEE328E6-D538-4DCA-AE14-42CEAC46E750}"/>
              </a:ext>
            </a:extLst>
          </p:cNvPr>
          <p:cNvSpPr txBox="1"/>
          <p:nvPr/>
        </p:nvSpPr>
        <p:spPr>
          <a:xfrm>
            <a:off x="-3641810" y="2305226"/>
            <a:ext cx="20739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669E9A"/>
                </a:solidFill>
                <a:latin typeface="Montserrat Medium" panose="00000600000000000000" pitchFamily="2" charset="-52"/>
              </a:rPr>
              <a:t>Pac-Man</a:t>
            </a:r>
            <a:endParaRPr lang="ru-RU" sz="2000" dirty="0">
              <a:solidFill>
                <a:srgbClr val="669E9A"/>
              </a:solidFill>
              <a:latin typeface="Montserrat Medium" panose="00000600000000000000" pitchFamily="2" charset="-52"/>
            </a:endParaRPr>
          </a:p>
        </p:txBody>
      </p:sp>
      <p:sp>
        <p:nvSpPr>
          <p:cNvPr id="99" name="!!рам5">
            <a:extLst>
              <a:ext uri="{FF2B5EF4-FFF2-40B4-BE49-F238E27FC236}">
                <a16:creationId xmlns:a16="http://schemas.microsoft.com/office/drawing/2014/main" id="{836331C0-F0F9-46BC-816B-814F7218618E}"/>
              </a:ext>
            </a:extLst>
          </p:cNvPr>
          <p:cNvSpPr/>
          <p:nvPr/>
        </p:nvSpPr>
        <p:spPr>
          <a:xfrm>
            <a:off x="-2788924" y="2777061"/>
            <a:ext cx="2042613" cy="433765"/>
          </a:xfrm>
          <a:prstGeom prst="roundRect">
            <a:avLst>
              <a:gd name="adj" fmla="val 27335"/>
            </a:avLst>
          </a:prstGeom>
          <a:solidFill>
            <a:schemeClr val="bg1">
              <a:alpha val="20000"/>
            </a:schemeClr>
          </a:solidFill>
          <a:ln w="127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CE44E3D9-DB62-4539-A2B6-7E2CAE789E65}"/>
              </a:ext>
            </a:extLst>
          </p:cNvPr>
          <p:cNvSpPr txBox="1"/>
          <p:nvPr/>
        </p:nvSpPr>
        <p:spPr>
          <a:xfrm>
            <a:off x="-2820287" y="2786047"/>
            <a:ext cx="20739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669E9A"/>
                </a:solidFill>
                <a:latin typeface="Montserrat Medium" panose="00000600000000000000" pitchFamily="2" charset="-52"/>
              </a:rPr>
              <a:t>The Sims</a:t>
            </a:r>
            <a:endParaRPr lang="ru-RU" sz="2000" dirty="0">
              <a:solidFill>
                <a:srgbClr val="669E9A"/>
              </a:solidFill>
              <a:latin typeface="Montserrat Medium" panose="000006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40387553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фон">
            <a:extLst>
              <a:ext uri="{FF2B5EF4-FFF2-40B4-BE49-F238E27FC236}">
                <a16:creationId xmlns:a16="http://schemas.microsoft.com/office/drawing/2014/main" id="{123AAA31-15E5-4CD4-90E0-8BA1499E8700}"/>
              </a:ext>
            </a:extLst>
          </p:cNvPr>
          <p:cNvSpPr/>
          <p:nvPr/>
        </p:nvSpPr>
        <p:spPr>
          <a:xfrm>
            <a:off x="-5" y="0"/>
            <a:ext cx="12192000" cy="6858000"/>
          </a:xfrm>
          <a:prstGeom prst="rect">
            <a:avLst/>
          </a:prstGeom>
          <a:gradFill>
            <a:gsLst>
              <a:gs pos="0">
                <a:srgbClr val="1D1D1D"/>
              </a:gs>
              <a:gs pos="100000">
                <a:srgbClr val="1D1D1D"/>
              </a:gs>
            </a:gsLst>
            <a:path path="circle">
              <a:fillToRect r="100000" b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62" name="!!PlayPhoto" descr="F.E.A.R. on Steam">
            <a:extLst>
              <a:ext uri="{FF2B5EF4-FFF2-40B4-BE49-F238E27FC236}">
                <a16:creationId xmlns:a16="http://schemas.microsoft.com/office/drawing/2014/main" id="{347B6F47-1AB9-4E7B-92B1-40010BF68CA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32" b="219"/>
          <a:stretch/>
        </p:blipFill>
        <p:spPr bwMode="auto">
          <a:xfrm>
            <a:off x="4287" y="5423"/>
            <a:ext cx="12183427" cy="68471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затемнение">
            <a:extLst>
              <a:ext uri="{FF2B5EF4-FFF2-40B4-BE49-F238E27FC236}">
                <a16:creationId xmlns:a16="http://schemas.microsoft.com/office/drawing/2014/main" id="{E0257E64-9D7E-4D65-BC1A-436E2C6E99A5}"/>
              </a:ext>
            </a:extLst>
          </p:cNvPr>
          <p:cNvSpPr/>
          <p:nvPr/>
        </p:nvSpPr>
        <p:spPr>
          <a:xfrm>
            <a:off x="-9590" y="0"/>
            <a:ext cx="12220933" cy="6858000"/>
          </a:xfrm>
          <a:prstGeom prst="rect">
            <a:avLst/>
          </a:prstGeom>
          <a:solidFill>
            <a:schemeClr val="tx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8" name="Затемнение низ">
            <a:extLst>
              <a:ext uri="{FF2B5EF4-FFF2-40B4-BE49-F238E27FC236}">
                <a16:creationId xmlns:a16="http://schemas.microsoft.com/office/drawing/2014/main" id="{01F63AF6-2061-4C34-9B9A-D0B30D6C4FC1}"/>
              </a:ext>
            </a:extLst>
          </p:cNvPr>
          <p:cNvSpPr/>
          <p:nvPr/>
        </p:nvSpPr>
        <p:spPr>
          <a:xfrm>
            <a:off x="-9590" y="0"/>
            <a:ext cx="12220933" cy="6847155"/>
          </a:xfrm>
          <a:prstGeom prst="rect">
            <a:avLst/>
          </a:prstGeom>
          <a:gradFill flip="none" rotWithShape="1">
            <a:gsLst>
              <a:gs pos="61000">
                <a:schemeClr val="tx1">
                  <a:alpha val="0"/>
                </a:schemeClr>
              </a:gs>
              <a:gs pos="97000">
                <a:schemeClr val="tx1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3" name="18х12 сетка">
            <a:extLst>
              <a:ext uri="{FF2B5EF4-FFF2-40B4-BE49-F238E27FC236}">
                <a16:creationId xmlns:a16="http://schemas.microsoft.com/office/drawing/2014/main" id="{04138851-021C-4CAD-990D-6CB3C7ABD4FF}"/>
              </a:ext>
            </a:extLst>
          </p:cNvPr>
          <p:cNvGrpSpPr/>
          <p:nvPr/>
        </p:nvGrpSpPr>
        <p:grpSpPr>
          <a:xfrm>
            <a:off x="-9510565" y="-5076340"/>
            <a:ext cx="30344552" cy="17068800"/>
            <a:chOff x="-2" y="0"/>
            <a:chExt cx="12192002" cy="6858000"/>
          </a:xfrm>
        </p:grpSpPr>
        <p:grpSp>
          <p:nvGrpSpPr>
            <p:cNvPr id="4" name="Группа 3">
              <a:extLst>
                <a:ext uri="{FF2B5EF4-FFF2-40B4-BE49-F238E27FC236}">
                  <a16:creationId xmlns:a16="http://schemas.microsoft.com/office/drawing/2014/main" id="{9973B303-2C4F-412C-A298-275073DCC8EE}"/>
                </a:ext>
              </a:extLst>
            </p:cNvPr>
            <p:cNvGrpSpPr/>
            <p:nvPr/>
          </p:nvGrpSpPr>
          <p:grpSpPr>
            <a:xfrm>
              <a:off x="-2" y="0"/>
              <a:ext cx="12192000" cy="6858000"/>
              <a:chOff x="-2" y="0"/>
              <a:chExt cx="8750502" cy="6858000"/>
            </a:xfrm>
            <a:noFill/>
          </p:grpSpPr>
          <p:sp>
            <p:nvSpPr>
              <p:cNvPr id="18" name="Прямоугольник 17">
                <a:extLst>
                  <a:ext uri="{FF2B5EF4-FFF2-40B4-BE49-F238E27FC236}">
                    <a16:creationId xmlns:a16="http://schemas.microsoft.com/office/drawing/2014/main" id="{46CB7FAC-6B87-48C5-8713-3C7386F75E63}"/>
                  </a:ext>
                </a:extLst>
              </p:cNvPr>
              <p:cNvSpPr/>
              <p:nvPr/>
            </p:nvSpPr>
            <p:spPr>
              <a:xfrm>
                <a:off x="-2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9" name="Прямоугольник 18">
                <a:extLst>
                  <a:ext uri="{FF2B5EF4-FFF2-40B4-BE49-F238E27FC236}">
                    <a16:creationId xmlns:a16="http://schemas.microsoft.com/office/drawing/2014/main" id="{383311ED-9D1D-4FBE-9986-1228A12EC5BE}"/>
                  </a:ext>
                </a:extLst>
              </p:cNvPr>
              <p:cNvSpPr/>
              <p:nvPr/>
            </p:nvSpPr>
            <p:spPr>
              <a:xfrm>
                <a:off x="486137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0" name="Прямоугольник 19">
                <a:extLst>
                  <a:ext uri="{FF2B5EF4-FFF2-40B4-BE49-F238E27FC236}">
                    <a16:creationId xmlns:a16="http://schemas.microsoft.com/office/drawing/2014/main" id="{3D3A6D47-E623-417C-AF26-6356086B4A4C}"/>
                  </a:ext>
                </a:extLst>
              </p:cNvPr>
              <p:cNvSpPr/>
              <p:nvPr/>
            </p:nvSpPr>
            <p:spPr>
              <a:xfrm>
                <a:off x="972276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1" name="Прямоугольник 20">
                <a:extLst>
                  <a:ext uri="{FF2B5EF4-FFF2-40B4-BE49-F238E27FC236}">
                    <a16:creationId xmlns:a16="http://schemas.microsoft.com/office/drawing/2014/main" id="{771DDD40-CB71-466A-BAB7-BFDF8548D333}"/>
                  </a:ext>
                </a:extLst>
              </p:cNvPr>
              <p:cNvSpPr/>
              <p:nvPr/>
            </p:nvSpPr>
            <p:spPr>
              <a:xfrm>
                <a:off x="1458415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2" name="Прямоугольник 21">
                <a:extLst>
                  <a:ext uri="{FF2B5EF4-FFF2-40B4-BE49-F238E27FC236}">
                    <a16:creationId xmlns:a16="http://schemas.microsoft.com/office/drawing/2014/main" id="{A8544190-7CC9-4B5E-A97F-14E8B2A09888}"/>
                  </a:ext>
                </a:extLst>
              </p:cNvPr>
              <p:cNvSpPr/>
              <p:nvPr/>
            </p:nvSpPr>
            <p:spPr>
              <a:xfrm>
                <a:off x="1944554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3" name="Прямоугольник 22">
                <a:extLst>
                  <a:ext uri="{FF2B5EF4-FFF2-40B4-BE49-F238E27FC236}">
                    <a16:creationId xmlns:a16="http://schemas.microsoft.com/office/drawing/2014/main" id="{50B7B3E2-D833-476C-BE86-53CF4497ED46}"/>
                  </a:ext>
                </a:extLst>
              </p:cNvPr>
              <p:cNvSpPr/>
              <p:nvPr/>
            </p:nvSpPr>
            <p:spPr>
              <a:xfrm>
                <a:off x="2430693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4" name="Прямоугольник 23">
                <a:extLst>
                  <a:ext uri="{FF2B5EF4-FFF2-40B4-BE49-F238E27FC236}">
                    <a16:creationId xmlns:a16="http://schemas.microsoft.com/office/drawing/2014/main" id="{0E8745C2-72BC-43C7-8E1D-553262D8A1CC}"/>
                  </a:ext>
                </a:extLst>
              </p:cNvPr>
              <p:cNvSpPr/>
              <p:nvPr/>
            </p:nvSpPr>
            <p:spPr>
              <a:xfrm>
                <a:off x="2916832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5" name="Прямоугольник 24">
                <a:extLst>
                  <a:ext uri="{FF2B5EF4-FFF2-40B4-BE49-F238E27FC236}">
                    <a16:creationId xmlns:a16="http://schemas.microsoft.com/office/drawing/2014/main" id="{820061A3-CA59-41E2-9F01-C120BE276011}"/>
                  </a:ext>
                </a:extLst>
              </p:cNvPr>
              <p:cNvSpPr/>
              <p:nvPr/>
            </p:nvSpPr>
            <p:spPr>
              <a:xfrm>
                <a:off x="3402971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6" name="Прямоугольник 25">
                <a:extLst>
                  <a:ext uri="{FF2B5EF4-FFF2-40B4-BE49-F238E27FC236}">
                    <a16:creationId xmlns:a16="http://schemas.microsoft.com/office/drawing/2014/main" id="{9784F627-96D6-42F7-95D5-281CD27833F3}"/>
                  </a:ext>
                </a:extLst>
              </p:cNvPr>
              <p:cNvSpPr/>
              <p:nvPr/>
            </p:nvSpPr>
            <p:spPr>
              <a:xfrm>
                <a:off x="3889110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7" name="Прямоугольник 26">
                <a:extLst>
                  <a:ext uri="{FF2B5EF4-FFF2-40B4-BE49-F238E27FC236}">
                    <a16:creationId xmlns:a16="http://schemas.microsoft.com/office/drawing/2014/main" id="{B0EC3FCC-3242-4A5F-BA9A-F5CB3D6DD528}"/>
                  </a:ext>
                </a:extLst>
              </p:cNvPr>
              <p:cNvSpPr/>
              <p:nvPr/>
            </p:nvSpPr>
            <p:spPr>
              <a:xfrm>
                <a:off x="4375249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8" name="Прямоугольник 27">
                <a:extLst>
                  <a:ext uri="{FF2B5EF4-FFF2-40B4-BE49-F238E27FC236}">
                    <a16:creationId xmlns:a16="http://schemas.microsoft.com/office/drawing/2014/main" id="{62D52256-2091-4666-B455-AB3FBB190AA1}"/>
                  </a:ext>
                </a:extLst>
              </p:cNvPr>
              <p:cNvSpPr/>
              <p:nvPr/>
            </p:nvSpPr>
            <p:spPr>
              <a:xfrm>
                <a:off x="4861388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9" name="Прямоугольник 28">
                <a:extLst>
                  <a:ext uri="{FF2B5EF4-FFF2-40B4-BE49-F238E27FC236}">
                    <a16:creationId xmlns:a16="http://schemas.microsoft.com/office/drawing/2014/main" id="{A79CB188-05E5-497F-80E2-C95B441C7AC0}"/>
                  </a:ext>
                </a:extLst>
              </p:cNvPr>
              <p:cNvSpPr/>
              <p:nvPr/>
            </p:nvSpPr>
            <p:spPr>
              <a:xfrm>
                <a:off x="5347527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0" name="Прямоугольник 29">
                <a:extLst>
                  <a:ext uri="{FF2B5EF4-FFF2-40B4-BE49-F238E27FC236}">
                    <a16:creationId xmlns:a16="http://schemas.microsoft.com/office/drawing/2014/main" id="{38FDC722-3787-4DF2-8923-6A7C34AEF92B}"/>
                  </a:ext>
                </a:extLst>
              </p:cNvPr>
              <p:cNvSpPr/>
              <p:nvPr/>
            </p:nvSpPr>
            <p:spPr>
              <a:xfrm>
                <a:off x="5833666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1" name="Прямоугольник 30">
                <a:extLst>
                  <a:ext uri="{FF2B5EF4-FFF2-40B4-BE49-F238E27FC236}">
                    <a16:creationId xmlns:a16="http://schemas.microsoft.com/office/drawing/2014/main" id="{BE88DBD0-26E3-449B-AF20-9C3C9D4F1638}"/>
                  </a:ext>
                </a:extLst>
              </p:cNvPr>
              <p:cNvSpPr/>
              <p:nvPr/>
            </p:nvSpPr>
            <p:spPr>
              <a:xfrm>
                <a:off x="6319805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2" name="Прямоугольник 31">
                <a:extLst>
                  <a:ext uri="{FF2B5EF4-FFF2-40B4-BE49-F238E27FC236}">
                    <a16:creationId xmlns:a16="http://schemas.microsoft.com/office/drawing/2014/main" id="{776F27DC-E892-4D73-B0F8-118D14F67E32}"/>
                  </a:ext>
                </a:extLst>
              </p:cNvPr>
              <p:cNvSpPr/>
              <p:nvPr/>
            </p:nvSpPr>
            <p:spPr>
              <a:xfrm>
                <a:off x="6805944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3" name="Прямоугольник 32">
                <a:extLst>
                  <a:ext uri="{FF2B5EF4-FFF2-40B4-BE49-F238E27FC236}">
                    <a16:creationId xmlns:a16="http://schemas.microsoft.com/office/drawing/2014/main" id="{152D549E-C182-431B-8732-F0705454200E}"/>
                  </a:ext>
                </a:extLst>
              </p:cNvPr>
              <p:cNvSpPr/>
              <p:nvPr/>
            </p:nvSpPr>
            <p:spPr>
              <a:xfrm>
                <a:off x="7292083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4" name="Прямоугольник 33">
                <a:extLst>
                  <a:ext uri="{FF2B5EF4-FFF2-40B4-BE49-F238E27FC236}">
                    <a16:creationId xmlns:a16="http://schemas.microsoft.com/office/drawing/2014/main" id="{4E7C4C47-3AC0-44BC-98DC-E3D035569674}"/>
                  </a:ext>
                </a:extLst>
              </p:cNvPr>
              <p:cNvSpPr/>
              <p:nvPr/>
            </p:nvSpPr>
            <p:spPr>
              <a:xfrm>
                <a:off x="7778222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5" name="Прямоугольник 34">
                <a:extLst>
                  <a:ext uri="{FF2B5EF4-FFF2-40B4-BE49-F238E27FC236}">
                    <a16:creationId xmlns:a16="http://schemas.microsoft.com/office/drawing/2014/main" id="{9643B8DE-ADFC-4106-8B2A-6B39CF7089EE}"/>
                  </a:ext>
                </a:extLst>
              </p:cNvPr>
              <p:cNvSpPr/>
              <p:nvPr/>
            </p:nvSpPr>
            <p:spPr>
              <a:xfrm>
                <a:off x="8264361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grpSp>
          <p:nvGrpSpPr>
            <p:cNvPr id="5" name="Группа 4">
              <a:extLst>
                <a:ext uri="{FF2B5EF4-FFF2-40B4-BE49-F238E27FC236}">
                  <a16:creationId xmlns:a16="http://schemas.microsoft.com/office/drawing/2014/main" id="{49791603-02CE-4D09-8544-98B85158BB13}"/>
                </a:ext>
              </a:extLst>
            </p:cNvPr>
            <p:cNvGrpSpPr/>
            <p:nvPr/>
          </p:nvGrpSpPr>
          <p:grpSpPr>
            <a:xfrm>
              <a:off x="0" y="0"/>
              <a:ext cx="12192000" cy="6858000"/>
              <a:chOff x="0" y="0"/>
              <a:chExt cx="12192000" cy="6400800"/>
            </a:xfrm>
            <a:noFill/>
          </p:grpSpPr>
          <p:sp>
            <p:nvSpPr>
              <p:cNvPr id="6" name="Прямоугольник 5">
                <a:extLst>
                  <a:ext uri="{FF2B5EF4-FFF2-40B4-BE49-F238E27FC236}">
                    <a16:creationId xmlns:a16="http://schemas.microsoft.com/office/drawing/2014/main" id="{92031D28-254C-471F-96DA-8CB271766BEE}"/>
                  </a:ext>
                </a:extLst>
              </p:cNvPr>
              <p:cNvSpPr/>
              <p:nvPr/>
            </p:nvSpPr>
            <p:spPr>
              <a:xfrm>
                <a:off x="0" y="0"/>
                <a:ext cx="12192000" cy="5334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7" name="Прямоугольник 6">
                <a:extLst>
                  <a:ext uri="{FF2B5EF4-FFF2-40B4-BE49-F238E27FC236}">
                    <a16:creationId xmlns:a16="http://schemas.microsoft.com/office/drawing/2014/main" id="{9CBDAA7A-D429-43F2-A2EE-1E07EB443F3E}"/>
                  </a:ext>
                </a:extLst>
              </p:cNvPr>
              <p:cNvSpPr/>
              <p:nvPr/>
            </p:nvSpPr>
            <p:spPr>
              <a:xfrm>
                <a:off x="0" y="533400"/>
                <a:ext cx="12192000" cy="5334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8" name="Прямоугольник 7">
                <a:extLst>
                  <a:ext uri="{FF2B5EF4-FFF2-40B4-BE49-F238E27FC236}">
                    <a16:creationId xmlns:a16="http://schemas.microsoft.com/office/drawing/2014/main" id="{1D10029B-6BAB-4E5E-9438-484EE11EF512}"/>
                  </a:ext>
                </a:extLst>
              </p:cNvPr>
              <p:cNvSpPr/>
              <p:nvPr/>
            </p:nvSpPr>
            <p:spPr>
              <a:xfrm>
                <a:off x="0" y="1066800"/>
                <a:ext cx="12192000" cy="5334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9" name="Прямоугольник 8">
                <a:extLst>
                  <a:ext uri="{FF2B5EF4-FFF2-40B4-BE49-F238E27FC236}">
                    <a16:creationId xmlns:a16="http://schemas.microsoft.com/office/drawing/2014/main" id="{E469515C-BABE-429E-BD96-D6201E064EE4}"/>
                  </a:ext>
                </a:extLst>
              </p:cNvPr>
              <p:cNvSpPr/>
              <p:nvPr/>
            </p:nvSpPr>
            <p:spPr>
              <a:xfrm>
                <a:off x="0" y="1600200"/>
                <a:ext cx="12192000" cy="5334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0" name="Прямоугольник 9">
                <a:extLst>
                  <a:ext uri="{FF2B5EF4-FFF2-40B4-BE49-F238E27FC236}">
                    <a16:creationId xmlns:a16="http://schemas.microsoft.com/office/drawing/2014/main" id="{83D20425-307C-44C1-94BC-2CF65A58DF57}"/>
                  </a:ext>
                </a:extLst>
              </p:cNvPr>
              <p:cNvSpPr/>
              <p:nvPr/>
            </p:nvSpPr>
            <p:spPr>
              <a:xfrm>
                <a:off x="0" y="2133600"/>
                <a:ext cx="12192000" cy="5334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1" name="Прямоугольник 10">
                <a:extLst>
                  <a:ext uri="{FF2B5EF4-FFF2-40B4-BE49-F238E27FC236}">
                    <a16:creationId xmlns:a16="http://schemas.microsoft.com/office/drawing/2014/main" id="{60897EA5-6CDE-4BE9-A4EA-331BE755ECB3}"/>
                  </a:ext>
                </a:extLst>
              </p:cNvPr>
              <p:cNvSpPr/>
              <p:nvPr/>
            </p:nvSpPr>
            <p:spPr>
              <a:xfrm>
                <a:off x="0" y="2667000"/>
                <a:ext cx="12192000" cy="5334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2" name="Прямоугольник 11">
                <a:extLst>
                  <a:ext uri="{FF2B5EF4-FFF2-40B4-BE49-F238E27FC236}">
                    <a16:creationId xmlns:a16="http://schemas.microsoft.com/office/drawing/2014/main" id="{F52D57F8-967A-465E-B2FD-95D3308E6B25}"/>
                  </a:ext>
                </a:extLst>
              </p:cNvPr>
              <p:cNvSpPr/>
              <p:nvPr/>
            </p:nvSpPr>
            <p:spPr>
              <a:xfrm>
                <a:off x="0" y="3200400"/>
                <a:ext cx="12192000" cy="5334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3" name="Прямоугольник 12">
                <a:extLst>
                  <a:ext uri="{FF2B5EF4-FFF2-40B4-BE49-F238E27FC236}">
                    <a16:creationId xmlns:a16="http://schemas.microsoft.com/office/drawing/2014/main" id="{E5E3D5BD-7AD4-4228-B7CA-E471F644A3BA}"/>
                  </a:ext>
                </a:extLst>
              </p:cNvPr>
              <p:cNvSpPr/>
              <p:nvPr/>
            </p:nvSpPr>
            <p:spPr>
              <a:xfrm>
                <a:off x="0" y="3733800"/>
                <a:ext cx="12192000" cy="5334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4" name="Прямоугольник 13">
                <a:extLst>
                  <a:ext uri="{FF2B5EF4-FFF2-40B4-BE49-F238E27FC236}">
                    <a16:creationId xmlns:a16="http://schemas.microsoft.com/office/drawing/2014/main" id="{CC0CCDAB-789D-4D99-BF0F-55067D6E55D2}"/>
                  </a:ext>
                </a:extLst>
              </p:cNvPr>
              <p:cNvSpPr/>
              <p:nvPr/>
            </p:nvSpPr>
            <p:spPr>
              <a:xfrm>
                <a:off x="0" y="4267200"/>
                <a:ext cx="12192000" cy="5334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5" name="Прямоугольник 14">
                <a:extLst>
                  <a:ext uri="{FF2B5EF4-FFF2-40B4-BE49-F238E27FC236}">
                    <a16:creationId xmlns:a16="http://schemas.microsoft.com/office/drawing/2014/main" id="{94B2E5C6-0BC0-4BAC-B0E1-A2FD92B91FC0}"/>
                  </a:ext>
                </a:extLst>
              </p:cNvPr>
              <p:cNvSpPr/>
              <p:nvPr/>
            </p:nvSpPr>
            <p:spPr>
              <a:xfrm>
                <a:off x="0" y="4800600"/>
                <a:ext cx="12192000" cy="5334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6" name="Прямоугольник 15">
                <a:extLst>
                  <a:ext uri="{FF2B5EF4-FFF2-40B4-BE49-F238E27FC236}">
                    <a16:creationId xmlns:a16="http://schemas.microsoft.com/office/drawing/2014/main" id="{DC6ABE7E-1967-4DE3-BA13-E016E8644F1B}"/>
                  </a:ext>
                </a:extLst>
              </p:cNvPr>
              <p:cNvSpPr/>
              <p:nvPr/>
            </p:nvSpPr>
            <p:spPr>
              <a:xfrm>
                <a:off x="0" y="5334000"/>
                <a:ext cx="12192000" cy="5334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7" name="Прямоугольник 16">
                <a:extLst>
                  <a:ext uri="{FF2B5EF4-FFF2-40B4-BE49-F238E27FC236}">
                    <a16:creationId xmlns:a16="http://schemas.microsoft.com/office/drawing/2014/main" id="{45B014AE-172C-41CD-8940-49259D24A242}"/>
                  </a:ext>
                </a:extLst>
              </p:cNvPr>
              <p:cNvSpPr/>
              <p:nvPr/>
            </p:nvSpPr>
            <p:spPr>
              <a:xfrm>
                <a:off x="0" y="5867400"/>
                <a:ext cx="12192000" cy="5334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</p:grpSp>
      <p:pic>
        <p:nvPicPr>
          <p:cNvPr id="82" name="Рисунок 81">
            <a:extLst>
              <a:ext uri="{FF2B5EF4-FFF2-40B4-BE49-F238E27FC236}">
                <a16:creationId xmlns:a16="http://schemas.microsoft.com/office/drawing/2014/main" id="{39704819-94F2-4591-BEB1-8661E55DAD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714401" flipH="1">
            <a:off x="11521677" y="2748883"/>
            <a:ext cx="4570857" cy="6858000"/>
          </a:xfrm>
          <a:prstGeom prst="rect">
            <a:avLst/>
          </a:prstGeom>
        </p:spPr>
      </p:pic>
      <p:sp>
        <p:nvSpPr>
          <p:cNvPr id="48" name="Прямоугольник: скругленные углы 47">
            <a:extLst>
              <a:ext uri="{FF2B5EF4-FFF2-40B4-BE49-F238E27FC236}">
                <a16:creationId xmlns:a16="http://schemas.microsoft.com/office/drawing/2014/main" id="{EEB094A8-DD98-4681-A8FA-2D6D77FACA84}"/>
              </a:ext>
            </a:extLst>
          </p:cNvPr>
          <p:cNvSpPr/>
          <p:nvPr/>
        </p:nvSpPr>
        <p:spPr>
          <a:xfrm>
            <a:off x="-12413462" y="1725200"/>
            <a:ext cx="4741336" cy="1891553"/>
          </a:xfrm>
          <a:prstGeom prst="roundRect">
            <a:avLst>
              <a:gd name="adj" fmla="val 10843"/>
            </a:avLst>
          </a:prstGeom>
          <a:solidFill>
            <a:schemeClr val="bg1">
              <a:alpha val="20000"/>
            </a:schemeClr>
          </a:solidFill>
          <a:ln w="127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6" name="Прямоугольник: скругленные углы 55">
            <a:extLst>
              <a:ext uri="{FF2B5EF4-FFF2-40B4-BE49-F238E27FC236}">
                <a16:creationId xmlns:a16="http://schemas.microsoft.com/office/drawing/2014/main" id="{E8B6D647-6B07-45B8-AE36-C6DB0C184D53}"/>
              </a:ext>
            </a:extLst>
          </p:cNvPr>
          <p:cNvSpPr/>
          <p:nvPr/>
        </p:nvSpPr>
        <p:spPr>
          <a:xfrm>
            <a:off x="-3275711" y="1714240"/>
            <a:ext cx="3171586" cy="4000500"/>
          </a:xfrm>
          <a:prstGeom prst="roundRect">
            <a:avLst>
              <a:gd name="adj" fmla="val 5898"/>
            </a:avLst>
          </a:prstGeom>
          <a:solidFill>
            <a:schemeClr val="bg1">
              <a:alpha val="20000"/>
            </a:schemeClr>
          </a:solidFill>
          <a:ln w="127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7" name="Прямоугольник: скругленные углы 56">
            <a:extLst>
              <a:ext uri="{FF2B5EF4-FFF2-40B4-BE49-F238E27FC236}">
                <a16:creationId xmlns:a16="http://schemas.microsoft.com/office/drawing/2014/main" id="{3EB25760-E152-4741-ACA5-FE5B90F3E1E3}"/>
              </a:ext>
            </a:extLst>
          </p:cNvPr>
          <p:cNvSpPr/>
          <p:nvPr/>
        </p:nvSpPr>
        <p:spPr>
          <a:xfrm>
            <a:off x="-9498058" y="3823317"/>
            <a:ext cx="4741336" cy="1891553"/>
          </a:xfrm>
          <a:prstGeom prst="roundRect">
            <a:avLst>
              <a:gd name="adj" fmla="val 10843"/>
            </a:avLst>
          </a:prstGeom>
          <a:solidFill>
            <a:schemeClr val="bg1">
              <a:alpha val="20000"/>
            </a:schemeClr>
          </a:solidFill>
          <a:ln w="127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88F6501-BDC2-4A86-954D-9629362586D3}"/>
              </a:ext>
            </a:extLst>
          </p:cNvPr>
          <p:cNvSpPr txBox="1"/>
          <p:nvPr/>
        </p:nvSpPr>
        <p:spPr>
          <a:xfrm>
            <a:off x="-11860910" y="1873379"/>
            <a:ext cx="20126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solidFill>
                  <a:srgbClr val="08EDE8"/>
                </a:solidFill>
                <a:latin typeface="Montserrat Medium" panose="00000600000000000000" pitchFamily="2" charset="-52"/>
              </a:rPr>
              <a:t>Імерсивність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513FD88-390E-41FE-8B89-D8330CF26328}"/>
              </a:ext>
            </a:extLst>
          </p:cNvPr>
          <p:cNvSpPr txBox="1"/>
          <p:nvPr/>
        </p:nvSpPr>
        <p:spPr>
          <a:xfrm>
            <a:off x="-8945507" y="4001283"/>
            <a:ext cx="33227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 err="1">
                <a:solidFill>
                  <a:srgbClr val="08EDE8"/>
                </a:solidFill>
                <a:latin typeface="Montserrat Medium" panose="00000600000000000000" pitchFamily="2" charset="-52"/>
              </a:rPr>
              <a:t>Доступність</a:t>
            </a:r>
            <a:r>
              <a:rPr lang="ru-RU" sz="2000" dirty="0">
                <a:solidFill>
                  <a:srgbClr val="08EDE8"/>
                </a:solidFill>
                <a:latin typeface="Montserrat Medium" panose="00000600000000000000" pitchFamily="2" charset="-52"/>
              </a:rPr>
              <a:t> </a:t>
            </a:r>
            <a:r>
              <a:rPr lang="ru-RU" sz="2000" dirty="0" err="1">
                <a:solidFill>
                  <a:srgbClr val="08EDE8"/>
                </a:solidFill>
                <a:latin typeface="Montserrat Medium" panose="00000600000000000000" pitchFamily="2" charset="-52"/>
              </a:rPr>
              <a:t>розробки</a:t>
            </a:r>
            <a:endParaRPr lang="ru-RU" sz="2000" dirty="0">
              <a:solidFill>
                <a:srgbClr val="08EDE8"/>
              </a:solidFill>
              <a:latin typeface="Montserrat Medium" panose="00000600000000000000" pitchFamily="2" charset="-52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05EFB26-48E4-4249-A83C-83CC3A8E136C}"/>
              </a:ext>
            </a:extLst>
          </p:cNvPr>
          <p:cNvSpPr txBox="1"/>
          <p:nvPr/>
        </p:nvSpPr>
        <p:spPr>
          <a:xfrm>
            <a:off x="-3275712" y="1865195"/>
            <a:ext cx="31715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П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рогноз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ринку до 2034</a:t>
            </a:r>
            <a:r>
              <a:rPr lang="en-US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uk-UA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року</a:t>
            </a:r>
            <a:endParaRPr lang="ru-RU" sz="1400" dirty="0">
              <a:solidFill>
                <a:schemeClr val="bg1"/>
              </a:solidFill>
              <a:latin typeface="Montserrat Medium" panose="00000600000000000000" pitchFamily="2" charset="-52"/>
            </a:endParaRPr>
          </a:p>
        </p:txBody>
      </p:sp>
      <p:pic>
        <p:nvPicPr>
          <p:cNvPr id="68" name="Рисунок 67">
            <a:extLst>
              <a:ext uri="{FF2B5EF4-FFF2-40B4-BE49-F238E27FC236}">
                <a16:creationId xmlns:a16="http://schemas.microsoft.com/office/drawing/2014/main" id="{1976138C-329C-4E83-92D0-4F26E7373F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12345151" y="1769207"/>
            <a:ext cx="531424" cy="531424"/>
          </a:xfrm>
          <a:prstGeom prst="rect">
            <a:avLst/>
          </a:prstGeom>
        </p:spPr>
      </p:pic>
      <p:pic>
        <p:nvPicPr>
          <p:cNvPr id="70" name="Рисунок 69">
            <a:extLst>
              <a:ext uri="{FF2B5EF4-FFF2-40B4-BE49-F238E27FC236}">
                <a16:creationId xmlns:a16="http://schemas.microsoft.com/office/drawing/2014/main" id="{5532B5DF-2062-4B98-BCAB-6BEBDFFE84C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9429673" y="3876179"/>
            <a:ext cx="531424" cy="531424"/>
          </a:xfrm>
          <a:prstGeom prst="rect">
            <a:avLst/>
          </a:prstGeom>
        </p:spPr>
      </p:pic>
      <p:sp>
        <p:nvSpPr>
          <p:cNvPr id="71" name="TextBox 70">
            <a:extLst>
              <a:ext uri="{FF2B5EF4-FFF2-40B4-BE49-F238E27FC236}">
                <a16:creationId xmlns:a16="http://schemas.microsoft.com/office/drawing/2014/main" id="{31446FF1-A034-4C40-A33C-EE260818F6C1}"/>
              </a:ext>
            </a:extLst>
          </p:cNvPr>
          <p:cNvSpPr txBox="1"/>
          <p:nvPr/>
        </p:nvSpPr>
        <p:spPr>
          <a:xfrm>
            <a:off x="-9510565" y="4503345"/>
            <a:ext cx="474133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solidFill>
                  <a:srgbClr val="FF0000"/>
                </a:solidFill>
                <a:latin typeface="Montserrat Medium" panose="00000600000000000000" pitchFamily="2" charset="-52"/>
              </a:rPr>
              <a:t>ШІ </a:t>
            </a:r>
            <a:r>
              <a:rPr lang="ru-RU" sz="1400" dirty="0" err="1">
                <a:solidFill>
                  <a:srgbClr val="FF0000"/>
                </a:solidFill>
                <a:latin typeface="Montserrat Medium" panose="00000600000000000000" pitchFamily="2" charset="-52"/>
              </a:rPr>
              <a:t>змінює</a:t>
            </a:r>
            <a:r>
              <a:rPr lang="ru-RU" sz="1400" dirty="0">
                <a:solidFill>
                  <a:srgbClr val="FF0000"/>
                </a:solidFill>
                <a:latin typeface="Montserrat Medium" panose="00000600000000000000" pitchFamily="2" charset="-52"/>
              </a:rPr>
              <a:t> </a:t>
            </a:r>
            <a:r>
              <a:rPr lang="ru-RU" sz="1400" dirty="0" err="1">
                <a:solidFill>
                  <a:srgbClr val="FF0000"/>
                </a:solidFill>
                <a:latin typeface="Montserrat Medium" panose="00000600000000000000" pitchFamily="2" charset="-52"/>
              </a:rPr>
              <a:t>сприйняття</a:t>
            </a:r>
            <a:r>
              <a:rPr lang="ru-RU" sz="1400" dirty="0">
                <a:solidFill>
                  <a:srgbClr val="FF0000"/>
                </a:solidFill>
                <a:latin typeface="Montserrat Medium" panose="00000600000000000000" pitchFamily="2" charset="-52"/>
              </a:rPr>
              <a:t>: </a:t>
            </a:r>
            <a:r>
              <a:rPr lang="ru-RU" sz="1400" dirty="0" err="1">
                <a:solidFill>
                  <a:srgbClr val="FF0000"/>
                </a:solidFill>
                <a:latin typeface="Montserrat Medium" panose="00000600000000000000" pitchFamily="2" charset="-52"/>
              </a:rPr>
              <a:t>світ</a:t>
            </a:r>
            <a:r>
              <a:rPr lang="ru-RU" sz="1400" dirty="0">
                <a:solidFill>
                  <a:srgbClr val="FF0000"/>
                </a:solidFill>
                <a:latin typeface="Montserrat Medium" panose="00000600000000000000" pitchFamily="2" charset="-52"/>
              </a:rPr>
              <a:t> </a:t>
            </a:r>
            <a:r>
              <a:rPr lang="ru-RU" sz="1400" dirty="0" err="1">
                <a:solidFill>
                  <a:srgbClr val="FF0000"/>
                </a:solidFill>
                <a:latin typeface="Montserrat Medium" panose="00000600000000000000" pitchFamily="2" charset="-52"/>
              </a:rPr>
              <a:t>перестає</a:t>
            </a:r>
            <a:r>
              <a:rPr lang="ru-RU" sz="1400" dirty="0">
                <a:solidFill>
                  <a:srgbClr val="FF0000"/>
                </a:solidFill>
                <a:latin typeface="Montserrat Medium" panose="00000600000000000000" pitchFamily="2" charset="-52"/>
              </a:rPr>
              <a:t> бути </a:t>
            </a:r>
            <a:r>
              <a:rPr lang="ru-RU" sz="1400" dirty="0" err="1">
                <a:solidFill>
                  <a:srgbClr val="FF0000"/>
                </a:solidFill>
                <a:latin typeface="Montserrat Medium" panose="00000600000000000000" pitchFamily="2" charset="-52"/>
              </a:rPr>
              <a:t>декорацією</a:t>
            </a:r>
            <a:r>
              <a:rPr lang="ru-RU" sz="1400" dirty="0">
                <a:solidFill>
                  <a:srgbClr val="FF0000"/>
                </a:solidFill>
                <a:latin typeface="Montserrat Medium" panose="00000600000000000000" pitchFamily="2" charset="-52"/>
              </a:rPr>
              <a:t>. </a:t>
            </a:r>
            <a:r>
              <a:rPr lang="ru-RU" sz="1400" dirty="0" err="1">
                <a:solidFill>
                  <a:srgbClr val="FF0000"/>
                </a:solidFill>
                <a:latin typeface="Montserrat Medium" panose="00000600000000000000" pitchFamily="2" charset="-52"/>
              </a:rPr>
              <a:t>Гравець</a:t>
            </a:r>
            <a:r>
              <a:rPr lang="ru-RU" sz="1400" dirty="0">
                <a:solidFill>
                  <a:srgbClr val="FF0000"/>
                </a:solidFill>
                <a:latin typeface="Montserrat Medium" panose="00000600000000000000" pitchFamily="2" charset="-52"/>
              </a:rPr>
              <a:t> </a:t>
            </a:r>
            <a:r>
              <a:rPr lang="ru-RU" sz="1400" dirty="0" err="1">
                <a:solidFill>
                  <a:srgbClr val="FF0000"/>
                </a:solidFill>
                <a:latin typeface="Montserrat Medium" panose="00000600000000000000" pitchFamily="2" charset="-52"/>
              </a:rPr>
              <a:t>відчуває</a:t>
            </a:r>
            <a:r>
              <a:rPr lang="ru-RU" sz="1400" dirty="0">
                <a:solidFill>
                  <a:srgbClr val="FF0000"/>
                </a:solidFill>
                <a:latin typeface="Montserrat Medium" panose="00000600000000000000" pitchFamily="2" charset="-52"/>
              </a:rPr>
              <a:t> </a:t>
            </a:r>
            <a:r>
              <a:rPr lang="ru-RU" sz="1400" dirty="0" err="1">
                <a:solidFill>
                  <a:srgbClr val="FF0000"/>
                </a:solidFill>
                <a:latin typeface="Montserrat Medium" panose="00000600000000000000" pitchFamily="2" charset="-52"/>
              </a:rPr>
              <a:t>віддачу</a:t>
            </a:r>
            <a:r>
              <a:rPr lang="ru-RU" sz="1400" dirty="0">
                <a:solidFill>
                  <a:srgbClr val="FF0000"/>
                </a:solidFill>
                <a:latin typeface="Montserrat Medium" panose="00000600000000000000" pitchFamily="2" charset="-52"/>
              </a:rPr>
              <a:t>, коли NPC </a:t>
            </a:r>
            <a:r>
              <a:rPr lang="ru-RU" sz="1400" dirty="0" err="1">
                <a:solidFill>
                  <a:srgbClr val="FF0000"/>
                </a:solidFill>
                <a:latin typeface="Montserrat Medium" panose="00000600000000000000" pitchFamily="2" charset="-52"/>
              </a:rPr>
              <a:t>реагують</a:t>
            </a:r>
            <a:r>
              <a:rPr lang="ru-RU" sz="1400" dirty="0">
                <a:solidFill>
                  <a:srgbClr val="FF0000"/>
                </a:solidFill>
                <a:latin typeface="Montserrat Medium" panose="00000600000000000000" pitchFamily="2" charset="-52"/>
              </a:rPr>
              <a:t> на </a:t>
            </a:r>
            <a:r>
              <a:rPr lang="ru-RU" sz="1400" dirty="0" err="1">
                <a:solidFill>
                  <a:srgbClr val="FF0000"/>
                </a:solidFill>
                <a:latin typeface="Montserrat Medium" panose="00000600000000000000" pitchFamily="2" charset="-52"/>
              </a:rPr>
              <a:t>його</a:t>
            </a:r>
            <a:r>
              <a:rPr lang="ru-RU" sz="1400" dirty="0">
                <a:solidFill>
                  <a:srgbClr val="FF0000"/>
                </a:solidFill>
                <a:latin typeface="Montserrat Medium" panose="00000600000000000000" pitchFamily="2" charset="-52"/>
              </a:rPr>
              <a:t> стиль </a:t>
            </a:r>
            <a:r>
              <a:rPr lang="ru-RU" sz="1400" dirty="0" err="1">
                <a:solidFill>
                  <a:srgbClr val="FF0000"/>
                </a:solidFill>
                <a:latin typeface="Montserrat Medium" panose="00000600000000000000" pitchFamily="2" charset="-52"/>
              </a:rPr>
              <a:t>гри</a:t>
            </a:r>
            <a:r>
              <a:rPr lang="ru-RU" sz="1400" dirty="0">
                <a:solidFill>
                  <a:srgbClr val="FF0000"/>
                </a:solidFill>
                <a:latin typeface="Montserrat Medium" panose="00000600000000000000" pitchFamily="2" charset="-52"/>
              </a:rPr>
              <a:t>, а не просто </a:t>
            </a:r>
            <a:r>
              <a:rPr lang="ru-RU" sz="1400" dirty="0" err="1">
                <a:solidFill>
                  <a:srgbClr val="FF0000"/>
                </a:solidFill>
                <a:latin typeface="Montserrat Medium" panose="00000600000000000000" pitchFamily="2" charset="-52"/>
              </a:rPr>
              <a:t>ходять</a:t>
            </a:r>
            <a:r>
              <a:rPr lang="ru-RU" sz="1400" dirty="0">
                <a:solidFill>
                  <a:srgbClr val="FF0000"/>
                </a:solidFill>
                <a:latin typeface="Montserrat Medium" panose="00000600000000000000" pitchFamily="2" charset="-52"/>
              </a:rPr>
              <a:t> по колу.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405E7FA-EED3-48D0-ADD3-E8B90F7E30D2}"/>
              </a:ext>
            </a:extLst>
          </p:cNvPr>
          <p:cNvSpPr txBox="1"/>
          <p:nvPr/>
        </p:nvSpPr>
        <p:spPr>
          <a:xfrm>
            <a:off x="-12425969" y="2322262"/>
            <a:ext cx="474133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ШІ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змінює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сприйняття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: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світ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перестає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бути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декорацією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.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Гравець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відчуває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віддачу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, коли NPC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реагують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на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його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стиль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гри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, а не просто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ходять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по колу.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37F7E35-9E07-412F-912C-88C1A3A461CF}"/>
              </a:ext>
            </a:extLst>
          </p:cNvPr>
          <p:cNvSpPr txBox="1"/>
          <p:nvPr/>
        </p:nvSpPr>
        <p:spPr>
          <a:xfrm>
            <a:off x="-3275712" y="2190291"/>
            <a:ext cx="3171586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uk-UA" sz="2800" dirty="0">
                <a:gradFill>
                  <a:gsLst>
                    <a:gs pos="51000">
                      <a:schemeClr val="accent1">
                        <a:lumMod val="5000"/>
                        <a:lumOff val="95000"/>
                      </a:schemeClr>
                    </a:gs>
                    <a:gs pos="39000">
                      <a:srgbClr val="08EDE8"/>
                    </a:gs>
                    <a:gs pos="0">
                      <a:srgbClr val="5FF4FF"/>
                    </a:gs>
                    <a:gs pos="62000">
                      <a:srgbClr val="08EDE8"/>
                    </a:gs>
                    <a:gs pos="100000">
                      <a:srgbClr val="08EDE8"/>
                    </a:gs>
                  </a:gsLst>
                  <a:lin ang="13200000" scaled="0"/>
                </a:gradFill>
                <a:latin typeface="Segoe UI Black" panose="020B0A02040204020203" pitchFamily="34" charset="0"/>
                <a:ea typeface="Segoe UI Black" panose="020B0A02040204020203" pitchFamily="34" charset="0"/>
              </a:rPr>
              <a:t>$37.89млрд</a:t>
            </a:r>
            <a:endParaRPr lang="ru-RU" sz="2800" dirty="0">
              <a:gradFill>
                <a:gsLst>
                  <a:gs pos="51000">
                    <a:schemeClr val="accent1">
                      <a:lumMod val="5000"/>
                      <a:lumOff val="95000"/>
                    </a:schemeClr>
                  </a:gs>
                  <a:gs pos="39000">
                    <a:srgbClr val="08EDE8"/>
                  </a:gs>
                  <a:gs pos="0">
                    <a:srgbClr val="5FF4FF"/>
                  </a:gs>
                  <a:gs pos="62000">
                    <a:srgbClr val="08EDE8"/>
                  </a:gs>
                  <a:gs pos="100000">
                    <a:srgbClr val="08EDE8"/>
                  </a:gs>
                </a:gsLst>
                <a:lin ang="13200000" scaled="0"/>
              </a:gra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898A89E-0318-4A61-97FA-5B0DD95F32CD}"/>
              </a:ext>
            </a:extLst>
          </p:cNvPr>
          <p:cNvSpPr txBox="1"/>
          <p:nvPr/>
        </p:nvSpPr>
        <p:spPr>
          <a:xfrm>
            <a:off x="-3208493" y="2780645"/>
            <a:ext cx="310436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Стрімке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зростання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від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простих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ботів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до систем,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що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генерують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цілі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світи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в реальному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часі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.</a:t>
            </a:r>
          </a:p>
        </p:txBody>
      </p:sp>
      <p:pic>
        <p:nvPicPr>
          <p:cNvPr id="61" name="миниДжойстик">
            <a:extLst>
              <a:ext uri="{FF2B5EF4-FFF2-40B4-BE49-F238E27FC236}">
                <a16:creationId xmlns:a16="http://schemas.microsoft.com/office/drawing/2014/main" id="{A17584B8-9902-414D-A447-0745C12A570E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66062" t="-128771" r="227320" b="155339"/>
          <a:stretch/>
        </p:blipFill>
        <p:spPr>
          <a:xfrm rot="2335918">
            <a:off x="5397608" y="4268414"/>
            <a:ext cx="2180289" cy="1528035"/>
          </a:xfrm>
          <a:custGeom>
            <a:avLst/>
            <a:gdLst>
              <a:gd name="connsiteX0" fmla="*/ 0 w 1752174"/>
              <a:gd name="connsiteY0" fmla="*/ 0 h 1227994"/>
              <a:gd name="connsiteX1" fmla="*/ 1752174 w 1752174"/>
              <a:gd name="connsiteY1" fmla="*/ 0 h 1227994"/>
              <a:gd name="connsiteX2" fmla="*/ 1752174 w 1752174"/>
              <a:gd name="connsiteY2" fmla="*/ 606495 h 1227994"/>
              <a:gd name="connsiteX3" fmla="*/ 982821 w 1752174"/>
              <a:gd name="connsiteY3" fmla="*/ 1227994 h 1227994"/>
              <a:gd name="connsiteX4" fmla="*/ 55823 w 1752174"/>
              <a:gd name="connsiteY4" fmla="*/ 1227994 h 1227994"/>
              <a:gd name="connsiteX5" fmla="*/ 0 w 1752174"/>
              <a:gd name="connsiteY5" fmla="*/ 1158890 h 12279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52174" h="1227994">
                <a:moveTo>
                  <a:pt x="0" y="0"/>
                </a:moveTo>
                <a:lnTo>
                  <a:pt x="1752174" y="0"/>
                </a:lnTo>
                <a:lnTo>
                  <a:pt x="1752174" y="606495"/>
                </a:lnTo>
                <a:lnTo>
                  <a:pt x="982821" y="1227994"/>
                </a:lnTo>
                <a:lnTo>
                  <a:pt x="55823" y="1227994"/>
                </a:lnTo>
                <a:lnTo>
                  <a:pt x="0" y="1158890"/>
                </a:lnTo>
                <a:close/>
              </a:path>
            </a:pathLst>
          </a:custGeom>
        </p:spPr>
      </p:pic>
      <p:cxnSp>
        <p:nvCxnSpPr>
          <p:cNvPr id="83" name="вертикаль">
            <a:extLst>
              <a:ext uri="{FF2B5EF4-FFF2-40B4-BE49-F238E27FC236}">
                <a16:creationId xmlns:a16="http://schemas.microsoft.com/office/drawing/2014/main" id="{DCD21CE6-7B73-44C8-ABED-2B45E79B26CF}"/>
              </a:ext>
            </a:extLst>
          </p:cNvPr>
          <p:cNvCxnSpPr>
            <a:cxnSpLocks/>
          </p:cNvCxnSpPr>
          <p:nvPr/>
        </p:nvCxnSpPr>
        <p:spPr>
          <a:xfrm>
            <a:off x="11495307" y="21834"/>
            <a:ext cx="19354" cy="6872452"/>
          </a:xfrm>
          <a:prstGeom prst="line">
            <a:avLst/>
          </a:prstGeom>
          <a:ln w="12700">
            <a:solidFill>
              <a:srgbClr val="08EDE8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горизонт">
            <a:extLst>
              <a:ext uri="{FF2B5EF4-FFF2-40B4-BE49-F238E27FC236}">
                <a16:creationId xmlns:a16="http://schemas.microsoft.com/office/drawing/2014/main" id="{8E24FD12-6F19-4398-B603-22615E908799}"/>
              </a:ext>
            </a:extLst>
          </p:cNvPr>
          <p:cNvCxnSpPr>
            <a:cxnSpLocks/>
          </p:cNvCxnSpPr>
          <p:nvPr/>
        </p:nvCxnSpPr>
        <p:spPr>
          <a:xfrm>
            <a:off x="19349" y="6286500"/>
            <a:ext cx="12191994" cy="0"/>
          </a:xfrm>
          <a:prstGeom prst="line">
            <a:avLst/>
          </a:prstGeom>
          <a:ln w="12700">
            <a:solidFill>
              <a:srgbClr val="08EDE8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декор">
            <a:extLst>
              <a:ext uri="{FF2B5EF4-FFF2-40B4-BE49-F238E27FC236}">
                <a16:creationId xmlns:a16="http://schemas.microsoft.com/office/drawing/2014/main" id="{49274652-B192-EDCA-1B55-F082F3B88EF7}"/>
              </a:ext>
            </a:extLst>
          </p:cNvPr>
          <p:cNvSpPr txBox="1"/>
          <p:nvPr/>
        </p:nvSpPr>
        <p:spPr>
          <a:xfrm>
            <a:off x="1" y="6222657"/>
            <a:ext cx="121919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rgbClr val="06A29E">
                    <a:alpha val="10000"/>
                  </a:srgb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Project: Artificial Intelligence</a:t>
            </a:r>
            <a:endParaRPr lang="ru-UA" sz="3600" dirty="0">
              <a:solidFill>
                <a:srgbClr val="06A29E">
                  <a:alpha val="10000"/>
                </a:srgbClr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62BF7BF-BC4B-4325-B8D1-9BAC365E2B8B}"/>
              </a:ext>
            </a:extLst>
          </p:cNvPr>
          <p:cNvSpPr txBox="1"/>
          <p:nvPr/>
        </p:nvSpPr>
        <p:spPr>
          <a:xfrm>
            <a:off x="86518" y="73778"/>
            <a:ext cx="60058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 err="1">
                <a:solidFill>
                  <a:srgbClr val="08EDE8"/>
                </a:solidFill>
                <a:latin typeface="Montserrat SemiBold" panose="00000700000000000000" pitchFamily="2" charset="-52"/>
              </a:rPr>
              <a:t>Яскраві</a:t>
            </a:r>
            <a:r>
              <a:rPr lang="ru-RU" sz="2800" dirty="0">
                <a:solidFill>
                  <a:srgbClr val="08EDE8"/>
                </a:solidFill>
                <a:latin typeface="Montserrat SemiBold" panose="00000700000000000000" pitchFamily="2" charset="-52"/>
              </a:rPr>
              <a:t> </a:t>
            </a:r>
            <a:r>
              <a:rPr lang="ru-RU" sz="2800" dirty="0" err="1">
                <a:solidFill>
                  <a:srgbClr val="08EDE8"/>
                </a:solidFill>
                <a:latin typeface="Montserrat SemiBold" panose="00000700000000000000" pitchFamily="2" charset="-52"/>
              </a:rPr>
              <a:t>приклади</a:t>
            </a:r>
            <a:r>
              <a:rPr lang="ru-RU" sz="2800" dirty="0">
                <a:solidFill>
                  <a:srgbClr val="08EDE8"/>
                </a:solidFill>
                <a:latin typeface="Montserrat SemiBold" panose="00000700000000000000" pitchFamily="2" charset="-52"/>
              </a:rPr>
              <a:t> </a:t>
            </a:r>
            <a:r>
              <a:rPr lang="ru-RU" sz="2800" dirty="0" err="1">
                <a:solidFill>
                  <a:srgbClr val="08EDE8"/>
                </a:solidFill>
                <a:latin typeface="Montserrat SemiBold" panose="00000700000000000000" pitchFamily="2" charset="-52"/>
              </a:rPr>
              <a:t>ігрового</a:t>
            </a:r>
            <a:r>
              <a:rPr lang="ru-RU" sz="2800" dirty="0">
                <a:solidFill>
                  <a:srgbClr val="08EDE8"/>
                </a:solidFill>
                <a:latin typeface="Montserrat SemiBold" panose="00000700000000000000" pitchFamily="2" charset="-52"/>
              </a:rPr>
              <a:t> ШІ</a:t>
            </a:r>
          </a:p>
        </p:txBody>
      </p:sp>
      <p:sp>
        <p:nvSpPr>
          <p:cNvPr id="66" name="!!рам1">
            <a:extLst>
              <a:ext uri="{FF2B5EF4-FFF2-40B4-BE49-F238E27FC236}">
                <a16:creationId xmlns:a16="http://schemas.microsoft.com/office/drawing/2014/main" id="{7B947CFA-0608-4312-8A41-0FE7C97BBDCE}"/>
              </a:ext>
            </a:extLst>
          </p:cNvPr>
          <p:cNvSpPr/>
          <p:nvPr/>
        </p:nvSpPr>
        <p:spPr>
          <a:xfrm>
            <a:off x="708689" y="853777"/>
            <a:ext cx="2042613" cy="433765"/>
          </a:xfrm>
          <a:prstGeom prst="roundRect">
            <a:avLst>
              <a:gd name="adj" fmla="val 27335"/>
            </a:avLst>
          </a:prstGeom>
          <a:solidFill>
            <a:schemeClr val="bg1">
              <a:alpha val="20000"/>
            </a:schemeClr>
          </a:solidFill>
          <a:ln w="127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9534EB0-C0FA-4024-ABED-011020A16824}"/>
              </a:ext>
            </a:extLst>
          </p:cNvPr>
          <p:cNvSpPr txBox="1"/>
          <p:nvPr/>
        </p:nvSpPr>
        <p:spPr>
          <a:xfrm>
            <a:off x="677326" y="862763"/>
            <a:ext cx="20739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8EDE8"/>
                </a:solidFill>
                <a:latin typeface="Montserrat Medium" panose="00000600000000000000" pitchFamily="2" charset="-52"/>
              </a:rPr>
              <a:t>F.E.A.R</a:t>
            </a:r>
            <a:endParaRPr lang="ru-RU" sz="2000" dirty="0">
              <a:solidFill>
                <a:srgbClr val="08EDE8"/>
              </a:solidFill>
              <a:latin typeface="Montserrat Medium" panose="00000600000000000000" pitchFamily="2" charset="-52"/>
            </a:endParaRPr>
          </a:p>
        </p:txBody>
      </p:sp>
      <p:sp>
        <p:nvSpPr>
          <p:cNvPr id="90" name="!!рам2">
            <a:extLst>
              <a:ext uri="{FF2B5EF4-FFF2-40B4-BE49-F238E27FC236}">
                <a16:creationId xmlns:a16="http://schemas.microsoft.com/office/drawing/2014/main" id="{DE438ABD-C8B7-4893-8B3D-713F2938BF56}"/>
              </a:ext>
            </a:extLst>
          </p:cNvPr>
          <p:cNvSpPr/>
          <p:nvPr/>
        </p:nvSpPr>
        <p:spPr>
          <a:xfrm>
            <a:off x="175491" y="1334598"/>
            <a:ext cx="2042613" cy="433765"/>
          </a:xfrm>
          <a:prstGeom prst="roundRect">
            <a:avLst>
              <a:gd name="adj" fmla="val 27335"/>
            </a:avLst>
          </a:prstGeom>
          <a:solidFill>
            <a:schemeClr val="bg1">
              <a:alpha val="20000"/>
            </a:schemeClr>
          </a:solidFill>
          <a:ln w="127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A9DB35F4-3979-4A78-B5BF-1B322FE0F646}"/>
              </a:ext>
            </a:extLst>
          </p:cNvPr>
          <p:cNvSpPr txBox="1"/>
          <p:nvPr/>
        </p:nvSpPr>
        <p:spPr>
          <a:xfrm>
            <a:off x="144128" y="1343584"/>
            <a:ext cx="20739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669E9A"/>
                </a:solidFill>
                <a:latin typeface="Montserrat Medium" panose="00000600000000000000" pitchFamily="2" charset="-52"/>
              </a:rPr>
              <a:t>Forza Horizon</a:t>
            </a:r>
            <a:endParaRPr lang="ru-RU" sz="2000" dirty="0">
              <a:solidFill>
                <a:srgbClr val="669E9A"/>
              </a:solidFill>
              <a:latin typeface="Montserrat Medium" panose="00000600000000000000" pitchFamily="2" charset="-52"/>
            </a:endParaRPr>
          </a:p>
        </p:txBody>
      </p:sp>
      <p:sp>
        <p:nvSpPr>
          <p:cNvPr id="92" name="!!рам3">
            <a:extLst>
              <a:ext uri="{FF2B5EF4-FFF2-40B4-BE49-F238E27FC236}">
                <a16:creationId xmlns:a16="http://schemas.microsoft.com/office/drawing/2014/main" id="{2A800CEC-9690-47EE-A7CE-F47479032859}"/>
              </a:ext>
            </a:extLst>
          </p:cNvPr>
          <p:cNvSpPr/>
          <p:nvPr/>
        </p:nvSpPr>
        <p:spPr>
          <a:xfrm>
            <a:off x="175491" y="1815419"/>
            <a:ext cx="2042613" cy="433765"/>
          </a:xfrm>
          <a:prstGeom prst="roundRect">
            <a:avLst>
              <a:gd name="adj" fmla="val 27335"/>
            </a:avLst>
          </a:prstGeom>
          <a:solidFill>
            <a:schemeClr val="bg1">
              <a:alpha val="20000"/>
            </a:schemeClr>
          </a:solidFill>
          <a:ln w="127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4FBAD4D3-E93A-4859-89F0-000C135DC792}"/>
              </a:ext>
            </a:extLst>
          </p:cNvPr>
          <p:cNvSpPr txBox="1"/>
          <p:nvPr/>
        </p:nvSpPr>
        <p:spPr>
          <a:xfrm>
            <a:off x="144128" y="1824405"/>
            <a:ext cx="20739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669E9A"/>
                </a:solidFill>
                <a:latin typeface="Montserrat Medium" panose="00000600000000000000" pitchFamily="2" charset="-52"/>
              </a:rPr>
              <a:t>Alien: Isolation</a:t>
            </a:r>
            <a:endParaRPr lang="ru-RU" sz="2000" dirty="0">
              <a:solidFill>
                <a:srgbClr val="669E9A"/>
              </a:solidFill>
              <a:latin typeface="Montserrat Medium" panose="00000600000000000000" pitchFamily="2" charset="-52"/>
            </a:endParaRPr>
          </a:p>
        </p:txBody>
      </p:sp>
      <p:sp>
        <p:nvSpPr>
          <p:cNvPr id="94" name="!!рам4">
            <a:extLst>
              <a:ext uri="{FF2B5EF4-FFF2-40B4-BE49-F238E27FC236}">
                <a16:creationId xmlns:a16="http://schemas.microsoft.com/office/drawing/2014/main" id="{66650FA4-B782-4771-B5EB-3D778F55B0C7}"/>
              </a:ext>
            </a:extLst>
          </p:cNvPr>
          <p:cNvSpPr/>
          <p:nvPr/>
        </p:nvSpPr>
        <p:spPr>
          <a:xfrm>
            <a:off x="175491" y="2296240"/>
            <a:ext cx="2042613" cy="433765"/>
          </a:xfrm>
          <a:prstGeom prst="roundRect">
            <a:avLst>
              <a:gd name="adj" fmla="val 27335"/>
            </a:avLst>
          </a:prstGeom>
          <a:solidFill>
            <a:schemeClr val="bg1">
              <a:alpha val="20000"/>
            </a:schemeClr>
          </a:solidFill>
          <a:ln w="127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3FC90FD2-C2B1-4174-84B0-8D4C93CCD427}"/>
              </a:ext>
            </a:extLst>
          </p:cNvPr>
          <p:cNvSpPr txBox="1"/>
          <p:nvPr/>
        </p:nvSpPr>
        <p:spPr>
          <a:xfrm>
            <a:off x="144128" y="2305226"/>
            <a:ext cx="20739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669E9A"/>
                </a:solidFill>
                <a:latin typeface="Montserrat Medium" panose="00000600000000000000" pitchFamily="2" charset="-52"/>
              </a:rPr>
              <a:t>Pac-Man</a:t>
            </a:r>
            <a:endParaRPr lang="ru-RU" sz="2000" dirty="0">
              <a:solidFill>
                <a:srgbClr val="669E9A"/>
              </a:solidFill>
              <a:latin typeface="Montserrat Medium" panose="00000600000000000000" pitchFamily="2" charset="-52"/>
            </a:endParaRPr>
          </a:p>
        </p:txBody>
      </p:sp>
      <p:sp>
        <p:nvSpPr>
          <p:cNvPr id="96" name="!!рам5">
            <a:extLst>
              <a:ext uri="{FF2B5EF4-FFF2-40B4-BE49-F238E27FC236}">
                <a16:creationId xmlns:a16="http://schemas.microsoft.com/office/drawing/2014/main" id="{A2E49239-63F7-405B-88B4-61B6A2E92071}"/>
              </a:ext>
            </a:extLst>
          </p:cNvPr>
          <p:cNvSpPr/>
          <p:nvPr/>
        </p:nvSpPr>
        <p:spPr>
          <a:xfrm>
            <a:off x="175491" y="2777061"/>
            <a:ext cx="2042613" cy="433765"/>
          </a:xfrm>
          <a:prstGeom prst="roundRect">
            <a:avLst>
              <a:gd name="adj" fmla="val 27335"/>
            </a:avLst>
          </a:prstGeom>
          <a:solidFill>
            <a:schemeClr val="bg1">
              <a:alpha val="20000"/>
            </a:schemeClr>
          </a:solidFill>
          <a:ln w="127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66D52391-D9CF-4B32-BDC6-71EA805FC242}"/>
              </a:ext>
            </a:extLst>
          </p:cNvPr>
          <p:cNvSpPr txBox="1"/>
          <p:nvPr/>
        </p:nvSpPr>
        <p:spPr>
          <a:xfrm>
            <a:off x="144128" y="2786047"/>
            <a:ext cx="20739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669E9A"/>
                </a:solidFill>
                <a:latin typeface="Montserrat Medium" panose="00000600000000000000" pitchFamily="2" charset="-52"/>
              </a:rPr>
              <a:t>The Sims</a:t>
            </a:r>
            <a:endParaRPr lang="ru-RU" sz="2000" dirty="0">
              <a:solidFill>
                <a:srgbClr val="669E9A"/>
              </a:solidFill>
              <a:latin typeface="Montserrat Medium" panose="00000600000000000000" pitchFamily="2" charset="-52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232D38C-9A4C-4806-9542-C2730197D83A}"/>
              </a:ext>
            </a:extLst>
          </p:cNvPr>
          <p:cNvSpPr txBox="1"/>
          <p:nvPr/>
        </p:nvSpPr>
        <p:spPr>
          <a:xfrm>
            <a:off x="76571" y="5312092"/>
            <a:ext cx="460755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Революційне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використання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системи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планування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– супротивники тактично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взаємодіють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,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використовують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укриття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і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спілкуються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по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рації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для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координації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штурму.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520F23B-D5A1-4756-A264-C834097AD9FD}"/>
              </a:ext>
            </a:extLst>
          </p:cNvPr>
          <p:cNvSpPr txBox="1"/>
          <p:nvPr/>
        </p:nvSpPr>
        <p:spPr>
          <a:xfrm>
            <a:off x="-1404321" y="-3968509"/>
            <a:ext cx="1518285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Примеры реализации игрового ИИ</a:t>
            </a:r>
          </a:p>
          <a:p>
            <a:r>
              <a:rPr lang="ru-RU" dirty="0"/>
              <a:t>Для демонстрации эволюции подходов в индустрии рассмотрим пять ключевых проектов: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1" dirty="0" err="1"/>
              <a:t>Pac</a:t>
            </a:r>
            <a:r>
              <a:rPr lang="ru-RU" b="1" dirty="0"/>
              <a:t>-Man (1980):</a:t>
            </a:r>
            <a:r>
              <a:rPr lang="ru-RU" dirty="0"/>
              <a:t> Использование детерминированных алгоритмов, где каждый из четырех противников имеет уникальный паттерн движения (преследование, перехват, патрулирование), создающий групповую динамику.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1" dirty="0"/>
              <a:t>F.E.A.R. (2005):</a:t>
            </a:r>
            <a:r>
              <a:rPr lang="ru-RU" dirty="0"/>
              <a:t> Внедрение системы планирования GOAP (</a:t>
            </a:r>
            <a:r>
              <a:rPr lang="ru-RU" dirty="0" err="1"/>
              <a:t>Goal-Oriented</a:t>
            </a:r>
            <a:r>
              <a:rPr lang="ru-RU" dirty="0"/>
              <a:t> Action Planning), позволяющей NPC динамически выстраивать цепочки действий для достижения тактических целей.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1" dirty="0"/>
              <a:t>The </a:t>
            </a:r>
            <a:r>
              <a:rPr lang="ru-RU" b="1" dirty="0" err="1"/>
              <a:t>Sims</a:t>
            </a:r>
            <a:r>
              <a:rPr lang="ru-RU" b="1" dirty="0"/>
              <a:t>:</a:t>
            </a:r>
            <a:r>
              <a:rPr lang="ru-RU" dirty="0"/>
              <a:t> Применение «Utility-</a:t>
            </a:r>
            <a:r>
              <a:rPr lang="ru-RU" dirty="0" err="1"/>
              <a:t>based</a:t>
            </a:r>
            <a:r>
              <a:rPr lang="ru-RU" dirty="0"/>
              <a:t> AI», где выбор действия персонажа зависит от динамически меняющихся весов приоритетов и иерархии потребностей.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1" dirty="0" err="1"/>
              <a:t>Alien</a:t>
            </a:r>
            <a:r>
              <a:rPr lang="ru-RU" b="1" dirty="0"/>
              <a:t>: </a:t>
            </a:r>
            <a:r>
              <a:rPr lang="ru-RU" b="1" dirty="0" err="1"/>
              <a:t>Isolation</a:t>
            </a:r>
            <a:r>
              <a:rPr lang="ru-RU" b="1" dirty="0"/>
              <a:t>:</a:t>
            </a:r>
            <a:r>
              <a:rPr lang="ru-RU" dirty="0"/>
              <a:t> Использование двухуровневой архитектуры («Директор» и «Охотник»), где система верхнего уровня передает контекстную информацию агенту для адаптации к стилю игры пользователя.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1" dirty="0" err="1"/>
              <a:t>Forza</a:t>
            </a:r>
            <a:r>
              <a:rPr lang="ru-RU" b="1" dirty="0"/>
              <a:t> </a:t>
            </a:r>
            <a:r>
              <a:rPr lang="ru-RU" b="1" dirty="0" err="1"/>
              <a:t>Horizon</a:t>
            </a:r>
            <a:r>
              <a:rPr lang="ru-RU" b="1" dirty="0"/>
              <a:t>:</a:t>
            </a:r>
            <a:r>
              <a:rPr lang="ru-RU" dirty="0"/>
              <a:t> Реализация технологии </a:t>
            </a:r>
            <a:r>
              <a:rPr lang="ru-RU" dirty="0" err="1"/>
              <a:t>Drivatar</a:t>
            </a:r>
            <a:r>
              <a:rPr lang="ru-RU" dirty="0"/>
              <a:t> на базе нейросетей, которая анализирует телеметрию реальных игроков для имитации их стиля вождения в автономных заездах.</a:t>
            </a:r>
          </a:p>
        </p:txBody>
      </p:sp>
    </p:spTree>
    <p:extLst>
      <p:ext uri="{BB962C8B-B14F-4D97-AF65-F5344CB8AC3E}">
        <p14:creationId xmlns:p14="http://schemas.microsoft.com/office/powerpoint/2010/main" val="6873729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фон">
            <a:extLst>
              <a:ext uri="{FF2B5EF4-FFF2-40B4-BE49-F238E27FC236}">
                <a16:creationId xmlns:a16="http://schemas.microsoft.com/office/drawing/2014/main" id="{123AAA31-15E5-4CD4-90E0-8BA1499E8700}"/>
              </a:ext>
            </a:extLst>
          </p:cNvPr>
          <p:cNvSpPr/>
          <p:nvPr/>
        </p:nvSpPr>
        <p:spPr>
          <a:xfrm>
            <a:off x="-5" y="0"/>
            <a:ext cx="12192000" cy="6858000"/>
          </a:xfrm>
          <a:prstGeom prst="rect">
            <a:avLst/>
          </a:prstGeom>
          <a:gradFill>
            <a:gsLst>
              <a:gs pos="0">
                <a:srgbClr val="1D1D1D"/>
              </a:gs>
              <a:gs pos="100000">
                <a:srgbClr val="1D1D1D"/>
              </a:gs>
            </a:gsLst>
            <a:path path="circle">
              <a:fillToRect r="100000" b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2050" name="!!PlayPhoto" descr="Forza Horizon Wallpapers (79 images) - WallpaperCat">
            <a:extLst>
              <a:ext uri="{FF2B5EF4-FFF2-40B4-BE49-F238E27FC236}">
                <a16:creationId xmlns:a16="http://schemas.microsoft.com/office/drawing/2014/main" id="{0F93B688-AD91-447C-8332-B398D133E1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затемнение">
            <a:extLst>
              <a:ext uri="{FF2B5EF4-FFF2-40B4-BE49-F238E27FC236}">
                <a16:creationId xmlns:a16="http://schemas.microsoft.com/office/drawing/2014/main" id="{E0257E64-9D7E-4D65-BC1A-436E2C6E99A5}"/>
              </a:ext>
            </a:extLst>
          </p:cNvPr>
          <p:cNvSpPr/>
          <p:nvPr/>
        </p:nvSpPr>
        <p:spPr>
          <a:xfrm>
            <a:off x="-9590" y="0"/>
            <a:ext cx="12220933" cy="6858000"/>
          </a:xfrm>
          <a:prstGeom prst="rect">
            <a:avLst/>
          </a:prstGeom>
          <a:solidFill>
            <a:schemeClr val="tx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8" name="Затемнение низ">
            <a:extLst>
              <a:ext uri="{FF2B5EF4-FFF2-40B4-BE49-F238E27FC236}">
                <a16:creationId xmlns:a16="http://schemas.microsoft.com/office/drawing/2014/main" id="{01F63AF6-2061-4C34-9B9A-D0B30D6C4FC1}"/>
              </a:ext>
            </a:extLst>
          </p:cNvPr>
          <p:cNvSpPr/>
          <p:nvPr/>
        </p:nvSpPr>
        <p:spPr>
          <a:xfrm>
            <a:off x="-9590" y="0"/>
            <a:ext cx="12220933" cy="6847155"/>
          </a:xfrm>
          <a:prstGeom prst="rect">
            <a:avLst/>
          </a:prstGeom>
          <a:gradFill flip="none" rotWithShape="1">
            <a:gsLst>
              <a:gs pos="61000">
                <a:schemeClr val="tx1">
                  <a:alpha val="0"/>
                </a:schemeClr>
              </a:gs>
              <a:gs pos="97000">
                <a:schemeClr val="tx1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3" name="18х12 сетка">
            <a:extLst>
              <a:ext uri="{FF2B5EF4-FFF2-40B4-BE49-F238E27FC236}">
                <a16:creationId xmlns:a16="http://schemas.microsoft.com/office/drawing/2014/main" id="{04138851-021C-4CAD-990D-6CB3C7ABD4FF}"/>
              </a:ext>
            </a:extLst>
          </p:cNvPr>
          <p:cNvGrpSpPr/>
          <p:nvPr/>
        </p:nvGrpSpPr>
        <p:grpSpPr>
          <a:xfrm>
            <a:off x="-9510565" y="-5076340"/>
            <a:ext cx="30344552" cy="17068800"/>
            <a:chOff x="-2" y="0"/>
            <a:chExt cx="12192002" cy="6858000"/>
          </a:xfrm>
        </p:grpSpPr>
        <p:grpSp>
          <p:nvGrpSpPr>
            <p:cNvPr id="4" name="Группа 3">
              <a:extLst>
                <a:ext uri="{FF2B5EF4-FFF2-40B4-BE49-F238E27FC236}">
                  <a16:creationId xmlns:a16="http://schemas.microsoft.com/office/drawing/2014/main" id="{9973B303-2C4F-412C-A298-275073DCC8EE}"/>
                </a:ext>
              </a:extLst>
            </p:cNvPr>
            <p:cNvGrpSpPr/>
            <p:nvPr/>
          </p:nvGrpSpPr>
          <p:grpSpPr>
            <a:xfrm>
              <a:off x="-2" y="0"/>
              <a:ext cx="12192000" cy="6858000"/>
              <a:chOff x="-2" y="0"/>
              <a:chExt cx="8750502" cy="6858000"/>
            </a:xfrm>
            <a:noFill/>
          </p:grpSpPr>
          <p:sp>
            <p:nvSpPr>
              <p:cNvPr id="18" name="Прямоугольник 17">
                <a:extLst>
                  <a:ext uri="{FF2B5EF4-FFF2-40B4-BE49-F238E27FC236}">
                    <a16:creationId xmlns:a16="http://schemas.microsoft.com/office/drawing/2014/main" id="{46CB7FAC-6B87-48C5-8713-3C7386F75E63}"/>
                  </a:ext>
                </a:extLst>
              </p:cNvPr>
              <p:cNvSpPr/>
              <p:nvPr/>
            </p:nvSpPr>
            <p:spPr>
              <a:xfrm>
                <a:off x="-2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9" name="Прямоугольник 18">
                <a:extLst>
                  <a:ext uri="{FF2B5EF4-FFF2-40B4-BE49-F238E27FC236}">
                    <a16:creationId xmlns:a16="http://schemas.microsoft.com/office/drawing/2014/main" id="{383311ED-9D1D-4FBE-9986-1228A12EC5BE}"/>
                  </a:ext>
                </a:extLst>
              </p:cNvPr>
              <p:cNvSpPr/>
              <p:nvPr/>
            </p:nvSpPr>
            <p:spPr>
              <a:xfrm>
                <a:off x="486137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0" name="Прямоугольник 19">
                <a:extLst>
                  <a:ext uri="{FF2B5EF4-FFF2-40B4-BE49-F238E27FC236}">
                    <a16:creationId xmlns:a16="http://schemas.microsoft.com/office/drawing/2014/main" id="{3D3A6D47-E623-417C-AF26-6356086B4A4C}"/>
                  </a:ext>
                </a:extLst>
              </p:cNvPr>
              <p:cNvSpPr/>
              <p:nvPr/>
            </p:nvSpPr>
            <p:spPr>
              <a:xfrm>
                <a:off x="972276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1" name="Прямоугольник 20">
                <a:extLst>
                  <a:ext uri="{FF2B5EF4-FFF2-40B4-BE49-F238E27FC236}">
                    <a16:creationId xmlns:a16="http://schemas.microsoft.com/office/drawing/2014/main" id="{771DDD40-CB71-466A-BAB7-BFDF8548D333}"/>
                  </a:ext>
                </a:extLst>
              </p:cNvPr>
              <p:cNvSpPr/>
              <p:nvPr/>
            </p:nvSpPr>
            <p:spPr>
              <a:xfrm>
                <a:off x="1458415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2" name="Прямоугольник 21">
                <a:extLst>
                  <a:ext uri="{FF2B5EF4-FFF2-40B4-BE49-F238E27FC236}">
                    <a16:creationId xmlns:a16="http://schemas.microsoft.com/office/drawing/2014/main" id="{A8544190-7CC9-4B5E-A97F-14E8B2A09888}"/>
                  </a:ext>
                </a:extLst>
              </p:cNvPr>
              <p:cNvSpPr/>
              <p:nvPr/>
            </p:nvSpPr>
            <p:spPr>
              <a:xfrm>
                <a:off x="1944554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3" name="Прямоугольник 22">
                <a:extLst>
                  <a:ext uri="{FF2B5EF4-FFF2-40B4-BE49-F238E27FC236}">
                    <a16:creationId xmlns:a16="http://schemas.microsoft.com/office/drawing/2014/main" id="{50B7B3E2-D833-476C-BE86-53CF4497ED46}"/>
                  </a:ext>
                </a:extLst>
              </p:cNvPr>
              <p:cNvSpPr/>
              <p:nvPr/>
            </p:nvSpPr>
            <p:spPr>
              <a:xfrm>
                <a:off x="2430693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4" name="Прямоугольник 23">
                <a:extLst>
                  <a:ext uri="{FF2B5EF4-FFF2-40B4-BE49-F238E27FC236}">
                    <a16:creationId xmlns:a16="http://schemas.microsoft.com/office/drawing/2014/main" id="{0E8745C2-72BC-43C7-8E1D-553262D8A1CC}"/>
                  </a:ext>
                </a:extLst>
              </p:cNvPr>
              <p:cNvSpPr/>
              <p:nvPr/>
            </p:nvSpPr>
            <p:spPr>
              <a:xfrm>
                <a:off x="2916832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5" name="Прямоугольник 24">
                <a:extLst>
                  <a:ext uri="{FF2B5EF4-FFF2-40B4-BE49-F238E27FC236}">
                    <a16:creationId xmlns:a16="http://schemas.microsoft.com/office/drawing/2014/main" id="{820061A3-CA59-41E2-9F01-C120BE276011}"/>
                  </a:ext>
                </a:extLst>
              </p:cNvPr>
              <p:cNvSpPr/>
              <p:nvPr/>
            </p:nvSpPr>
            <p:spPr>
              <a:xfrm>
                <a:off x="3402971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6" name="Прямоугольник 25">
                <a:extLst>
                  <a:ext uri="{FF2B5EF4-FFF2-40B4-BE49-F238E27FC236}">
                    <a16:creationId xmlns:a16="http://schemas.microsoft.com/office/drawing/2014/main" id="{9784F627-96D6-42F7-95D5-281CD27833F3}"/>
                  </a:ext>
                </a:extLst>
              </p:cNvPr>
              <p:cNvSpPr/>
              <p:nvPr/>
            </p:nvSpPr>
            <p:spPr>
              <a:xfrm>
                <a:off x="3889110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7" name="Прямоугольник 26">
                <a:extLst>
                  <a:ext uri="{FF2B5EF4-FFF2-40B4-BE49-F238E27FC236}">
                    <a16:creationId xmlns:a16="http://schemas.microsoft.com/office/drawing/2014/main" id="{B0EC3FCC-3242-4A5F-BA9A-F5CB3D6DD528}"/>
                  </a:ext>
                </a:extLst>
              </p:cNvPr>
              <p:cNvSpPr/>
              <p:nvPr/>
            </p:nvSpPr>
            <p:spPr>
              <a:xfrm>
                <a:off x="4375249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8" name="Прямоугольник 27">
                <a:extLst>
                  <a:ext uri="{FF2B5EF4-FFF2-40B4-BE49-F238E27FC236}">
                    <a16:creationId xmlns:a16="http://schemas.microsoft.com/office/drawing/2014/main" id="{62D52256-2091-4666-B455-AB3FBB190AA1}"/>
                  </a:ext>
                </a:extLst>
              </p:cNvPr>
              <p:cNvSpPr/>
              <p:nvPr/>
            </p:nvSpPr>
            <p:spPr>
              <a:xfrm>
                <a:off x="4861388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9" name="Прямоугольник 28">
                <a:extLst>
                  <a:ext uri="{FF2B5EF4-FFF2-40B4-BE49-F238E27FC236}">
                    <a16:creationId xmlns:a16="http://schemas.microsoft.com/office/drawing/2014/main" id="{A79CB188-05E5-497F-80E2-C95B441C7AC0}"/>
                  </a:ext>
                </a:extLst>
              </p:cNvPr>
              <p:cNvSpPr/>
              <p:nvPr/>
            </p:nvSpPr>
            <p:spPr>
              <a:xfrm>
                <a:off x="5347527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0" name="Прямоугольник 29">
                <a:extLst>
                  <a:ext uri="{FF2B5EF4-FFF2-40B4-BE49-F238E27FC236}">
                    <a16:creationId xmlns:a16="http://schemas.microsoft.com/office/drawing/2014/main" id="{38FDC722-3787-4DF2-8923-6A7C34AEF92B}"/>
                  </a:ext>
                </a:extLst>
              </p:cNvPr>
              <p:cNvSpPr/>
              <p:nvPr/>
            </p:nvSpPr>
            <p:spPr>
              <a:xfrm>
                <a:off x="5833666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1" name="Прямоугольник 30">
                <a:extLst>
                  <a:ext uri="{FF2B5EF4-FFF2-40B4-BE49-F238E27FC236}">
                    <a16:creationId xmlns:a16="http://schemas.microsoft.com/office/drawing/2014/main" id="{BE88DBD0-26E3-449B-AF20-9C3C9D4F1638}"/>
                  </a:ext>
                </a:extLst>
              </p:cNvPr>
              <p:cNvSpPr/>
              <p:nvPr/>
            </p:nvSpPr>
            <p:spPr>
              <a:xfrm>
                <a:off x="6319805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2" name="Прямоугольник 31">
                <a:extLst>
                  <a:ext uri="{FF2B5EF4-FFF2-40B4-BE49-F238E27FC236}">
                    <a16:creationId xmlns:a16="http://schemas.microsoft.com/office/drawing/2014/main" id="{776F27DC-E892-4D73-B0F8-118D14F67E32}"/>
                  </a:ext>
                </a:extLst>
              </p:cNvPr>
              <p:cNvSpPr/>
              <p:nvPr/>
            </p:nvSpPr>
            <p:spPr>
              <a:xfrm>
                <a:off x="6805944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3" name="Прямоугольник 32">
                <a:extLst>
                  <a:ext uri="{FF2B5EF4-FFF2-40B4-BE49-F238E27FC236}">
                    <a16:creationId xmlns:a16="http://schemas.microsoft.com/office/drawing/2014/main" id="{152D549E-C182-431B-8732-F0705454200E}"/>
                  </a:ext>
                </a:extLst>
              </p:cNvPr>
              <p:cNvSpPr/>
              <p:nvPr/>
            </p:nvSpPr>
            <p:spPr>
              <a:xfrm>
                <a:off x="7292083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4" name="Прямоугольник 33">
                <a:extLst>
                  <a:ext uri="{FF2B5EF4-FFF2-40B4-BE49-F238E27FC236}">
                    <a16:creationId xmlns:a16="http://schemas.microsoft.com/office/drawing/2014/main" id="{4E7C4C47-3AC0-44BC-98DC-E3D035569674}"/>
                  </a:ext>
                </a:extLst>
              </p:cNvPr>
              <p:cNvSpPr/>
              <p:nvPr/>
            </p:nvSpPr>
            <p:spPr>
              <a:xfrm>
                <a:off x="7778222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5" name="Прямоугольник 34">
                <a:extLst>
                  <a:ext uri="{FF2B5EF4-FFF2-40B4-BE49-F238E27FC236}">
                    <a16:creationId xmlns:a16="http://schemas.microsoft.com/office/drawing/2014/main" id="{9643B8DE-ADFC-4106-8B2A-6B39CF7089EE}"/>
                  </a:ext>
                </a:extLst>
              </p:cNvPr>
              <p:cNvSpPr/>
              <p:nvPr/>
            </p:nvSpPr>
            <p:spPr>
              <a:xfrm>
                <a:off x="8264361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grpSp>
          <p:nvGrpSpPr>
            <p:cNvPr id="5" name="Группа 4">
              <a:extLst>
                <a:ext uri="{FF2B5EF4-FFF2-40B4-BE49-F238E27FC236}">
                  <a16:creationId xmlns:a16="http://schemas.microsoft.com/office/drawing/2014/main" id="{49791603-02CE-4D09-8544-98B85158BB13}"/>
                </a:ext>
              </a:extLst>
            </p:cNvPr>
            <p:cNvGrpSpPr/>
            <p:nvPr/>
          </p:nvGrpSpPr>
          <p:grpSpPr>
            <a:xfrm>
              <a:off x="0" y="0"/>
              <a:ext cx="12192000" cy="6858000"/>
              <a:chOff x="0" y="0"/>
              <a:chExt cx="12192000" cy="6400800"/>
            </a:xfrm>
            <a:noFill/>
          </p:grpSpPr>
          <p:sp>
            <p:nvSpPr>
              <p:cNvPr id="6" name="Прямоугольник 5">
                <a:extLst>
                  <a:ext uri="{FF2B5EF4-FFF2-40B4-BE49-F238E27FC236}">
                    <a16:creationId xmlns:a16="http://schemas.microsoft.com/office/drawing/2014/main" id="{92031D28-254C-471F-96DA-8CB271766BEE}"/>
                  </a:ext>
                </a:extLst>
              </p:cNvPr>
              <p:cNvSpPr/>
              <p:nvPr/>
            </p:nvSpPr>
            <p:spPr>
              <a:xfrm>
                <a:off x="0" y="0"/>
                <a:ext cx="12192000" cy="5334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7" name="Прямоугольник 6">
                <a:extLst>
                  <a:ext uri="{FF2B5EF4-FFF2-40B4-BE49-F238E27FC236}">
                    <a16:creationId xmlns:a16="http://schemas.microsoft.com/office/drawing/2014/main" id="{9CBDAA7A-D429-43F2-A2EE-1E07EB443F3E}"/>
                  </a:ext>
                </a:extLst>
              </p:cNvPr>
              <p:cNvSpPr/>
              <p:nvPr/>
            </p:nvSpPr>
            <p:spPr>
              <a:xfrm>
                <a:off x="0" y="533400"/>
                <a:ext cx="12192000" cy="5334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8" name="Прямоугольник 7">
                <a:extLst>
                  <a:ext uri="{FF2B5EF4-FFF2-40B4-BE49-F238E27FC236}">
                    <a16:creationId xmlns:a16="http://schemas.microsoft.com/office/drawing/2014/main" id="{1D10029B-6BAB-4E5E-9438-484EE11EF512}"/>
                  </a:ext>
                </a:extLst>
              </p:cNvPr>
              <p:cNvSpPr/>
              <p:nvPr/>
            </p:nvSpPr>
            <p:spPr>
              <a:xfrm>
                <a:off x="0" y="1066800"/>
                <a:ext cx="12192000" cy="5334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9" name="Прямоугольник 8">
                <a:extLst>
                  <a:ext uri="{FF2B5EF4-FFF2-40B4-BE49-F238E27FC236}">
                    <a16:creationId xmlns:a16="http://schemas.microsoft.com/office/drawing/2014/main" id="{E469515C-BABE-429E-BD96-D6201E064EE4}"/>
                  </a:ext>
                </a:extLst>
              </p:cNvPr>
              <p:cNvSpPr/>
              <p:nvPr/>
            </p:nvSpPr>
            <p:spPr>
              <a:xfrm>
                <a:off x="0" y="1600200"/>
                <a:ext cx="12192000" cy="5334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0" name="Прямоугольник 9">
                <a:extLst>
                  <a:ext uri="{FF2B5EF4-FFF2-40B4-BE49-F238E27FC236}">
                    <a16:creationId xmlns:a16="http://schemas.microsoft.com/office/drawing/2014/main" id="{83D20425-307C-44C1-94BC-2CF65A58DF57}"/>
                  </a:ext>
                </a:extLst>
              </p:cNvPr>
              <p:cNvSpPr/>
              <p:nvPr/>
            </p:nvSpPr>
            <p:spPr>
              <a:xfrm>
                <a:off x="0" y="2133600"/>
                <a:ext cx="12192000" cy="5334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1" name="Прямоугольник 10">
                <a:extLst>
                  <a:ext uri="{FF2B5EF4-FFF2-40B4-BE49-F238E27FC236}">
                    <a16:creationId xmlns:a16="http://schemas.microsoft.com/office/drawing/2014/main" id="{60897EA5-6CDE-4BE9-A4EA-331BE755ECB3}"/>
                  </a:ext>
                </a:extLst>
              </p:cNvPr>
              <p:cNvSpPr/>
              <p:nvPr/>
            </p:nvSpPr>
            <p:spPr>
              <a:xfrm>
                <a:off x="0" y="2667000"/>
                <a:ext cx="12192000" cy="5334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2" name="Прямоугольник 11">
                <a:extLst>
                  <a:ext uri="{FF2B5EF4-FFF2-40B4-BE49-F238E27FC236}">
                    <a16:creationId xmlns:a16="http://schemas.microsoft.com/office/drawing/2014/main" id="{F52D57F8-967A-465E-B2FD-95D3308E6B25}"/>
                  </a:ext>
                </a:extLst>
              </p:cNvPr>
              <p:cNvSpPr/>
              <p:nvPr/>
            </p:nvSpPr>
            <p:spPr>
              <a:xfrm>
                <a:off x="0" y="3200400"/>
                <a:ext cx="12192000" cy="5334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3" name="Прямоугольник 12">
                <a:extLst>
                  <a:ext uri="{FF2B5EF4-FFF2-40B4-BE49-F238E27FC236}">
                    <a16:creationId xmlns:a16="http://schemas.microsoft.com/office/drawing/2014/main" id="{E5E3D5BD-7AD4-4228-B7CA-E471F644A3BA}"/>
                  </a:ext>
                </a:extLst>
              </p:cNvPr>
              <p:cNvSpPr/>
              <p:nvPr/>
            </p:nvSpPr>
            <p:spPr>
              <a:xfrm>
                <a:off x="0" y="3733800"/>
                <a:ext cx="12192000" cy="5334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4" name="Прямоугольник 13">
                <a:extLst>
                  <a:ext uri="{FF2B5EF4-FFF2-40B4-BE49-F238E27FC236}">
                    <a16:creationId xmlns:a16="http://schemas.microsoft.com/office/drawing/2014/main" id="{CC0CCDAB-789D-4D99-BF0F-55067D6E55D2}"/>
                  </a:ext>
                </a:extLst>
              </p:cNvPr>
              <p:cNvSpPr/>
              <p:nvPr/>
            </p:nvSpPr>
            <p:spPr>
              <a:xfrm>
                <a:off x="0" y="4267200"/>
                <a:ext cx="12192000" cy="5334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5" name="Прямоугольник 14">
                <a:extLst>
                  <a:ext uri="{FF2B5EF4-FFF2-40B4-BE49-F238E27FC236}">
                    <a16:creationId xmlns:a16="http://schemas.microsoft.com/office/drawing/2014/main" id="{94B2E5C6-0BC0-4BAC-B0E1-A2FD92B91FC0}"/>
                  </a:ext>
                </a:extLst>
              </p:cNvPr>
              <p:cNvSpPr/>
              <p:nvPr/>
            </p:nvSpPr>
            <p:spPr>
              <a:xfrm>
                <a:off x="0" y="4800600"/>
                <a:ext cx="12192000" cy="5334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6" name="Прямоугольник 15">
                <a:extLst>
                  <a:ext uri="{FF2B5EF4-FFF2-40B4-BE49-F238E27FC236}">
                    <a16:creationId xmlns:a16="http://schemas.microsoft.com/office/drawing/2014/main" id="{DC6ABE7E-1967-4DE3-BA13-E016E8644F1B}"/>
                  </a:ext>
                </a:extLst>
              </p:cNvPr>
              <p:cNvSpPr/>
              <p:nvPr/>
            </p:nvSpPr>
            <p:spPr>
              <a:xfrm>
                <a:off x="0" y="5334000"/>
                <a:ext cx="12192000" cy="5334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7" name="Прямоугольник 16">
                <a:extLst>
                  <a:ext uri="{FF2B5EF4-FFF2-40B4-BE49-F238E27FC236}">
                    <a16:creationId xmlns:a16="http://schemas.microsoft.com/office/drawing/2014/main" id="{45B014AE-172C-41CD-8940-49259D24A242}"/>
                  </a:ext>
                </a:extLst>
              </p:cNvPr>
              <p:cNvSpPr/>
              <p:nvPr/>
            </p:nvSpPr>
            <p:spPr>
              <a:xfrm>
                <a:off x="0" y="5867400"/>
                <a:ext cx="12192000" cy="5334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</p:grpSp>
      <p:pic>
        <p:nvPicPr>
          <p:cNvPr id="61" name="миниДжойстик">
            <a:extLst>
              <a:ext uri="{FF2B5EF4-FFF2-40B4-BE49-F238E27FC236}">
                <a16:creationId xmlns:a16="http://schemas.microsoft.com/office/drawing/2014/main" id="{A17584B8-9902-414D-A447-0745C12A570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66062" t="-128771" r="227320" b="155339"/>
          <a:stretch/>
        </p:blipFill>
        <p:spPr>
          <a:xfrm rot="2335918">
            <a:off x="5397608" y="4268414"/>
            <a:ext cx="2180289" cy="1528035"/>
          </a:xfrm>
          <a:custGeom>
            <a:avLst/>
            <a:gdLst>
              <a:gd name="connsiteX0" fmla="*/ 0 w 1752174"/>
              <a:gd name="connsiteY0" fmla="*/ 0 h 1227994"/>
              <a:gd name="connsiteX1" fmla="*/ 1752174 w 1752174"/>
              <a:gd name="connsiteY1" fmla="*/ 0 h 1227994"/>
              <a:gd name="connsiteX2" fmla="*/ 1752174 w 1752174"/>
              <a:gd name="connsiteY2" fmla="*/ 606495 h 1227994"/>
              <a:gd name="connsiteX3" fmla="*/ 982821 w 1752174"/>
              <a:gd name="connsiteY3" fmla="*/ 1227994 h 1227994"/>
              <a:gd name="connsiteX4" fmla="*/ 55823 w 1752174"/>
              <a:gd name="connsiteY4" fmla="*/ 1227994 h 1227994"/>
              <a:gd name="connsiteX5" fmla="*/ 0 w 1752174"/>
              <a:gd name="connsiteY5" fmla="*/ 1158890 h 12279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52174" h="1227994">
                <a:moveTo>
                  <a:pt x="0" y="0"/>
                </a:moveTo>
                <a:lnTo>
                  <a:pt x="1752174" y="0"/>
                </a:lnTo>
                <a:lnTo>
                  <a:pt x="1752174" y="606495"/>
                </a:lnTo>
                <a:lnTo>
                  <a:pt x="982821" y="1227994"/>
                </a:lnTo>
                <a:lnTo>
                  <a:pt x="55823" y="1227994"/>
                </a:lnTo>
                <a:lnTo>
                  <a:pt x="0" y="1158890"/>
                </a:lnTo>
                <a:close/>
              </a:path>
            </a:pathLst>
          </a:custGeom>
        </p:spPr>
      </p:pic>
      <p:cxnSp>
        <p:nvCxnSpPr>
          <p:cNvPr id="83" name="вертикаль">
            <a:extLst>
              <a:ext uri="{FF2B5EF4-FFF2-40B4-BE49-F238E27FC236}">
                <a16:creationId xmlns:a16="http://schemas.microsoft.com/office/drawing/2014/main" id="{DCD21CE6-7B73-44C8-ABED-2B45E79B26CF}"/>
              </a:ext>
            </a:extLst>
          </p:cNvPr>
          <p:cNvCxnSpPr>
            <a:cxnSpLocks/>
          </p:cNvCxnSpPr>
          <p:nvPr/>
        </p:nvCxnSpPr>
        <p:spPr>
          <a:xfrm>
            <a:off x="11495307" y="21834"/>
            <a:ext cx="19354" cy="6872452"/>
          </a:xfrm>
          <a:prstGeom prst="line">
            <a:avLst/>
          </a:prstGeom>
          <a:ln w="12700">
            <a:solidFill>
              <a:srgbClr val="08EDE8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горизонт">
            <a:extLst>
              <a:ext uri="{FF2B5EF4-FFF2-40B4-BE49-F238E27FC236}">
                <a16:creationId xmlns:a16="http://schemas.microsoft.com/office/drawing/2014/main" id="{8E24FD12-6F19-4398-B603-22615E908799}"/>
              </a:ext>
            </a:extLst>
          </p:cNvPr>
          <p:cNvCxnSpPr>
            <a:cxnSpLocks/>
          </p:cNvCxnSpPr>
          <p:nvPr/>
        </p:nvCxnSpPr>
        <p:spPr>
          <a:xfrm>
            <a:off x="19349" y="6286500"/>
            <a:ext cx="12191994" cy="0"/>
          </a:xfrm>
          <a:prstGeom prst="line">
            <a:avLst/>
          </a:prstGeom>
          <a:ln w="12700">
            <a:solidFill>
              <a:srgbClr val="08EDE8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декор">
            <a:extLst>
              <a:ext uri="{FF2B5EF4-FFF2-40B4-BE49-F238E27FC236}">
                <a16:creationId xmlns:a16="http://schemas.microsoft.com/office/drawing/2014/main" id="{49274652-B192-EDCA-1B55-F082F3B88EF7}"/>
              </a:ext>
            </a:extLst>
          </p:cNvPr>
          <p:cNvSpPr txBox="1"/>
          <p:nvPr/>
        </p:nvSpPr>
        <p:spPr>
          <a:xfrm>
            <a:off x="1" y="6222657"/>
            <a:ext cx="121919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rgbClr val="06A29E">
                    <a:alpha val="10000"/>
                  </a:srgb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Project: Artificial Intelligence</a:t>
            </a:r>
            <a:endParaRPr lang="ru-UA" sz="3600" dirty="0">
              <a:solidFill>
                <a:srgbClr val="06A29E">
                  <a:alpha val="10000"/>
                </a:srgbClr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62BF7BF-BC4B-4325-B8D1-9BAC365E2B8B}"/>
              </a:ext>
            </a:extLst>
          </p:cNvPr>
          <p:cNvSpPr txBox="1"/>
          <p:nvPr/>
        </p:nvSpPr>
        <p:spPr>
          <a:xfrm>
            <a:off x="86518" y="73778"/>
            <a:ext cx="60058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 err="1">
                <a:solidFill>
                  <a:srgbClr val="08EDE8"/>
                </a:solidFill>
                <a:latin typeface="Montserrat SemiBold" panose="00000700000000000000" pitchFamily="2" charset="-52"/>
              </a:rPr>
              <a:t>Яскраві</a:t>
            </a:r>
            <a:r>
              <a:rPr lang="ru-RU" sz="2800" dirty="0">
                <a:solidFill>
                  <a:srgbClr val="08EDE8"/>
                </a:solidFill>
                <a:latin typeface="Montserrat SemiBold" panose="00000700000000000000" pitchFamily="2" charset="-52"/>
              </a:rPr>
              <a:t> </a:t>
            </a:r>
            <a:r>
              <a:rPr lang="ru-RU" sz="2800" dirty="0" err="1">
                <a:solidFill>
                  <a:srgbClr val="08EDE8"/>
                </a:solidFill>
                <a:latin typeface="Montserrat SemiBold" panose="00000700000000000000" pitchFamily="2" charset="-52"/>
              </a:rPr>
              <a:t>приклади</a:t>
            </a:r>
            <a:r>
              <a:rPr lang="ru-RU" sz="2800" dirty="0">
                <a:solidFill>
                  <a:srgbClr val="08EDE8"/>
                </a:solidFill>
                <a:latin typeface="Montserrat SemiBold" panose="00000700000000000000" pitchFamily="2" charset="-52"/>
              </a:rPr>
              <a:t> </a:t>
            </a:r>
            <a:r>
              <a:rPr lang="ru-RU" sz="2800" dirty="0" err="1">
                <a:solidFill>
                  <a:srgbClr val="08EDE8"/>
                </a:solidFill>
                <a:latin typeface="Montserrat SemiBold" panose="00000700000000000000" pitchFamily="2" charset="-52"/>
              </a:rPr>
              <a:t>ігрового</a:t>
            </a:r>
            <a:r>
              <a:rPr lang="ru-RU" sz="2800" dirty="0">
                <a:solidFill>
                  <a:srgbClr val="08EDE8"/>
                </a:solidFill>
                <a:latin typeface="Montserrat SemiBold" panose="00000700000000000000" pitchFamily="2" charset="-52"/>
              </a:rPr>
              <a:t> ШІ</a:t>
            </a:r>
          </a:p>
        </p:txBody>
      </p:sp>
      <p:sp>
        <p:nvSpPr>
          <p:cNvPr id="66" name="!!рам1">
            <a:extLst>
              <a:ext uri="{FF2B5EF4-FFF2-40B4-BE49-F238E27FC236}">
                <a16:creationId xmlns:a16="http://schemas.microsoft.com/office/drawing/2014/main" id="{7B947CFA-0608-4312-8A41-0FE7C97BBDCE}"/>
              </a:ext>
            </a:extLst>
          </p:cNvPr>
          <p:cNvSpPr/>
          <p:nvPr/>
        </p:nvSpPr>
        <p:spPr>
          <a:xfrm>
            <a:off x="151678" y="853777"/>
            <a:ext cx="2042613" cy="433765"/>
          </a:xfrm>
          <a:prstGeom prst="roundRect">
            <a:avLst>
              <a:gd name="adj" fmla="val 27335"/>
            </a:avLst>
          </a:prstGeom>
          <a:solidFill>
            <a:schemeClr val="bg1">
              <a:alpha val="20000"/>
            </a:schemeClr>
          </a:solidFill>
          <a:ln w="127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9534EB0-C0FA-4024-ABED-011020A16824}"/>
              </a:ext>
            </a:extLst>
          </p:cNvPr>
          <p:cNvSpPr txBox="1"/>
          <p:nvPr/>
        </p:nvSpPr>
        <p:spPr>
          <a:xfrm>
            <a:off x="120315" y="862763"/>
            <a:ext cx="20739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669E9A"/>
                </a:solidFill>
                <a:latin typeface="Montserrat Medium" panose="00000600000000000000" pitchFamily="2" charset="-52"/>
              </a:rPr>
              <a:t>F.E.A.R</a:t>
            </a:r>
            <a:endParaRPr lang="ru-RU" sz="2000" dirty="0">
              <a:solidFill>
                <a:srgbClr val="669E9A"/>
              </a:solidFill>
              <a:latin typeface="Montserrat Medium" panose="00000600000000000000" pitchFamily="2" charset="-52"/>
            </a:endParaRPr>
          </a:p>
        </p:txBody>
      </p:sp>
      <p:sp>
        <p:nvSpPr>
          <p:cNvPr id="90" name="!!рам2">
            <a:extLst>
              <a:ext uri="{FF2B5EF4-FFF2-40B4-BE49-F238E27FC236}">
                <a16:creationId xmlns:a16="http://schemas.microsoft.com/office/drawing/2014/main" id="{DE438ABD-C8B7-4893-8B3D-713F2938BF56}"/>
              </a:ext>
            </a:extLst>
          </p:cNvPr>
          <p:cNvSpPr/>
          <p:nvPr/>
        </p:nvSpPr>
        <p:spPr>
          <a:xfrm>
            <a:off x="700085" y="1334598"/>
            <a:ext cx="2042613" cy="433765"/>
          </a:xfrm>
          <a:prstGeom prst="roundRect">
            <a:avLst>
              <a:gd name="adj" fmla="val 27335"/>
            </a:avLst>
          </a:prstGeom>
          <a:solidFill>
            <a:schemeClr val="bg1">
              <a:alpha val="20000"/>
            </a:schemeClr>
          </a:solidFill>
          <a:ln w="127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A9DB35F4-3979-4A78-B5BF-1B322FE0F646}"/>
              </a:ext>
            </a:extLst>
          </p:cNvPr>
          <p:cNvSpPr txBox="1"/>
          <p:nvPr/>
        </p:nvSpPr>
        <p:spPr>
          <a:xfrm>
            <a:off x="668722" y="1343584"/>
            <a:ext cx="20739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8EDE8"/>
                </a:solidFill>
                <a:latin typeface="Montserrat Medium" panose="00000600000000000000" pitchFamily="2" charset="-52"/>
              </a:rPr>
              <a:t>Forza Horizon</a:t>
            </a:r>
            <a:endParaRPr lang="ru-RU" sz="2000" dirty="0">
              <a:solidFill>
                <a:srgbClr val="08EDE8"/>
              </a:solidFill>
              <a:latin typeface="Montserrat Medium" panose="00000600000000000000" pitchFamily="2" charset="-52"/>
            </a:endParaRPr>
          </a:p>
        </p:txBody>
      </p:sp>
      <p:sp>
        <p:nvSpPr>
          <p:cNvPr id="92" name="!!рам3">
            <a:extLst>
              <a:ext uri="{FF2B5EF4-FFF2-40B4-BE49-F238E27FC236}">
                <a16:creationId xmlns:a16="http://schemas.microsoft.com/office/drawing/2014/main" id="{2A800CEC-9690-47EE-A7CE-F47479032859}"/>
              </a:ext>
            </a:extLst>
          </p:cNvPr>
          <p:cNvSpPr/>
          <p:nvPr/>
        </p:nvSpPr>
        <p:spPr>
          <a:xfrm>
            <a:off x="175491" y="1815419"/>
            <a:ext cx="2042613" cy="433765"/>
          </a:xfrm>
          <a:prstGeom prst="roundRect">
            <a:avLst>
              <a:gd name="adj" fmla="val 27335"/>
            </a:avLst>
          </a:prstGeom>
          <a:solidFill>
            <a:schemeClr val="bg1">
              <a:alpha val="20000"/>
            </a:schemeClr>
          </a:solidFill>
          <a:ln w="127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4FBAD4D3-E93A-4859-89F0-000C135DC792}"/>
              </a:ext>
            </a:extLst>
          </p:cNvPr>
          <p:cNvSpPr txBox="1"/>
          <p:nvPr/>
        </p:nvSpPr>
        <p:spPr>
          <a:xfrm>
            <a:off x="144128" y="1824405"/>
            <a:ext cx="20739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669E9A"/>
                </a:solidFill>
                <a:latin typeface="Montserrat Medium" panose="00000600000000000000" pitchFamily="2" charset="-52"/>
              </a:rPr>
              <a:t>Alien: Isolation</a:t>
            </a:r>
            <a:endParaRPr lang="ru-RU" sz="2000" dirty="0">
              <a:solidFill>
                <a:srgbClr val="669E9A"/>
              </a:solidFill>
              <a:latin typeface="Montserrat Medium" panose="00000600000000000000" pitchFamily="2" charset="-52"/>
            </a:endParaRPr>
          </a:p>
        </p:txBody>
      </p:sp>
      <p:sp>
        <p:nvSpPr>
          <p:cNvPr id="94" name="!!рам4">
            <a:extLst>
              <a:ext uri="{FF2B5EF4-FFF2-40B4-BE49-F238E27FC236}">
                <a16:creationId xmlns:a16="http://schemas.microsoft.com/office/drawing/2014/main" id="{66650FA4-B782-4771-B5EB-3D778F55B0C7}"/>
              </a:ext>
            </a:extLst>
          </p:cNvPr>
          <p:cNvSpPr/>
          <p:nvPr/>
        </p:nvSpPr>
        <p:spPr>
          <a:xfrm>
            <a:off x="175491" y="2296240"/>
            <a:ext cx="2042613" cy="433765"/>
          </a:xfrm>
          <a:prstGeom prst="roundRect">
            <a:avLst>
              <a:gd name="adj" fmla="val 27335"/>
            </a:avLst>
          </a:prstGeom>
          <a:solidFill>
            <a:schemeClr val="bg1">
              <a:alpha val="20000"/>
            </a:schemeClr>
          </a:solidFill>
          <a:ln w="127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3FC90FD2-C2B1-4174-84B0-8D4C93CCD427}"/>
              </a:ext>
            </a:extLst>
          </p:cNvPr>
          <p:cNvSpPr txBox="1"/>
          <p:nvPr/>
        </p:nvSpPr>
        <p:spPr>
          <a:xfrm>
            <a:off x="144128" y="2305226"/>
            <a:ext cx="20739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669E9A"/>
                </a:solidFill>
                <a:latin typeface="Montserrat Medium" panose="00000600000000000000" pitchFamily="2" charset="-52"/>
              </a:rPr>
              <a:t>Pac-Man</a:t>
            </a:r>
            <a:endParaRPr lang="ru-RU" sz="2000" dirty="0">
              <a:solidFill>
                <a:srgbClr val="669E9A"/>
              </a:solidFill>
              <a:latin typeface="Montserrat Medium" panose="00000600000000000000" pitchFamily="2" charset="-52"/>
            </a:endParaRPr>
          </a:p>
        </p:txBody>
      </p:sp>
      <p:sp>
        <p:nvSpPr>
          <p:cNvPr id="96" name="!!рам5">
            <a:extLst>
              <a:ext uri="{FF2B5EF4-FFF2-40B4-BE49-F238E27FC236}">
                <a16:creationId xmlns:a16="http://schemas.microsoft.com/office/drawing/2014/main" id="{A2E49239-63F7-405B-88B4-61B6A2E92071}"/>
              </a:ext>
            </a:extLst>
          </p:cNvPr>
          <p:cNvSpPr/>
          <p:nvPr/>
        </p:nvSpPr>
        <p:spPr>
          <a:xfrm>
            <a:off x="175491" y="2777061"/>
            <a:ext cx="2042613" cy="433765"/>
          </a:xfrm>
          <a:prstGeom prst="roundRect">
            <a:avLst>
              <a:gd name="adj" fmla="val 27335"/>
            </a:avLst>
          </a:prstGeom>
          <a:solidFill>
            <a:schemeClr val="bg1">
              <a:alpha val="20000"/>
            </a:schemeClr>
          </a:solidFill>
          <a:ln w="127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66D52391-D9CF-4B32-BDC6-71EA805FC242}"/>
              </a:ext>
            </a:extLst>
          </p:cNvPr>
          <p:cNvSpPr txBox="1"/>
          <p:nvPr/>
        </p:nvSpPr>
        <p:spPr>
          <a:xfrm>
            <a:off x="144128" y="2786047"/>
            <a:ext cx="20739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669E9A"/>
                </a:solidFill>
                <a:latin typeface="Montserrat Medium" panose="00000600000000000000" pitchFamily="2" charset="-52"/>
              </a:rPr>
              <a:t>The Sims</a:t>
            </a:r>
            <a:endParaRPr lang="ru-RU" sz="2000" dirty="0">
              <a:solidFill>
                <a:srgbClr val="669E9A"/>
              </a:solidFill>
              <a:latin typeface="Montserrat Medium" panose="00000600000000000000" pitchFamily="2" charset="-52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232D38C-9A4C-4806-9542-C2730197D83A}"/>
              </a:ext>
            </a:extLst>
          </p:cNvPr>
          <p:cNvSpPr txBox="1"/>
          <p:nvPr/>
        </p:nvSpPr>
        <p:spPr>
          <a:xfrm>
            <a:off x="76571" y="5580555"/>
            <a:ext cx="504865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Використання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нейромереж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для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технології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en-US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Drivatar, 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яка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аналізує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стиль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водіння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реальних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гравців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і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створює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їх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цифрових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двійників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для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заїздів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966359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фон">
            <a:extLst>
              <a:ext uri="{FF2B5EF4-FFF2-40B4-BE49-F238E27FC236}">
                <a16:creationId xmlns:a16="http://schemas.microsoft.com/office/drawing/2014/main" id="{123AAA31-15E5-4CD4-90E0-8BA1499E8700}"/>
              </a:ext>
            </a:extLst>
          </p:cNvPr>
          <p:cNvSpPr/>
          <p:nvPr/>
        </p:nvSpPr>
        <p:spPr>
          <a:xfrm>
            <a:off x="-5" y="0"/>
            <a:ext cx="12192000" cy="6858000"/>
          </a:xfrm>
          <a:prstGeom prst="rect">
            <a:avLst/>
          </a:prstGeom>
          <a:gradFill>
            <a:gsLst>
              <a:gs pos="0">
                <a:srgbClr val="1D1D1D"/>
              </a:gs>
              <a:gs pos="100000">
                <a:srgbClr val="1D1D1D"/>
              </a:gs>
            </a:gsLst>
            <a:path path="circle">
              <a:fillToRect r="100000" b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5124" name="!!PlayPhoto" descr="Alien: Isolation - Коллекция">
            <a:extLst>
              <a:ext uri="{FF2B5EF4-FFF2-40B4-BE49-F238E27FC236}">
                <a16:creationId xmlns:a16="http://schemas.microsoft.com/office/drawing/2014/main" id="{F962B1D6-1CC3-41CA-9286-D86FB4F7E0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7" name="Picture 4" descr="Pacman Wallpapers - PixelsTalk">
            <a:extLst>
              <a:ext uri="{FF2B5EF4-FFF2-40B4-BE49-F238E27FC236}">
                <a16:creationId xmlns:a16="http://schemas.microsoft.com/office/drawing/2014/main" id="{FD733330-63F2-49AC-A6AC-1AC26DA7FE6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alphaModFix amt="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73"/>
          <a:stretch/>
        </p:blipFill>
        <p:spPr bwMode="auto">
          <a:xfrm rot="21229333">
            <a:off x="4456194" y="103657"/>
            <a:ext cx="915426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8" name="Рисунок 57" descr="The Sims - The Sims™ 4 - Официальный сайт">
            <a:extLst>
              <a:ext uri="{FF2B5EF4-FFF2-40B4-BE49-F238E27FC236}">
                <a16:creationId xmlns:a16="http://schemas.microsoft.com/office/drawing/2014/main" id="{9CC787FA-EEC3-4599-A46E-96E03F5565F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alphaModFix amt="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213" r="1"/>
          <a:stretch/>
        </p:blipFill>
        <p:spPr bwMode="auto">
          <a:xfrm flipH="1">
            <a:off x="-2107822" y="-6248"/>
            <a:ext cx="9240812" cy="6853587"/>
          </a:xfrm>
          <a:custGeom>
            <a:avLst/>
            <a:gdLst>
              <a:gd name="connsiteX0" fmla="*/ 9240812 w 9240812"/>
              <a:gd name="connsiteY0" fmla="*/ 0 h 6853587"/>
              <a:gd name="connsiteX1" fmla="*/ 0 w 9240812"/>
              <a:gd name="connsiteY1" fmla="*/ 0 h 6853587"/>
              <a:gd name="connsiteX2" fmla="*/ 0 w 9240812"/>
              <a:gd name="connsiteY2" fmla="*/ 1486756 h 6853587"/>
              <a:gd name="connsiteX3" fmla="*/ 17813 w 9240812"/>
              <a:gd name="connsiteY3" fmla="*/ 1492148 h 6853587"/>
              <a:gd name="connsiteX4" fmla="*/ 856013 w 9240812"/>
              <a:gd name="connsiteY4" fmla="*/ 2685948 h 6853587"/>
              <a:gd name="connsiteX5" fmla="*/ 1567213 w 9240812"/>
              <a:gd name="connsiteY5" fmla="*/ 4311548 h 6853587"/>
              <a:gd name="connsiteX6" fmla="*/ 3074028 w 9240812"/>
              <a:gd name="connsiteY6" fmla="*/ 6782281 h 6853587"/>
              <a:gd name="connsiteX7" fmla="*/ 3090079 w 9240812"/>
              <a:gd name="connsiteY7" fmla="*/ 6853587 h 6853587"/>
              <a:gd name="connsiteX8" fmla="*/ 9240812 w 9240812"/>
              <a:gd name="connsiteY8" fmla="*/ 6853587 h 68535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40812" h="6853587">
                <a:moveTo>
                  <a:pt x="9240812" y="0"/>
                </a:moveTo>
                <a:lnTo>
                  <a:pt x="0" y="0"/>
                </a:lnTo>
                <a:lnTo>
                  <a:pt x="0" y="1486756"/>
                </a:lnTo>
                <a:lnTo>
                  <a:pt x="17813" y="1492148"/>
                </a:lnTo>
                <a:cubicBezTo>
                  <a:pt x="383996" y="1638198"/>
                  <a:pt x="597780" y="2216048"/>
                  <a:pt x="856013" y="2685948"/>
                </a:cubicBezTo>
                <a:cubicBezTo>
                  <a:pt x="1114246" y="3155848"/>
                  <a:pt x="1192563" y="3606698"/>
                  <a:pt x="1567213" y="4311548"/>
                </a:cubicBezTo>
                <a:cubicBezTo>
                  <a:pt x="1918448" y="4972345"/>
                  <a:pt x="2872436" y="6088928"/>
                  <a:pt x="3074028" y="6782281"/>
                </a:cubicBezTo>
                <a:lnTo>
                  <a:pt x="3090079" y="6853587"/>
                </a:lnTo>
                <a:lnTo>
                  <a:pt x="9240812" y="6853587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9" name="Молния 58">
            <a:extLst>
              <a:ext uri="{FF2B5EF4-FFF2-40B4-BE49-F238E27FC236}">
                <a16:creationId xmlns:a16="http://schemas.microsoft.com/office/drawing/2014/main" id="{722E6311-3398-4486-AE1D-6C6579501A9C}"/>
              </a:ext>
            </a:extLst>
          </p:cNvPr>
          <p:cNvSpPr/>
          <p:nvPr/>
        </p:nvSpPr>
        <p:spPr>
          <a:xfrm rot="13340361">
            <a:off x="4017786" y="-1073766"/>
            <a:ext cx="3311524" cy="9212846"/>
          </a:xfrm>
          <a:prstGeom prst="lightningBolt">
            <a:avLst/>
          </a:prstGeom>
          <a:solidFill>
            <a:schemeClr val="tx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затемнение">
            <a:extLst>
              <a:ext uri="{FF2B5EF4-FFF2-40B4-BE49-F238E27FC236}">
                <a16:creationId xmlns:a16="http://schemas.microsoft.com/office/drawing/2014/main" id="{E0257E64-9D7E-4D65-BC1A-436E2C6E99A5}"/>
              </a:ext>
            </a:extLst>
          </p:cNvPr>
          <p:cNvSpPr/>
          <p:nvPr/>
        </p:nvSpPr>
        <p:spPr>
          <a:xfrm>
            <a:off x="-9590" y="0"/>
            <a:ext cx="12220933" cy="6858000"/>
          </a:xfrm>
          <a:prstGeom prst="rect">
            <a:avLst/>
          </a:prstGeom>
          <a:solidFill>
            <a:schemeClr val="tx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8" name="Затемнение низ">
            <a:extLst>
              <a:ext uri="{FF2B5EF4-FFF2-40B4-BE49-F238E27FC236}">
                <a16:creationId xmlns:a16="http://schemas.microsoft.com/office/drawing/2014/main" id="{01F63AF6-2061-4C34-9B9A-D0B30D6C4FC1}"/>
              </a:ext>
            </a:extLst>
          </p:cNvPr>
          <p:cNvSpPr/>
          <p:nvPr/>
        </p:nvSpPr>
        <p:spPr>
          <a:xfrm>
            <a:off x="-9590" y="0"/>
            <a:ext cx="12220933" cy="6847155"/>
          </a:xfrm>
          <a:prstGeom prst="rect">
            <a:avLst/>
          </a:prstGeom>
          <a:gradFill flip="none" rotWithShape="1">
            <a:gsLst>
              <a:gs pos="61000">
                <a:schemeClr val="tx1">
                  <a:alpha val="0"/>
                </a:schemeClr>
              </a:gs>
              <a:gs pos="97000">
                <a:schemeClr val="tx1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3" name="18х12 сетка">
            <a:extLst>
              <a:ext uri="{FF2B5EF4-FFF2-40B4-BE49-F238E27FC236}">
                <a16:creationId xmlns:a16="http://schemas.microsoft.com/office/drawing/2014/main" id="{04138851-021C-4CAD-990D-6CB3C7ABD4FF}"/>
              </a:ext>
            </a:extLst>
          </p:cNvPr>
          <p:cNvGrpSpPr/>
          <p:nvPr/>
        </p:nvGrpSpPr>
        <p:grpSpPr>
          <a:xfrm>
            <a:off x="-9510565" y="-5076340"/>
            <a:ext cx="30344552" cy="17068800"/>
            <a:chOff x="-2" y="0"/>
            <a:chExt cx="12192002" cy="6858000"/>
          </a:xfrm>
        </p:grpSpPr>
        <p:grpSp>
          <p:nvGrpSpPr>
            <p:cNvPr id="4" name="Группа 3">
              <a:extLst>
                <a:ext uri="{FF2B5EF4-FFF2-40B4-BE49-F238E27FC236}">
                  <a16:creationId xmlns:a16="http://schemas.microsoft.com/office/drawing/2014/main" id="{9973B303-2C4F-412C-A298-275073DCC8EE}"/>
                </a:ext>
              </a:extLst>
            </p:cNvPr>
            <p:cNvGrpSpPr/>
            <p:nvPr/>
          </p:nvGrpSpPr>
          <p:grpSpPr>
            <a:xfrm>
              <a:off x="-2" y="0"/>
              <a:ext cx="12192000" cy="6858000"/>
              <a:chOff x="-2" y="0"/>
              <a:chExt cx="8750502" cy="6858000"/>
            </a:xfrm>
            <a:noFill/>
          </p:grpSpPr>
          <p:sp>
            <p:nvSpPr>
              <p:cNvPr id="18" name="Прямоугольник 17">
                <a:extLst>
                  <a:ext uri="{FF2B5EF4-FFF2-40B4-BE49-F238E27FC236}">
                    <a16:creationId xmlns:a16="http://schemas.microsoft.com/office/drawing/2014/main" id="{46CB7FAC-6B87-48C5-8713-3C7386F75E63}"/>
                  </a:ext>
                </a:extLst>
              </p:cNvPr>
              <p:cNvSpPr/>
              <p:nvPr/>
            </p:nvSpPr>
            <p:spPr>
              <a:xfrm>
                <a:off x="-2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9" name="Прямоугольник 18">
                <a:extLst>
                  <a:ext uri="{FF2B5EF4-FFF2-40B4-BE49-F238E27FC236}">
                    <a16:creationId xmlns:a16="http://schemas.microsoft.com/office/drawing/2014/main" id="{383311ED-9D1D-4FBE-9986-1228A12EC5BE}"/>
                  </a:ext>
                </a:extLst>
              </p:cNvPr>
              <p:cNvSpPr/>
              <p:nvPr/>
            </p:nvSpPr>
            <p:spPr>
              <a:xfrm>
                <a:off x="486137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0" name="Прямоугольник 19">
                <a:extLst>
                  <a:ext uri="{FF2B5EF4-FFF2-40B4-BE49-F238E27FC236}">
                    <a16:creationId xmlns:a16="http://schemas.microsoft.com/office/drawing/2014/main" id="{3D3A6D47-E623-417C-AF26-6356086B4A4C}"/>
                  </a:ext>
                </a:extLst>
              </p:cNvPr>
              <p:cNvSpPr/>
              <p:nvPr/>
            </p:nvSpPr>
            <p:spPr>
              <a:xfrm>
                <a:off x="972276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1" name="Прямоугольник 20">
                <a:extLst>
                  <a:ext uri="{FF2B5EF4-FFF2-40B4-BE49-F238E27FC236}">
                    <a16:creationId xmlns:a16="http://schemas.microsoft.com/office/drawing/2014/main" id="{771DDD40-CB71-466A-BAB7-BFDF8548D333}"/>
                  </a:ext>
                </a:extLst>
              </p:cNvPr>
              <p:cNvSpPr/>
              <p:nvPr/>
            </p:nvSpPr>
            <p:spPr>
              <a:xfrm>
                <a:off x="1458415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2" name="Прямоугольник 21">
                <a:extLst>
                  <a:ext uri="{FF2B5EF4-FFF2-40B4-BE49-F238E27FC236}">
                    <a16:creationId xmlns:a16="http://schemas.microsoft.com/office/drawing/2014/main" id="{A8544190-7CC9-4B5E-A97F-14E8B2A09888}"/>
                  </a:ext>
                </a:extLst>
              </p:cNvPr>
              <p:cNvSpPr/>
              <p:nvPr/>
            </p:nvSpPr>
            <p:spPr>
              <a:xfrm>
                <a:off x="1944554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3" name="Прямоугольник 22">
                <a:extLst>
                  <a:ext uri="{FF2B5EF4-FFF2-40B4-BE49-F238E27FC236}">
                    <a16:creationId xmlns:a16="http://schemas.microsoft.com/office/drawing/2014/main" id="{50B7B3E2-D833-476C-BE86-53CF4497ED46}"/>
                  </a:ext>
                </a:extLst>
              </p:cNvPr>
              <p:cNvSpPr/>
              <p:nvPr/>
            </p:nvSpPr>
            <p:spPr>
              <a:xfrm>
                <a:off x="2430693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4" name="Прямоугольник 23">
                <a:extLst>
                  <a:ext uri="{FF2B5EF4-FFF2-40B4-BE49-F238E27FC236}">
                    <a16:creationId xmlns:a16="http://schemas.microsoft.com/office/drawing/2014/main" id="{0E8745C2-72BC-43C7-8E1D-553262D8A1CC}"/>
                  </a:ext>
                </a:extLst>
              </p:cNvPr>
              <p:cNvSpPr/>
              <p:nvPr/>
            </p:nvSpPr>
            <p:spPr>
              <a:xfrm>
                <a:off x="2916832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5" name="Прямоугольник 24">
                <a:extLst>
                  <a:ext uri="{FF2B5EF4-FFF2-40B4-BE49-F238E27FC236}">
                    <a16:creationId xmlns:a16="http://schemas.microsoft.com/office/drawing/2014/main" id="{820061A3-CA59-41E2-9F01-C120BE276011}"/>
                  </a:ext>
                </a:extLst>
              </p:cNvPr>
              <p:cNvSpPr/>
              <p:nvPr/>
            </p:nvSpPr>
            <p:spPr>
              <a:xfrm>
                <a:off x="3402971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6" name="Прямоугольник 25">
                <a:extLst>
                  <a:ext uri="{FF2B5EF4-FFF2-40B4-BE49-F238E27FC236}">
                    <a16:creationId xmlns:a16="http://schemas.microsoft.com/office/drawing/2014/main" id="{9784F627-96D6-42F7-95D5-281CD27833F3}"/>
                  </a:ext>
                </a:extLst>
              </p:cNvPr>
              <p:cNvSpPr/>
              <p:nvPr/>
            </p:nvSpPr>
            <p:spPr>
              <a:xfrm>
                <a:off x="3889110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7" name="Прямоугольник 26">
                <a:extLst>
                  <a:ext uri="{FF2B5EF4-FFF2-40B4-BE49-F238E27FC236}">
                    <a16:creationId xmlns:a16="http://schemas.microsoft.com/office/drawing/2014/main" id="{B0EC3FCC-3242-4A5F-BA9A-F5CB3D6DD528}"/>
                  </a:ext>
                </a:extLst>
              </p:cNvPr>
              <p:cNvSpPr/>
              <p:nvPr/>
            </p:nvSpPr>
            <p:spPr>
              <a:xfrm>
                <a:off x="4375249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8" name="Прямоугольник 27">
                <a:extLst>
                  <a:ext uri="{FF2B5EF4-FFF2-40B4-BE49-F238E27FC236}">
                    <a16:creationId xmlns:a16="http://schemas.microsoft.com/office/drawing/2014/main" id="{62D52256-2091-4666-B455-AB3FBB190AA1}"/>
                  </a:ext>
                </a:extLst>
              </p:cNvPr>
              <p:cNvSpPr/>
              <p:nvPr/>
            </p:nvSpPr>
            <p:spPr>
              <a:xfrm>
                <a:off x="4861388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9" name="Прямоугольник 28">
                <a:extLst>
                  <a:ext uri="{FF2B5EF4-FFF2-40B4-BE49-F238E27FC236}">
                    <a16:creationId xmlns:a16="http://schemas.microsoft.com/office/drawing/2014/main" id="{A79CB188-05E5-497F-80E2-C95B441C7AC0}"/>
                  </a:ext>
                </a:extLst>
              </p:cNvPr>
              <p:cNvSpPr/>
              <p:nvPr/>
            </p:nvSpPr>
            <p:spPr>
              <a:xfrm>
                <a:off x="5347527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0" name="Прямоугольник 29">
                <a:extLst>
                  <a:ext uri="{FF2B5EF4-FFF2-40B4-BE49-F238E27FC236}">
                    <a16:creationId xmlns:a16="http://schemas.microsoft.com/office/drawing/2014/main" id="{38FDC722-3787-4DF2-8923-6A7C34AEF92B}"/>
                  </a:ext>
                </a:extLst>
              </p:cNvPr>
              <p:cNvSpPr/>
              <p:nvPr/>
            </p:nvSpPr>
            <p:spPr>
              <a:xfrm>
                <a:off x="5833666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1" name="Прямоугольник 30">
                <a:extLst>
                  <a:ext uri="{FF2B5EF4-FFF2-40B4-BE49-F238E27FC236}">
                    <a16:creationId xmlns:a16="http://schemas.microsoft.com/office/drawing/2014/main" id="{BE88DBD0-26E3-449B-AF20-9C3C9D4F1638}"/>
                  </a:ext>
                </a:extLst>
              </p:cNvPr>
              <p:cNvSpPr/>
              <p:nvPr/>
            </p:nvSpPr>
            <p:spPr>
              <a:xfrm>
                <a:off x="6319805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2" name="Прямоугольник 31">
                <a:extLst>
                  <a:ext uri="{FF2B5EF4-FFF2-40B4-BE49-F238E27FC236}">
                    <a16:creationId xmlns:a16="http://schemas.microsoft.com/office/drawing/2014/main" id="{776F27DC-E892-4D73-B0F8-118D14F67E32}"/>
                  </a:ext>
                </a:extLst>
              </p:cNvPr>
              <p:cNvSpPr/>
              <p:nvPr/>
            </p:nvSpPr>
            <p:spPr>
              <a:xfrm>
                <a:off x="6805944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3" name="Прямоугольник 32">
                <a:extLst>
                  <a:ext uri="{FF2B5EF4-FFF2-40B4-BE49-F238E27FC236}">
                    <a16:creationId xmlns:a16="http://schemas.microsoft.com/office/drawing/2014/main" id="{152D549E-C182-431B-8732-F0705454200E}"/>
                  </a:ext>
                </a:extLst>
              </p:cNvPr>
              <p:cNvSpPr/>
              <p:nvPr/>
            </p:nvSpPr>
            <p:spPr>
              <a:xfrm>
                <a:off x="7292083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4" name="Прямоугольник 33">
                <a:extLst>
                  <a:ext uri="{FF2B5EF4-FFF2-40B4-BE49-F238E27FC236}">
                    <a16:creationId xmlns:a16="http://schemas.microsoft.com/office/drawing/2014/main" id="{4E7C4C47-3AC0-44BC-98DC-E3D035569674}"/>
                  </a:ext>
                </a:extLst>
              </p:cNvPr>
              <p:cNvSpPr/>
              <p:nvPr/>
            </p:nvSpPr>
            <p:spPr>
              <a:xfrm>
                <a:off x="7778222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5" name="Прямоугольник 34">
                <a:extLst>
                  <a:ext uri="{FF2B5EF4-FFF2-40B4-BE49-F238E27FC236}">
                    <a16:creationId xmlns:a16="http://schemas.microsoft.com/office/drawing/2014/main" id="{9643B8DE-ADFC-4106-8B2A-6B39CF7089EE}"/>
                  </a:ext>
                </a:extLst>
              </p:cNvPr>
              <p:cNvSpPr/>
              <p:nvPr/>
            </p:nvSpPr>
            <p:spPr>
              <a:xfrm>
                <a:off x="8264361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grpSp>
          <p:nvGrpSpPr>
            <p:cNvPr id="5" name="Группа 4">
              <a:extLst>
                <a:ext uri="{FF2B5EF4-FFF2-40B4-BE49-F238E27FC236}">
                  <a16:creationId xmlns:a16="http://schemas.microsoft.com/office/drawing/2014/main" id="{49791603-02CE-4D09-8544-98B85158BB13}"/>
                </a:ext>
              </a:extLst>
            </p:cNvPr>
            <p:cNvGrpSpPr/>
            <p:nvPr/>
          </p:nvGrpSpPr>
          <p:grpSpPr>
            <a:xfrm>
              <a:off x="0" y="0"/>
              <a:ext cx="12192000" cy="6858000"/>
              <a:chOff x="0" y="0"/>
              <a:chExt cx="12192000" cy="6400800"/>
            </a:xfrm>
            <a:noFill/>
          </p:grpSpPr>
          <p:sp>
            <p:nvSpPr>
              <p:cNvPr id="6" name="Прямоугольник 5">
                <a:extLst>
                  <a:ext uri="{FF2B5EF4-FFF2-40B4-BE49-F238E27FC236}">
                    <a16:creationId xmlns:a16="http://schemas.microsoft.com/office/drawing/2014/main" id="{92031D28-254C-471F-96DA-8CB271766BEE}"/>
                  </a:ext>
                </a:extLst>
              </p:cNvPr>
              <p:cNvSpPr/>
              <p:nvPr/>
            </p:nvSpPr>
            <p:spPr>
              <a:xfrm>
                <a:off x="0" y="0"/>
                <a:ext cx="12192000" cy="5334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7" name="Прямоугольник 6">
                <a:extLst>
                  <a:ext uri="{FF2B5EF4-FFF2-40B4-BE49-F238E27FC236}">
                    <a16:creationId xmlns:a16="http://schemas.microsoft.com/office/drawing/2014/main" id="{9CBDAA7A-D429-43F2-A2EE-1E07EB443F3E}"/>
                  </a:ext>
                </a:extLst>
              </p:cNvPr>
              <p:cNvSpPr/>
              <p:nvPr/>
            </p:nvSpPr>
            <p:spPr>
              <a:xfrm>
                <a:off x="0" y="533400"/>
                <a:ext cx="12192000" cy="5334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8" name="Прямоугольник 7">
                <a:extLst>
                  <a:ext uri="{FF2B5EF4-FFF2-40B4-BE49-F238E27FC236}">
                    <a16:creationId xmlns:a16="http://schemas.microsoft.com/office/drawing/2014/main" id="{1D10029B-6BAB-4E5E-9438-484EE11EF512}"/>
                  </a:ext>
                </a:extLst>
              </p:cNvPr>
              <p:cNvSpPr/>
              <p:nvPr/>
            </p:nvSpPr>
            <p:spPr>
              <a:xfrm>
                <a:off x="0" y="1066800"/>
                <a:ext cx="12192000" cy="5334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9" name="Прямоугольник 8">
                <a:extLst>
                  <a:ext uri="{FF2B5EF4-FFF2-40B4-BE49-F238E27FC236}">
                    <a16:creationId xmlns:a16="http://schemas.microsoft.com/office/drawing/2014/main" id="{E469515C-BABE-429E-BD96-D6201E064EE4}"/>
                  </a:ext>
                </a:extLst>
              </p:cNvPr>
              <p:cNvSpPr/>
              <p:nvPr/>
            </p:nvSpPr>
            <p:spPr>
              <a:xfrm>
                <a:off x="0" y="1600200"/>
                <a:ext cx="12192000" cy="5334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0" name="Прямоугольник 9">
                <a:extLst>
                  <a:ext uri="{FF2B5EF4-FFF2-40B4-BE49-F238E27FC236}">
                    <a16:creationId xmlns:a16="http://schemas.microsoft.com/office/drawing/2014/main" id="{83D20425-307C-44C1-94BC-2CF65A58DF57}"/>
                  </a:ext>
                </a:extLst>
              </p:cNvPr>
              <p:cNvSpPr/>
              <p:nvPr/>
            </p:nvSpPr>
            <p:spPr>
              <a:xfrm>
                <a:off x="0" y="2133600"/>
                <a:ext cx="12192000" cy="5334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1" name="Прямоугольник 10">
                <a:extLst>
                  <a:ext uri="{FF2B5EF4-FFF2-40B4-BE49-F238E27FC236}">
                    <a16:creationId xmlns:a16="http://schemas.microsoft.com/office/drawing/2014/main" id="{60897EA5-6CDE-4BE9-A4EA-331BE755ECB3}"/>
                  </a:ext>
                </a:extLst>
              </p:cNvPr>
              <p:cNvSpPr/>
              <p:nvPr/>
            </p:nvSpPr>
            <p:spPr>
              <a:xfrm>
                <a:off x="0" y="2667000"/>
                <a:ext cx="12192000" cy="5334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2" name="Прямоугольник 11">
                <a:extLst>
                  <a:ext uri="{FF2B5EF4-FFF2-40B4-BE49-F238E27FC236}">
                    <a16:creationId xmlns:a16="http://schemas.microsoft.com/office/drawing/2014/main" id="{F52D57F8-967A-465E-B2FD-95D3308E6B25}"/>
                  </a:ext>
                </a:extLst>
              </p:cNvPr>
              <p:cNvSpPr/>
              <p:nvPr/>
            </p:nvSpPr>
            <p:spPr>
              <a:xfrm>
                <a:off x="0" y="3200400"/>
                <a:ext cx="12192000" cy="5334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3" name="Прямоугольник 12">
                <a:extLst>
                  <a:ext uri="{FF2B5EF4-FFF2-40B4-BE49-F238E27FC236}">
                    <a16:creationId xmlns:a16="http://schemas.microsoft.com/office/drawing/2014/main" id="{E5E3D5BD-7AD4-4228-B7CA-E471F644A3BA}"/>
                  </a:ext>
                </a:extLst>
              </p:cNvPr>
              <p:cNvSpPr/>
              <p:nvPr/>
            </p:nvSpPr>
            <p:spPr>
              <a:xfrm>
                <a:off x="0" y="3733800"/>
                <a:ext cx="12192000" cy="5334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4" name="Прямоугольник 13">
                <a:extLst>
                  <a:ext uri="{FF2B5EF4-FFF2-40B4-BE49-F238E27FC236}">
                    <a16:creationId xmlns:a16="http://schemas.microsoft.com/office/drawing/2014/main" id="{CC0CCDAB-789D-4D99-BF0F-55067D6E55D2}"/>
                  </a:ext>
                </a:extLst>
              </p:cNvPr>
              <p:cNvSpPr/>
              <p:nvPr/>
            </p:nvSpPr>
            <p:spPr>
              <a:xfrm>
                <a:off x="0" y="4267200"/>
                <a:ext cx="12192000" cy="5334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5" name="Прямоугольник 14">
                <a:extLst>
                  <a:ext uri="{FF2B5EF4-FFF2-40B4-BE49-F238E27FC236}">
                    <a16:creationId xmlns:a16="http://schemas.microsoft.com/office/drawing/2014/main" id="{94B2E5C6-0BC0-4BAC-B0E1-A2FD92B91FC0}"/>
                  </a:ext>
                </a:extLst>
              </p:cNvPr>
              <p:cNvSpPr/>
              <p:nvPr/>
            </p:nvSpPr>
            <p:spPr>
              <a:xfrm>
                <a:off x="0" y="4800600"/>
                <a:ext cx="12192000" cy="5334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6" name="Прямоугольник 15">
                <a:extLst>
                  <a:ext uri="{FF2B5EF4-FFF2-40B4-BE49-F238E27FC236}">
                    <a16:creationId xmlns:a16="http://schemas.microsoft.com/office/drawing/2014/main" id="{DC6ABE7E-1967-4DE3-BA13-E016E8644F1B}"/>
                  </a:ext>
                </a:extLst>
              </p:cNvPr>
              <p:cNvSpPr/>
              <p:nvPr/>
            </p:nvSpPr>
            <p:spPr>
              <a:xfrm>
                <a:off x="0" y="5334000"/>
                <a:ext cx="12192000" cy="5334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7" name="Прямоугольник 16">
                <a:extLst>
                  <a:ext uri="{FF2B5EF4-FFF2-40B4-BE49-F238E27FC236}">
                    <a16:creationId xmlns:a16="http://schemas.microsoft.com/office/drawing/2014/main" id="{45B014AE-172C-41CD-8940-49259D24A242}"/>
                  </a:ext>
                </a:extLst>
              </p:cNvPr>
              <p:cNvSpPr/>
              <p:nvPr/>
            </p:nvSpPr>
            <p:spPr>
              <a:xfrm>
                <a:off x="0" y="5867400"/>
                <a:ext cx="12192000" cy="5334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</p:grpSp>
      <p:pic>
        <p:nvPicPr>
          <p:cNvPr id="61" name="миниДжойстик">
            <a:extLst>
              <a:ext uri="{FF2B5EF4-FFF2-40B4-BE49-F238E27FC236}">
                <a16:creationId xmlns:a16="http://schemas.microsoft.com/office/drawing/2014/main" id="{A17584B8-9902-414D-A447-0745C12A570E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66062" t="-128771" r="227320" b="155339"/>
          <a:stretch/>
        </p:blipFill>
        <p:spPr>
          <a:xfrm rot="2335918">
            <a:off x="5397608" y="4268414"/>
            <a:ext cx="2180289" cy="1528035"/>
          </a:xfrm>
          <a:custGeom>
            <a:avLst/>
            <a:gdLst>
              <a:gd name="connsiteX0" fmla="*/ 0 w 1752174"/>
              <a:gd name="connsiteY0" fmla="*/ 0 h 1227994"/>
              <a:gd name="connsiteX1" fmla="*/ 1752174 w 1752174"/>
              <a:gd name="connsiteY1" fmla="*/ 0 h 1227994"/>
              <a:gd name="connsiteX2" fmla="*/ 1752174 w 1752174"/>
              <a:gd name="connsiteY2" fmla="*/ 606495 h 1227994"/>
              <a:gd name="connsiteX3" fmla="*/ 982821 w 1752174"/>
              <a:gd name="connsiteY3" fmla="*/ 1227994 h 1227994"/>
              <a:gd name="connsiteX4" fmla="*/ 55823 w 1752174"/>
              <a:gd name="connsiteY4" fmla="*/ 1227994 h 1227994"/>
              <a:gd name="connsiteX5" fmla="*/ 0 w 1752174"/>
              <a:gd name="connsiteY5" fmla="*/ 1158890 h 12279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52174" h="1227994">
                <a:moveTo>
                  <a:pt x="0" y="0"/>
                </a:moveTo>
                <a:lnTo>
                  <a:pt x="1752174" y="0"/>
                </a:lnTo>
                <a:lnTo>
                  <a:pt x="1752174" y="606495"/>
                </a:lnTo>
                <a:lnTo>
                  <a:pt x="982821" y="1227994"/>
                </a:lnTo>
                <a:lnTo>
                  <a:pt x="55823" y="1227994"/>
                </a:lnTo>
                <a:lnTo>
                  <a:pt x="0" y="1158890"/>
                </a:lnTo>
                <a:close/>
              </a:path>
            </a:pathLst>
          </a:custGeom>
        </p:spPr>
      </p:pic>
      <p:cxnSp>
        <p:nvCxnSpPr>
          <p:cNvPr id="83" name="вертикаль">
            <a:extLst>
              <a:ext uri="{FF2B5EF4-FFF2-40B4-BE49-F238E27FC236}">
                <a16:creationId xmlns:a16="http://schemas.microsoft.com/office/drawing/2014/main" id="{DCD21CE6-7B73-44C8-ABED-2B45E79B26CF}"/>
              </a:ext>
            </a:extLst>
          </p:cNvPr>
          <p:cNvCxnSpPr>
            <a:cxnSpLocks/>
          </p:cNvCxnSpPr>
          <p:nvPr/>
        </p:nvCxnSpPr>
        <p:spPr>
          <a:xfrm>
            <a:off x="11495307" y="21834"/>
            <a:ext cx="19354" cy="6872452"/>
          </a:xfrm>
          <a:prstGeom prst="line">
            <a:avLst/>
          </a:prstGeom>
          <a:ln w="12700">
            <a:solidFill>
              <a:srgbClr val="08EDE8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горизонт">
            <a:extLst>
              <a:ext uri="{FF2B5EF4-FFF2-40B4-BE49-F238E27FC236}">
                <a16:creationId xmlns:a16="http://schemas.microsoft.com/office/drawing/2014/main" id="{8E24FD12-6F19-4398-B603-22615E908799}"/>
              </a:ext>
            </a:extLst>
          </p:cNvPr>
          <p:cNvCxnSpPr>
            <a:cxnSpLocks/>
          </p:cNvCxnSpPr>
          <p:nvPr/>
        </p:nvCxnSpPr>
        <p:spPr>
          <a:xfrm>
            <a:off x="19349" y="6286500"/>
            <a:ext cx="12191994" cy="0"/>
          </a:xfrm>
          <a:prstGeom prst="line">
            <a:avLst/>
          </a:prstGeom>
          <a:ln w="12700">
            <a:solidFill>
              <a:srgbClr val="08EDE8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декор">
            <a:extLst>
              <a:ext uri="{FF2B5EF4-FFF2-40B4-BE49-F238E27FC236}">
                <a16:creationId xmlns:a16="http://schemas.microsoft.com/office/drawing/2014/main" id="{49274652-B192-EDCA-1B55-F082F3B88EF7}"/>
              </a:ext>
            </a:extLst>
          </p:cNvPr>
          <p:cNvSpPr txBox="1"/>
          <p:nvPr/>
        </p:nvSpPr>
        <p:spPr>
          <a:xfrm>
            <a:off x="1" y="6222657"/>
            <a:ext cx="121919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rgbClr val="06A29E">
                    <a:alpha val="10000"/>
                  </a:srgb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Project: Artificial Intelligence</a:t>
            </a:r>
            <a:endParaRPr lang="ru-UA" sz="3600" dirty="0">
              <a:solidFill>
                <a:srgbClr val="06A29E">
                  <a:alpha val="10000"/>
                </a:srgbClr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62BF7BF-BC4B-4325-B8D1-9BAC365E2B8B}"/>
              </a:ext>
            </a:extLst>
          </p:cNvPr>
          <p:cNvSpPr txBox="1"/>
          <p:nvPr/>
        </p:nvSpPr>
        <p:spPr>
          <a:xfrm>
            <a:off x="86518" y="73778"/>
            <a:ext cx="60058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 err="1">
                <a:solidFill>
                  <a:srgbClr val="08EDE8"/>
                </a:solidFill>
                <a:latin typeface="Montserrat SemiBold" panose="00000700000000000000" pitchFamily="2" charset="-52"/>
              </a:rPr>
              <a:t>Яскраві</a:t>
            </a:r>
            <a:r>
              <a:rPr lang="ru-RU" sz="2800" dirty="0">
                <a:solidFill>
                  <a:srgbClr val="08EDE8"/>
                </a:solidFill>
                <a:latin typeface="Montserrat SemiBold" panose="00000700000000000000" pitchFamily="2" charset="-52"/>
              </a:rPr>
              <a:t> </a:t>
            </a:r>
            <a:r>
              <a:rPr lang="ru-RU" sz="2800" dirty="0" err="1">
                <a:solidFill>
                  <a:srgbClr val="08EDE8"/>
                </a:solidFill>
                <a:latin typeface="Montserrat SemiBold" panose="00000700000000000000" pitchFamily="2" charset="-52"/>
              </a:rPr>
              <a:t>приклади</a:t>
            </a:r>
            <a:r>
              <a:rPr lang="ru-RU" sz="2800" dirty="0">
                <a:solidFill>
                  <a:srgbClr val="08EDE8"/>
                </a:solidFill>
                <a:latin typeface="Montserrat SemiBold" panose="00000700000000000000" pitchFamily="2" charset="-52"/>
              </a:rPr>
              <a:t> </a:t>
            </a:r>
            <a:r>
              <a:rPr lang="ru-RU" sz="2800" dirty="0" err="1">
                <a:solidFill>
                  <a:srgbClr val="08EDE8"/>
                </a:solidFill>
                <a:latin typeface="Montserrat SemiBold" panose="00000700000000000000" pitchFamily="2" charset="-52"/>
              </a:rPr>
              <a:t>ігрового</a:t>
            </a:r>
            <a:r>
              <a:rPr lang="ru-RU" sz="2800" dirty="0">
                <a:solidFill>
                  <a:srgbClr val="08EDE8"/>
                </a:solidFill>
                <a:latin typeface="Montserrat SemiBold" panose="00000700000000000000" pitchFamily="2" charset="-52"/>
              </a:rPr>
              <a:t> ШІ</a:t>
            </a:r>
          </a:p>
        </p:txBody>
      </p:sp>
      <p:sp>
        <p:nvSpPr>
          <p:cNvPr id="66" name="!!рам1">
            <a:extLst>
              <a:ext uri="{FF2B5EF4-FFF2-40B4-BE49-F238E27FC236}">
                <a16:creationId xmlns:a16="http://schemas.microsoft.com/office/drawing/2014/main" id="{7B947CFA-0608-4312-8A41-0FE7C97BBDCE}"/>
              </a:ext>
            </a:extLst>
          </p:cNvPr>
          <p:cNvSpPr/>
          <p:nvPr/>
        </p:nvSpPr>
        <p:spPr>
          <a:xfrm>
            <a:off x="151678" y="853777"/>
            <a:ext cx="2042613" cy="433765"/>
          </a:xfrm>
          <a:prstGeom prst="roundRect">
            <a:avLst>
              <a:gd name="adj" fmla="val 27335"/>
            </a:avLst>
          </a:prstGeom>
          <a:solidFill>
            <a:schemeClr val="bg1">
              <a:alpha val="20000"/>
            </a:schemeClr>
          </a:solidFill>
          <a:ln w="127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9534EB0-C0FA-4024-ABED-011020A16824}"/>
              </a:ext>
            </a:extLst>
          </p:cNvPr>
          <p:cNvSpPr txBox="1"/>
          <p:nvPr/>
        </p:nvSpPr>
        <p:spPr>
          <a:xfrm>
            <a:off x="120315" y="862763"/>
            <a:ext cx="20739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669E9A"/>
                </a:solidFill>
                <a:latin typeface="Montserrat Medium" panose="00000600000000000000" pitchFamily="2" charset="-52"/>
              </a:rPr>
              <a:t>F.E.A.R</a:t>
            </a:r>
            <a:endParaRPr lang="ru-RU" sz="2000" dirty="0">
              <a:solidFill>
                <a:srgbClr val="669E9A"/>
              </a:solidFill>
              <a:latin typeface="Montserrat Medium" panose="00000600000000000000" pitchFamily="2" charset="-52"/>
            </a:endParaRPr>
          </a:p>
        </p:txBody>
      </p:sp>
      <p:sp>
        <p:nvSpPr>
          <p:cNvPr id="90" name="!!рам2">
            <a:extLst>
              <a:ext uri="{FF2B5EF4-FFF2-40B4-BE49-F238E27FC236}">
                <a16:creationId xmlns:a16="http://schemas.microsoft.com/office/drawing/2014/main" id="{DE438ABD-C8B7-4893-8B3D-713F2938BF56}"/>
              </a:ext>
            </a:extLst>
          </p:cNvPr>
          <p:cNvSpPr/>
          <p:nvPr/>
        </p:nvSpPr>
        <p:spPr>
          <a:xfrm>
            <a:off x="167289" y="1334598"/>
            <a:ext cx="2042613" cy="433765"/>
          </a:xfrm>
          <a:prstGeom prst="roundRect">
            <a:avLst>
              <a:gd name="adj" fmla="val 27335"/>
            </a:avLst>
          </a:prstGeom>
          <a:solidFill>
            <a:schemeClr val="bg1">
              <a:alpha val="20000"/>
            </a:schemeClr>
          </a:solidFill>
          <a:ln w="127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A9DB35F4-3979-4A78-B5BF-1B322FE0F646}"/>
              </a:ext>
            </a:extLst>
          </p:cNvPr>
          <p:cNvSpPr txBox="1"/>
          <p:nvPr/>
        </p:nvSpPr>
        <p:spPr>
          <a:xfrm>
            <a:off x="135926" y="1343584"/>
            <a:ext cx="20739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669E9A"/>
                </a:solidFill>
                <a:latin typeface="Montserrat Medium" panose="00000600000000000000" pitchFamily="2" charset="-52"/>
              </a:rPr>
              <a:t>Forza Horizon</a:t>
            </a:r>
            <a:endParaRPr lang="ru-RU" sz="2000" dirty="0">
              <a:solidFill>
                <a:srgbClr val="669E9A"/>
              </a:solidFill>
              <a:latin typeface="Montserrat Medium" panose="00000600000000000000" pitchFamily="2" charset="-52"/>
            </a:endParaRPr>
          </a:p>
        </p:txBody>
      </p:sp>
      <p:sp>
        <p:nvSpPr>
          <p:cNvPr id="92" name="!!рам3">
            <a:extLst>
              <a:ext uri="{FF2B5EF4-FFF2-40B4-BE49-F238E27FC236}">
                <a16:creationId xmlns:a16="http://schemas.microsoft.com/office/drawing/2014/main" id="{2A800CEC-9690-47EE-A7CE-F47479032859}"/>
              </a:ext>
            </a:extLst>
          </p:cNvPr>
          <p:cNvSpPr/>
          <p:nvPr/>
        </p:nvSpPr>
        <p:spPr>
          <a:xfrm>
            <a:off x="692619" y="1815419"/>
            <a:ext cx="2042613" cy="433765"/>
          </a:xfrm>
          <a:prstGeom prst="roundRect">
            <a:avLst>
              <a:gd name="adj" fmla="val 27335"/>
            </a:avLst>
          </a:prstGeom>
          <a:solidFill>
            <a:schemeClr val="bg1">
              <a:alpha val="20000"/>
            </a:schemeClr>
          </a:solidFill>
          <a:ln w="127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4FBAD4D3-E93A-4859-89F0-000C135DC792}"/>
              </a:ext>
            </a:extLst>
          </p:cNvPr>
          <p:cNvSpPr txBox="1"/>
          <p:nvPr/>
        </p:nvSpPr>
        <p:spPr>
          <a:xfrm>
            <a:off x="661256" y="1824405"/>
            <a:ext cx="20739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8EDE8"/>
                </a:solidFill>
                <a:latin typeface="Montserrat Medium" panose="00000600000000000000" pitchFamily="2" charset="-52"/>
              </a:rPr>
              <a:t>Alien: Isolation</a:t>
            </a:r>
            <a:endParaRPr lang="ru-RU" sz="2000" dirty="0">
              <a:solidFill>
                <a:srgbClr val="08EDE8"/>
              </a:solidFill>
              <a:latin typeface="Montserrat Medium" panose="00000600000000000000" pitchFamily="2" charset="-52"/>
            </a:endParaRPr>
          </a:p>
        </p:txBody>
      </p:sp>
      <p:sp>
        <p:nvSpPr>
          <p:cNvPr id="94" name="!!рам4">
            <a:extLst>
              <a:ext uri="{FF2B5EF4-FFF2-40B4-BE49-F238E27FC236}">
                <a16:creationId xmlns:a16="http://schemas.microsoft.com/office/drawing/2014/main" id="{66650FA4-B782-4771-B5EB-3D778F55B0C7}"/>
              </a:ext>
            </a:extLst>
          </p:cNvPr>
          <p:cNvSpPr/>
          <p:nvPr/>
        </p:nvSpPr>
        <p:spPr>
          <a:xfrm>
            <a:off x="175491" y="2296240"/>
            <a:ext cx="2042613" cy="433765"/>
          </a:xfrm>
          <a:prstGeom prst="roundRect">
            <a:avLst>
              <a:gd name="adj" fmla="val 27335"/>
            </a:avLst>
          </a:prstGeom>
          <a:solidFill>
            <a:schemeClr val="bg1">
              <a:alpha val="20000"/>
            </a:schemeClr>
          </a:solidFill>
          <a:ln w="127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3FC90FD2-C2B1-4174-84B0-8D4C93CCD427}"/>
              </a:ext>
            </a:extLst>
          </p:cNvPr>
          <p:cNvSpPr txBox="1"/>
          <p:nvPr/>
        </p:nvSpPr>
        <p:spPr>
          <a:xfrm>
            <a:off x="144128" y="2305226"/>
            <a:ext cx="20739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669E9A"/>
                </a:solidFill>
                <a:latin typeface="Montserrat Medium" panose="00000600000000000000" pitchFamily="2" charset="-52"/>
              </a:rPr>
              <a:t>Pac-Man</a:t>
            </a:r>
            <a:endParaRPr lang="ru-RU" sz="2000" dirty="0">
              <a:solidFill>
                <a:srgbClr val="669E9A"/>
              </a:solidFill>
              <a:latin typeface="Montserrat Medium" panose="00000600000000000000" pitchFamily="2" charset="-52"/>
            </a:endParaRPr>
          </a:p>
        </p:txBody>
      </p:sp>
      <p:sp>
        <p:nvSpPr>
          <p:cNvPr id="96" name="!!рам5">
            <a:extLst>
              <a:ext uri="{FF2B5EF4-FFF2-40B4-BE49-F238E27FC236}">
                <a16:creationId xmlns:a16="http://schemas.microsoft.com/office/drawing/2014/main" id="{A2E49239-63F7-405B-88B4-61B6A2E92071}"/>
              </a:ext>
            </a:extLst>
          </p:cNvPr>
          <p:cNvSpPr/>
          <p:nvPr/>
        </p:nvSpPr>
        <p:spPr>
          <a:xfrm>
            <a:off x="175491" y="2777061"/>
            <a:ext cx="2042613" cy="433765"/>
          </a:xfrm>
          <a:prstGeom prst="roundRect">
            <a:avLst>
              <a:gd name="adj" fmla="val 27335"/>
            </a:avLst>
          </a:prstGeom>
          <a:solidFill>
            <a:schemeClr val="bg1">
              <a:alpha val="20000"/>
            </a:schemeClr>
          </a:solidFill>
          <a:ln w="127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66D52391-D9CF-4B32-BDC6-71EA805FC242}"/>
              </a:ext>
            </a:extLst>
          </p:cNvPr>
          <p:cNvSpPr txBox="1"/>
          <p:nvPr/>
        </p:nvSpPr>
        <p:spPr>
          <a:xfrm>
            <a:off x="144128" y="2786047"/>
            <a:ext cx="20739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669E9A"/>
                </a:solidFill>
                <a:latin typeface="Montserrat Medium" panose="00000600000000000000" pitchFamily="2" charset="-52"/>
              </a:rPr>
              <a:t>The Sims</a:t>
            </a:r>
            <a:endParaRPr lang="ru-RU" sz="2000" dirty="0">
              <a:solidFill>
                <a:srgbClr val="669E9A"/>
              </a:solidFill>
              <a:latin typeface="Montserrat Medium" panose="00000600000000000000" pitchFamily="2" charset="-52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232D38C-9A4C-4806-9542-C2730197D83A}"/>
              </a:ext>
            </a:extLst>
          </p:cNvPr>
          <p:cNvSpPr txBox="1"/>
          <p:nvPr/>
        </p:nvSpPr>
        <p:spPr>
          <a:xfrm>
            <a:off x="76571" y="5580555"/>
            <a:ext cx="537219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Дворівнева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система «Директор –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Мисливець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», де одна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частина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ШІ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дає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підказки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, а друга (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Чужий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)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вивчає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звички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гравця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і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адаптується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до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його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укриттів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371131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фон">
            <a:extLst>
              <a:ext uri="{FF2B5EF4-FFF2-40B4-BE49-F238E27FC236}">
                <a16:creationId xmlns:a16="http://schemas.microsoft.com/office/drawing/2014/main" id="{123AAA31-15E5-4CD4-90E0-8BA1499E8700}"/>
              </a:ext>
            </a:extLst>
          </p:cNvPr>
          <p:cNvSpPr/>
          <p:nvPr/>
        </p:nvSpPr>
        <p:spPr>
          <a:xfrm>
            <a:off x="-5" y="0"/>
            <a:ext cx="12192000" cy="6858000"/>
          </a:xfrm>
          <a:prstGeom prst="rect">
            <a:avLst/>
          </a:prstGeom>
          <a:gradFill>
            <a:gsLst>
              <a:gs pos="0">
                <a:srgbClr val="1D1D1D"/>
              </a:gs>
              <a:gs pos="100000">
                <a:srgbClr val="1D1D1D"/>
              </a:gs>
            </a:gsLst>
            <a:path path="circle">
              <a:fillToRect r="100000" b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5124" name="!!PlayPhoto" descr="Alien: Isolation - Коллекция">
            <a:extLst>
              <a:ext uri="{FF2B5EF4-FFF2-40B4-BE49-F238E27FC236}">
                <a16:creationId xmlns:a16="http://schemas.microsoft.com/office/drawing/2014/main" id="{F962B1D6-1CC3-41CA-9286-D86FB4F7E0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Pacman Wallpapers - PixelsTalk">
            <a:extLst>
              <a:ext uri="{FF2B5EF4-FFF2-40B4-BE49-F238E27FC236}">
                <a16:creationId xmlns:a16="http://schemas.microsoft.com/office/drawing/2014/main" id="{040C6D5F-5EAE-46B4-97C1-F245B95BB6C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73"/>
          <a:stretch/>
        </p:blipFill>
        <p:spPr bwMode="auto">
          <a:xfrm rot="21229333">
            <a:off x="4456194" y="103657"/>
            <a:ext cx="915426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4" name="Рисунок 63" descr="The Sims - The Sims™ 4 - Официальный сайт">
            <a:extLst>
              <a:ext uri="{FF2B5EF4-FFF2-40B4-BE49-F238E27FC236}">
                <a16:creationId xmlns:a16="http://schemas.microsoft.com/office/drawing/2014/main" id="{4D6E5EA1-C959-4A9F-A113-6805E34FD1D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213" r="1"/>
          <a:stretch/>
        </p:blipFill>
        <p:spPr bwMode="auto">
          <a:xfrm flipH="1">
            <a:off x="-2107822" y="-6248"/>
            <a:ext cx="9240812" cy="6853587"/>
          </a:xfrm>
          <a:custGeom>
            <a:avLst/>
            <a:gdLst>
              <a:gd name="connsiteX0" fmla="*/ 9240812 w 9240812"/>
              <a:gd name="connsiteY0" fmla="*/ 0 h 6853587"/>
              <a:gd name="connsiteX1" fmla="*/ 0 w 9240812"/>
              <a:gd name="connsiteY1" fmla="*/ 0 h 6853587"/>
              <a:gd name="connsiteX2" fmla="*/ 0 w 9240812"/>
              <a:gd name="connsiteY2" fmla="*/ 1486756 h 6853587"/>
              <a:gd name="connsiteX3" fmla="*/ 17813 w 9240812"/>
              <a:gd name="connsiteY3" fmla="*/ 1492148 h 6853587"/>
              <a:gd name="connsiteX4" fmla="*/ 856013 w 9240812"/>
              <a:gd name="connsiteY4" fmla="*/ 2685948 h 6853587"/>
              <a:gd name="connsiteX5" fmla="*/ 1567213 w 9240812"/>
              <a:gd name="connsiteY5" fmla="*/ 4311548 h 6853587"/>
              <a:gd name="connsiteX6" fmla="*/ 3074028 w 9240812"/>
              <a:gd name="connsiteY6" fmla="*/ 6782281 h 6853587"/>
              <a:gd name="connsiteX7" fmla="*/ 3090079 w 9240812"/>
              <a:gd name="connsiteY7" fmla="*/ 6853587 h 6853587"/>
              <a:gd name="connsiteX8" fmla="*/ 9240812 w 9240812"/>
              <a:gd name="connsiteY8" fmla="*/ 6853587 h 68535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40812" h="6853587">
                <a:moveTo>
                  <a:pt x="9240812" y="0"/>
                </a:moveTo>
                <a:lnTo>
                  <a:pt x="0" y="0"/>
                </a:lnTo>
                <a:lnTo>
                  <a:pt x="0" y="1486756"/>
                </a:lnTo>
                <a:lnTo>
                  <a:pt x="17813" y="1492148"/>
                </a:lnTo>
                <a:cubicBezTo>
                  <a:pt x="383996" y="1638198"/>
                  <a:pt x="597780" y="2216048"/>
                  <a:pt x="856013" y="2685948"/>
                </a:cubicBezTo>
                <a:cubicBezTo>
                  <a:pt x="1114246" y="3155848"/>
                  <a:pt x="1192563" y="3606698"/>
                  <a:pt x="1567213" y="4311548"/>
                </a:cubicBezTo>
                <a:cubicBezTo>
                  <a:pt x="1918448" y="4972345"/>
                  <a:pt x="2872436" y="6088928"/>
                  <a:pt x="3074028" y="6782281"/>
                </a:cubicBezTo>
                <a:lnTo>
                  <a:pt x="3090079" y="6853587"/>
                </a:lnTo>
                <a:lnTo>
                  <a:pt x="9240812" y="6853587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затемнение">
            <a:extLst>
              <a:ext uri="{FF2B5EF4-FFF2-40B4-BE49-F238E27FC236}">
                <a16:creationId xmlns:a16="http://schemas.microsoft.com/office/drawing/2014/main" id="{E0257E64-9D7E-4D65-BC1A-436E2C6E99A5}"/>
              </a:ext>
            </a:extLst>
          </p:cNvPr>
          <p:cNvSpPr/>
          <p:nvPr/>
        </p:nvSpPr>
        <p:spPr>
          <a:xfrm>
            <a:off x="-9590" y="0"/>
            <a:ext cx="12220933" cy="6858000"/>
          </a:xfrm>
          <a:prstGeom prst="rect">
            <a:avLst/>
          </a:prstGeom>
          <a:solidFill>
            <a:schemeClr val="tx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8" name="Затемнение низ">
            <a:extLst>
              <a:ext uri="{FF2B5EF4-FFF2-40B4-BE49-F238E27FC236}">
                <a16:creationId xmlns:a16="http://schemas.microsoft.com/office/drawing/2014/main" id="{01F63AF6-2061-4C34-9B9A-D0B30D6C4FC1}"/>
              </a:ext>
            </a:extLst>
          </p:cNvPr>
          <p:cNvSpPr/>
          <p:nvPr/>
        </p:nvSpPr>
        <p:spPr>
          <a:xfrm>
            <a:off x="-9590" y="0"/>
            <a:ext cx="12220933" cy="6847155"/>
          </a:xfrm>
          <a:prstGeom prst="rect">
            <a:avLst/>
          </a:prstGeom>
          <a:gradFill flip="none" rotWithShape="1">
            <a:gsLst>
              <a:gs pos="61000">
                <a:schemeClr val="tx1">
                  <a:alpha val="0"/>
                </a:schemeClr>
              </a:gs>
              <a:gs pos="97000">
                <a:schemeClr val="tx1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Молния 36">
            <a:extLst>
              <a:ext uri="{FF2B5EF4-FFF2-40B4-BE49-F238E27FC236}">
                <a16:creationId xmlns:a16="http://schemas.microsoft.com/office/drawing/2014/main" id="{8AAF601C-2DE3-4216-8AE4-FD26867D820C}"/>
              </a:ext>
            </a:extLst>
          </p:cNvPr>
          <p:cNvSpPr/>
          <p:nvPr/>
        </p:nvSpPr>
        <p:spPr>
          <a:xfrm rot="13340361">
            <a:off x="4017786" y="-1073766"/>
            <a:ext cx="3311524" cy="9212846"/>
          </a:xfrm>
          <a:prstGeom prst="lightningBol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3" name="18х12 сетка">
            <a:extLst>
              <a:ext uri="{FF2B5EF4-FFF2-40B4-BE49-F238E27FC236}">
                <a16:creationId xmlns:a16="http://schemas.microsoft.com/office/drawing/2014/main" id="{04138851-021C-4CAD-990D-6CB3C7ABD4FF}"/>
              </a:ext>
            </a:extLst>
          </p:cNvPr>
          <p:cNvGrpSpPr/>
          <p:nvPr/>
        </p:nvGrpSpPr>
        <p:grpSpPr>
          <a:xfrm>
            <a:off x="-9510565" y="-5076340"/>
            <a:ext cx="30344552" cy="17068800"/>
            <a:chOff x="-2" y="0"/>
            <a:chExt cx="12192002" cy="6858000"/>
          </a:xfrm>
        </p:grpSpPr>
        <p:grpSp>
          <p:nvGrpSpPr>
            <p:cNvPr id="4" name="Группа 3">
              <a:extLst>
                <a:ext uri="{FF2B5EF4-FFF2-40B4-BE49-F238E27FC236}">
                  <a16:creationId xmlns:a16="http://schemas.microsoft.com/office/drawing/2014/main" id="{9973B303-2C4F-412C-A298-275073DCC8EE}"/>
                </a:ext>
              </a:extLst>
            </p:cNvPr>
            <p:cNvGrpSpPr/>
            <p:nvPr/>
          </p:nvGrpSpPr>
          <p:grpSpPr>
            <a:xfrm>
              <a:off x="-2" y="0"/>
              <a:ext cx="12192000" cy="6858000"/>
              <a:chOff x="-2" y="0"/>
              <a:chExt cx="8750502" cy="6858000"/>
            </a:xfrm>
            <a:noFill/>
          </p:grpSpPr>
          <p:sp>
            <p:nvSpPr>
              <p:cNvPr id="18" name="Прямоугольник 17">
                <a:extLst>
                  <a:ext uri="{FF2B5EF4-FFF2-40B4-BE49-F238E27FC236}">
                    <a16:creationId xmlns:a16="http://schemas.microsoft.com/office/drawing/2014/main" id="{46CB7FAC-6B87-48C5-8713-3C7386F75E63}"/>
                  </a:ext>
                </a:extLst>
              </p:cNvPr>
              <p:cNvSpPr/>
              <p:nvPr/>
            </p:nvSpPr>
            <p:spPr>
              <a:xfrm>
                <a:off x="-2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9" name="Прямоугольник 18">
                <a:extLst>
                  <a:ext uri="{FF2B5EF4-FFF2-40B4-BE49-F238E27FC236}">
                    <a16:creationId xmlns:a16="http://schemas.microsoft.com/office/drawing/2014/main" id="{383311ED-9D1D-4FBE-9986-1228A12EC5BE}"/>
                  </a:ext>
                </a:extLst>
              </p:cNvPr>
              <p:cNvSpPr/>
              <p:nvPr/>
            </p:nvSpPr>
            <p:spPr>
              <a:xfrm>
                <a:off x="486137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0" name="Прямоугольник 19">
                <a:extLst>
                  <a:ext uri="{FF2B5EF4-FFF2-40B4-BE49-F238E27FC236}">
                    <a16:creationId xmlns:a16="http://schemas.microsoft.com/office/drawing/2014/main" id="{3D3A6D47-E623-417C-AF26-6356086B4A4C}"/>
                  </a:ext>
                </a:extLst>
              </p:cNvPr>
              <p:cNvSpPr/>
              <p:nvPr/>
            </p:nvSpPr>
            <p:spPr>
              <a:xfrm>
                <a:off x="972276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1" name="Прямоугольник 20">
                <a:extLst>
                  <a:ext uri="{FF2B5EF4-FFF2-40B4-BE49-F238E27FC236}">
                    <a16:creationId xmlns:a16="http://schemas.microsoft.com/office/drawing/2014/main" id="{771DDD40-CB71-466A-BAB7-BFDF8548D333}"/>
                  </a:ext>
                </a:extLst>
              </p:cNvPr>
              <p:cNvSpPr/>
              <p:nvPr/>
            </p:nvSpPr>
            <p:spPr>
              <a:xfrm>
                <a:off x="1458415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2" name="Прямоугольник 21">
                <a:extLst>
                  <a:ext uri="{FF2B5EF4-FFF2-40B4-BE49-F238E27FC236}">
                    <a16:creationId xmlns:a16="http://schemas.microsoft.com/office/drawing/2014/main" id="{A8544190-7CC9-4B5E-A97F-14E8B2A09888}"/>
                  </a:ext>
                </a:extLst>
              </p:cNvPr>
              <p:cNvSpPr/>
              <p:nvPr/>
            </p:nvSpPr>
            <p:spPr>
              <a:xfrm>
                <a:off x="1944554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3" name="Прямоугольник 22">
                <a:extLst>
                  <a:ext uri="{FF2B5EF4-FFF2-40B4-BE49-F238E27FC236}">
                    <a16:creationId xmlns:a16="http://schemas.microsoft.com/office/drawing/2014/main" id="{50B7B3E2-D833-476C-BE86-53CF4497ED46}"/>
                  </a:ext>
                </a:extLst>
              </p:cNvPr>
              <p:cNvSpPr/>
              <p:nvPr/>
            </p:nvSpPr>
            <p:spPr>
              <a:xfrm>
                <a:off x="2430693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4" name="Прямоугольник 23">
                <a:extLst>
                  <a:ext uri="{FF2B5EF4-FFF2-40B4-BE49-F238E27FC236}">
                    <a16:creationId xmlns:a16="http://schemas.microsoft.com/office/drawing/2014/main" id="{0E8745C2-72BC-43C7-8E1D-553262D8A1CC}"/>
                  </a:ext>
                </a:extLst>
              </p:cNvPr>
              <p:cNvSpPr/>
              <p:nvPr/>
            </p:nvSpPr>
            <p:spPr>
              <a:xfrm>
                <a:off x="2916832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5" name="Прямоугольник 24">
                <a:extLst>
                  <a:ext uri="{FF2B5EF4-FFF2-40B4-BE49-F238E27FC236}">
                    <a16:creationId xmlns:a16="http://schemas.microsoft.com/office/drawing/2014/main" id="{820061A3-CA59-41E2-9F01-C120BE276011}"/>
                  </a:ext>
                </a:extLst>
              </p:cNvPr>
              <p:cNvSpPr/>
              <p:nvPr/>
            </p:nvSpPr>
            <p:spPr>
              <a:xfrm>
                <a:off x="3402971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6" name="Прямоугольник 25">
                <a:extLst>
                  <a:ext uri="{FF2B5EF4-FFF2-40B4-BE49-F238E27FC236}">
                    <a16:creationId xmlns:a16="http://schemas.microsoft.com/office/drawing/2014/main" id="{9784F627-96D6-42F7-95D5-281CD27833F3}"/>
                  </a:ext>
                </a:extLst>
              </p:cNvPr>
              <p:cNvSpPr/>
              <p:nvPr/>
            </p:nvSpPr>
            <p:spPr>
              <a:xfrm>
                <a:off x="3889110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7" name="Прямоугольник 26">
                <a:extLst>
                  <a:ext uri="{FF2B5EF4-FFF2-40B4-BE49-F238E27FC236}">
                    <a16:creationId xmlns:a16="http://schemas.microsoft.com/office/drawing/2014/main" id="{B0EC3FCC-3242-4A5F-BA9A-F5CB3D6DD528}"/>
                  </a:ext>
                </a:extLst>
              </p:cNvPr>
              <p:cNvSpPr/>
              <p:nvPr/>
            </p:nvSpPr>
            <p:spPr>
              <a:xfrm>
                <a:off x="4375249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8" name="Прямоугольник 27">
                <a:extLst>
                  <a:ext uri="{FF2B5EF4-FFF2-40B4-BE49-F238E27FC236}">
                    <a16:creationId xmlns:a16="http://schemas.microsoft.com/office/drawing/2014/main" id="{62D52256-2091-4666-B455-AB3FBB190AA1}"/>
                  </a:ext>
                </a:extLst>
              </p:cNvPr>
              <p:cNvSpPr/>
              <p:nvPr/>
            </p:nvSpPr>
            <p:spPr>
              <a:xfrm>
                <a:off x="4861388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9" name="Прямоугольник 28">
                <a:extLst>
                  <a:ext uri="{FF2B5EF4-FFF2-40B4-BE49-F238E27FC236}">
                    <a16:creationId xmlns:a16="http://schemas.microsoft.com/office/drawing/2014/main" id="{A79CB188-05E5-497F-80E2-C95B441C7AC0}"/>
                  </a:ext>
                </a:extLst>
              </p:cNvPr>
              <p:cNvSpPr/>
              <p:nvPr/>
            </p:nvSpPr>
            <p:spPr>
              <a:xfrm>
                <a:off x="5347527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0" name="Прямоугольник 29">
                <a:extLst>
                  <a:ext uri="{FF2B5EF4-FFF2-40B4-BE49-F238E27FC236}">
                    <a16:creationId xmlns:a16="http://schemas.microsoft.com/office/drawing/2014/main" id="{38FDC722-3787-4DF2-8923-6A7C34AEF92B}"/>
                  </a:ext>
                </a:extLst>
              </p:cNvPr>
              <p:cNvSpPr/>
              <p:nvPr/>
            </p:nvSpPr>
            <p:spPr>
              <a:xfrm>
                <a:off x="5833666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1" name="Прямоугольник 30">
                <a:extLst>
                  <a:ext uri="{FF2B5EF4-FFF2-40B4-BE49-F238E27FC236}">
                    <a16:creationId xmlns:a16="http://schemas.microsoft.com/office/drawing/2014/main" id="{BE88DBD0-26E3-449B-AF20-9C3C9D4F1638}"/>
                  </a:ext>
                </a:extLst>
              </p:cNvPr>
              <p:cNvSpPr/>
              <p:nvPr/>
            </p:nvSpPr>
            <p:spPr>
              <a:xfrm>
                <a:off x="6319805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2" name="Прямоугольник 31">
                <a:extLst>
                  <a:ext uri="{FF2B5EF4-FFF2-40B4-BE49-F238E27FC236}">
                    <a16:creationId xmlns:a16="http://schemas.microsoft.com/office/drawing/2014/main" id="{776F27DC-E892-4D73-B0F8-118D14F67E32}"/>
                  </a:ext>
                </a:extLst>
              </p:cNvPr>
              <p:cNvSpPr/>
              <p:nvPr/>
            </p:nvSpPr>
            <p:spPr>
              <a:xfrm>
                <a:off x="6805944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3" name="Прямоугольник 32">
                <a:extLst>
                  <a:ext uri="{FF2B5EF4-FFF2-40B4-BE49-F238E27FC236}">
                    <a16:creationId xmlns:a16="http://schemas.microsoft.com/office/drawing/2014/main" id="{152D549E-C182-431B-8732-F0705454200E}"/>
                  </a:ext>
                </a:extLst>
              </p:cNvPr>
              <p:cNvSpPr/>
              <p:nvPr/>
            </p:nvSpPr>
            <p:spPr>
              <a:xfrm>
                <a:off x="7292083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4" name="Прямоугольник 33">
                <a:extLst>
                  <a:ext uri="{FF2B5EF4-FFF2-40B4-BE49-F238E27FC236}">
                    <a16:creationId xmlns:a16="http://schemas.microsoft.com/office/drawing/2014/main" id="{4E7C4C47-3AC0-44BC-98DC-E3D035569674}"/>
                  </a:ext>
                </a:extLst>
              </p:cNvPr>
              <p:cNvSpPr/>
              <p:nvPr/>
            </p:nvSpPr>
            <p:spPr>
              <a:xfrm>
                <a:off x="7778222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5" name="Прямоугольник 34">
                <a:extLst>
                  <a:ext uri="{FF2B5EF4-FFF2-40B4-BE49-F238E27FC236}">
                    <a16:creationId xmlns:a16="http://schemas.microsoft.com/office/drawing/2014/main" id="{9643B8DE-ADFC-4106-8B2A-6B39CF7089EE}"/>
                  </a:ext>
                </a:extLst>
              </p:cNvPr>
              <p:cNvSpPr/>
              <p:nvPr/>
            </p:nvSpPr>
            <p:spPr>
              <a:xfrm>
                <a:off x="8264361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grpSp>
          <p:nvGrpSpPr>
            <p:cNvPr id="5" name="Группа 4">
              <a:extLst>
                <a:ext uri="{FF2B5EF4-FFF2-40B4-BE49-F238E27FC236}">
                  <a16:creationId xmlns:a16="http://schemas.microsoft.com/office/drawing/2014/main" id="{49791603-02CE-4D09-8544-98B85158BB13}"/>
                </a:ext>
              </a:extLst>
            </p:cNvPr>
            <p:cNvGrpSpPr/>
            <p:nvPr/>
          </p:nvGrpSpPr>
          <p:grpSpPr>
            <a:xfrm>
              <a:off x="0" y="0"/>
              <a:ext cx="12192000" cy="6858000"/>
              <a:chOff x="0" y="0"/>
              <a:chExt cx="12192000" cy="6400800"/>
            </a:xfrm>
            <a:noFill/>
          </p:grpSpPr>
          <p:sp>
            <p:nvSpPr>
              <p:cNvPr id="6" name="Прямоугольник 5">
                <a:extLst>
                  <a:ext uri="{FF2B5EF4-FFF2-40B4-BE49-F238E27FC236}">
                    <a16:creationId xmlns:a16="http://schemas.microsoft.com/office/drawing/2014/main" id="{92031D28-254C-471F-96DA-8CB271766BEE}"/>
                  </a:ext>
                </a:extLst>
              </p:cNvPr>
              <p:cNvSpPr/>
              <p:nvPr/>
            </p:nvSpPr>
            <p:spPr>
              <a:xfrm>
                <a:off x="0" y="0"/>
                <a:ext cx="12192000" cy="5334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7" name="Прямоугольник 6">
                <a:extLst>
                  <a:ext uri="{FF2B5EF4-FFF2-40B4-BE49-F238E27FC236}">
                    <a16:creationId xmlns:a16="http://schemas.microsoft.com/office/drawing/2014/main" id="{9CBDAA7A-D429-43F2-A2EE-1E07EB443F3E}"/>
                  </a:ext>
                </a:extLst>
              </p:cNvPr>
              <p:cNvSpPr/>
              <p:nvPr/>
            </p:nvSpPr>
            <p:spPr>
              <a:xfrm>
                <a:off x="0" y="533400"/>
                <a:ext cx="12192000" cy="5334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8" name="Прямоугольник 7">
                <a:extLst>
                  <a:ext uri="{FF2B5EF4-FFF2-40B4-BE49-F238E27FC236}">
                    <a16:creationId xmlns:a16="http://schemas.microsoft.com/office/drawing/2014/main" id="{1D10029B-6BAB-4E5E-9438-484EE11EF512}"/>
                  </a:ext>
                </a:extLst>
              </p:cNvPr>
              <p:cNvSpPr/>
              <p:nvPr/>
            </p:nvSpPr>
            <p:spPr>
              <a:xfrm>
                <a:off x="0" y="1066800"/>
                <a:ext cx="12192000" cy="5334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9" name="Прямоугольник 8">
                <a:extLst>
                  <a:ext uri="{FF2B5EF4-FFF2-40B4-BE49-F238E27FC236}">
                    <a16:creationId xmlns:a16="http://schemas.microsoft.com/office/drawing/2014/main" id="{E469515C-BABE-429E-BD96-D6201E064EE4}"/>
                  </a:ext>
                </a:extLst>
              </p:cNvPr>
              <p:cNvSpPr/>
              <p:nvPr/>
            </p:nvSpPr>
            <p:spPr>
              <a:xfrm>
                <a:off x="0" y="1600200"/>
                <a:ext cx="12192000" cy="5334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0" name="Прямоугольник 9">
                <a:extLst>
                  <a:ext uri="{FF2B5EF4-FFF2-40B4-BE49-F238E27FC236}">
                    <a16:creationId xmlns:a16="http://schemas.microsoft.com/office/drawing/2014/main" id="{83D20425-307C-44C1-94BC-2CF65A58DF57}"/>
                  </a:ext>
                </a:extLst>
              </p:cNvPr>
              <p:cNvSpPr/>
              <p:nvPr/>
            </p:nvSpPr>
            <p:spPr>
              <a:xfrm>
                <a:off x="0" y="2133600"/>
                <a:ext cx="12192000" cy="5334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1" name="Прямоугольник 10">
                <a:extLst>
                  <a:ext uri="{FF2B5EF4-FFF2-40B4-BE49-F238E27FC236}">
                    <a16:creationId xmlns:a16="http://schemas.microsoft.com/office/drawing/2014/main" id="{60897EA5-6CDE-4BE9-A4EA-331BE755ECB3}"/>
                  </a:ext>
                </a:extLst>
              </p:cNvPr>
              <p:cNvSpPr/>
              <p:nvPr/>
            </p:nvSpPr>
            <p:spPr>
              <a:xfrm>
                <a:off x="0" y="2667000"/>
                <a:ext cx="12192000" cy="5334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2" name="Прямоугольник 11">
                <a:extLst>
                  <a:ext uri="{FF2B5EF4-FFF2-40B4-BE49-F238E27FC236}">
                    <a16:creationId xmlns:a16="http://schemas.microsoft.com/office/drawing/2014/main" id="{F52D57F8-967A-465E-B2FD-95D3308E6B25}"/>
                  </a:ext>
                </a:extLst>
              </p:cNvPr>
              <p:cNvSpPr/>
              <p:nvPr/>
            </p:nvSpPr>
            <p:spPr>
              <a:xfrm>
                <a:off x="0" y="3200400"/>
                <a:ext cx="12192000" cy="5334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3" name="Прямоугольник 12">
                <a:extLst>
                  <a:ext uri="{FF2B5EF4-FFF2-40B4-BE49-F238E27FC236}">
                    <a16:creationId xmlns:a16="http://schemas.microsoft.com/office/drawing/2014/main" id="{E5E3D5BD-7AD4-4228-B7CA-E471F644A3BA}"/>
                  </a:ext>
                </a:extLst>
              </p:cNvPr>
              <p:cNvSpPr/>
              <p:nvPr/>
            </p:nvSpPr>
            <p:spPr>
              <a:xfrm>
                <a:off x="0" y="3733800"/>
                <a:ext cx="12192000" cy="5334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4" name="Прямоугольник 13">
                <a:extLst>
                  <a:ext uri="{FF2B5EF4-FFF2-40B4-BE49-F238E27FC236}">
                    <a16:creationId xmlns:a16="http://schemas.microsoft.com/office/drawing/2014/main" id="{CC0CCDAB-789D-4D99-BF0F-55067D6E55D2}"/>
                  </a:ext>
                </a:extLst>
              </p:cNvPr>
              <p:cNvSpPr/>
              <p:nvPr/>
            </p:nvSpPr>
            <p:spPr>
              <a:xfrm>
                <a:off x="0" y="4267200"/>
                <a:ext cx="12192000" cy="5334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5" name="Прямоугольник 14">
                <a:extLst>
                  <a:ext uri="{FF2B5EF4-FFF2-40B4-BE49-F238E27FC236}">
                    <a16:creationId xmlns:a16="http://schemas.microsoft.com/office/drawing/2014/main" id="{94B2E5C6-0BC0-4BAC-B0E1-A2FD92B91FC0}"/>
                  </a:ext>
                </a:extLst>
              </p:cNvPr>
              <p:cNvSpPr/>
              <p:nvPr/>
            </p:nvSpPr>
            <p:spPr>
              <a:xfrm>
                <a:off x="0" y="4800600"/>
                <a:ext cx="12192000" cy="5334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6" name="Прямоугольник 15">
                <a:extLst>
                  <a:ext uri="{FF2B5EF4-FFF2-40B4-BE49-F238E27FC236}">
                    <a16:creationId xmlns:a16="http://schemas.microsoft.com/office/drawing/2014/main" id="{DC6ABE7E-1967-4DE3-BA13-E016E8644F1B}"/>
                  </a:ext>
                </a:extLst>
              </p:cNvPr>
              <p:cNvSpPr/>
              <p:nvPr/>
            </p:nvSpPr>
            <p:spPr>
              <a:xfrm>
                <a:off x="0" y="5334000"/>
                <a:ext cx="12192000" cy="5334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7" name="Прямоугольник 16">
                <a:extLst>
                  <a:ext uri="{FF2B5EF4-FFF2-40B4-BE49-F238E27FC236}">
                    <a16:creationId xmlns:a16="http://schemas.microsoft.com/office/drawing/2014/main" id="{45B014AE-172C-41CD-8940-49259D24A242}"/>
                  </a:ext>
                </a:extLst>
              </p:cNvPr>
              <p:cNvSpPr/>
              <p:nvPr/>
            </p:nvSpPr>
            <p:spPr>
              <a:xfrm>
                <a:off x="0" y="5867400"/>
                <a:ext cx="12192000" cy="5334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</p:grpSp>
      <p:pic>
        <p:nvPicPr>
          <p:cNvPr id="61" name="миниДжойстик">
            <a:extLst>
              <a:ext uri="{FF2B5EF4-FFF2-40B4-BE49-F238E27FC236}">
                <a16:creationId xmlns:a16="http://schemas.microsoft.com/office/drawing/2014/main" id="{A17584B8-9902-414D-A447-0745C12A570E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66062" t="-128771" r="227320" b="155339"/>
          <a:stretch/>
        </p:blipFill>
        <p:spPr>
          <a:xfrm rot="2335918">
            <a:off x="5397608" y="4268414"/>
            <a:ext cx="2180289" cy="1528035"/>
          </a:xfrm>
          <a:custGeom>
            <a:avLst/>
            <a:gdLst>
              <a:gd name="connsiteX0" fmla="*/ 0 w 1752174"/>
              <a:gd name="connsiteY0" fmla="*/ 0 h 1227994"/>
              <a:gd name="connsiteX1" fmla="*/ 1752174 w 1752174"/>
              <a:gd name="connsiteY1" fmla="*/ 0 h 1227994"/>
              <a:gd name="connsiteX2" fmla="*/ 1752174 w 1752174"/>
              <a:gd name="connsiteY2" fmla="*/ 606495 h 1227994"/>
              <a:gd name="connsiteX3" fmla="*/ 982821 w 1752174"/>
              <a:gd name="connsiteY3" fmla="*/ 1227994 h 1227994"/>
              <a:gd name="connsiteX4" fmla="*/ 55823 w 1752174"/>
              <a:gd name="connsiteY4" fmla="*/ 1227994 h 1227994"/>
              <a:gd name="connsiteX5" fmla="*/ 0 w 1752174"/>
              <a:gd name="connsiteY5" fmla="*/ 1158890 h 12279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52174" h="1227994">
                <a:moveTo>
                  <a:pt x="0" y="0"/>
                </a:moveTo>
                <a:lnTo>
                  <a:pt x="1752174" y="0"/>
                </a:lnTo>
                <a:lnTo>
                  <a:pt x="1752174" y="606495"/>
                </a:lnTo>
                <a:lnTo>
                  <a:pt x="982821" y="1227994"/>
                </a:lnTo>
                <a:lnTo>
                  <a:pt x="55823" y="1227994"/>
                </a:lnTo>
                <a:lnTo>
                  <a:pt x="0" y="1158890"/>
                </a:lnTo>
                <a:close/>
              </a:path>
            </a:pathLst>
          </a:custGeom>
        </p:spPr>
      </p:pic>
      <p:cxnSp>
        <p:nvCxnSpPr>
          <p:cNvPr id="83" name="вертикаль">
            <a:extLst>
              <a:ext uri="{FF2B5EF4-FFF2-40B4-BE49-F238E27FC236}">
                <a16:creationId xmlns:a16="http://schemas.microsoft.com/office/drawing/2014/main" id="{DCD21CE6-7B73-44C8-ABED-2B45E79B26CF}"/>
              </a:ext>
            </a:extLst>
          </p:cNvPr>
          <p:cNvCxnSpPr>
            <a:cxnSpLocks/>
          </p:cNvCxnSpPr>
          <p:nvPr/>
        </p:nvCxnSpPr>
        <p:spPr>
          <a:xfrm>
            <a:off x="11495307" y="21834"/>
            <a:ext cx="19354" cy="6872452"/>
          </a:xfrm>
          <a:prstGeom prst="line">
            <a:avLst/>
          </a:prstGeom>
          <a:ln w="12700">
            <a:solidFill>
              <a:srgbClr val="08EDE8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горизонт">
            <a:extLst>
              <a:ext uri="{FF2B5EF4-FFF2-40B4-BE49-F238E27FC236}">
                <a16:creationId xmlns:a16="http://schemas.microsoft.com/office/drawing/2014/main" id="{8E24FD12-6F19-4398-B603-22615E908799}"/>
              </a:ext>
            </a:extLst>
          </p:cNvPr>
          <p:cNvCxnSpPr>
            <a:cxnSpLocks/>
          </p:cNvCxnSpPr>
          <p:nvPr/>
        </p:nvCxnSpPr>
        <p:spPr>
          <a:xfrm>
            <a:off x="19349" y="6286500"/>
            <a:ext cx="12191994" cy="0"/>
          </a:xfrm>
          <a:prstGeom prst="line">
            <a:avLst/>
          </a:prstGeom>
          <a:ln w="12700">
            <a:solidFill>
              <a:srgbClr val="08EDE8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декор">
            <a:extLst>
              <a:ext uri="{FF2B5EF4-FFF2-40B4-BE49-F238E27FC236}">
                <a16:creationId xmlns:a16="http://schemas.microsoft.com/office/drawing/2014/main" id="{49274652-B192-EDCA-1B55-F082F3B88EF7}"/>
              </a:ext>
            </a:extLst>
          </p:cNvPr>
          <p:cNvSpPr txBox="1"/>
          <p:nvPr/>
        </p:nvSpPr>
        <p:spPr>
          <a:xfrm>
            <a:off x="1" y="6222657"/>
            <a:ext cx="121919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rgbClr val="06A29E">
                    <a:alpha val="10000"/>
                  </a:srgb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Project: Artificial Intelligence</a:t>
            </a:r>
            <a:endParaRPr lang="ru-UA" sz="3600" dirty="0">
              <a:solidFill>
                <a:srgbClr val="06A29E">
                  <a:alpha val="10000"/>
                </a:srgbClr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62BF7BF-BC4B-4325-B8D1-9BAC365E2B8B}"/>
              </a:ext>
            </a:extLst>
          </p:cNvPr>
          <p:cNvSpPr txBox="1"/>
          <p:nvPr/>
        </p:nvSpPr>
        <p:spPr>
          <a:xfrm>
            <a:off x="86518" y="73778"/>
            <a:ext cx="60058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 err="1">
                <a:solidFill>
                  <a:srgbClr val="08EDE8"/>
                </a:solidFill>
                <a:latin typeface="Montserrat SemiBold" panose="00000700000000000000" pitchFamily="2" charset="-52"/>
              </a:rPr>
              <a:t>Яскраві</a:t>
            </a:r>
            <a:r>
              <a:rPr lang="ru-RU" sz="2800" dirty="0">
                <a:solidFill>
                  <a:srgbClr val="08EDE8"/>
                </a:solidFill>
                <a:latin typeface="Montserrat SemiBold" panose="00000700000000000000" pitchFamily="2" charset="-52"/>
              </a:rPr>
              <a:t> </a:t>
            </a:r>
            <a:r>
              <a:rPr lang="ru-RU" sz="2800" dirty="0" err="1">
                <a:solidFill>
                  <a:srgbClr val="08EDE8"/>
                </a:solidFill>
                <a:latin typeface="Montserrat SemiBold" panose="00000700000000000000" pitchFamily="2" charset="-52"/>
              </a:rPr>
              <a:t>приклади</a:t>
            </a:r>
            <a:r>
              <a:rPr lang="ru-RU" sz="2800" dirty="0">
                <a:solidFill>
                  <a:srgbClr val="08EDE8"/>
                </a:solidFill>
                <a:latin typeface="Montserrat SemiBold" panose="00000700000000000000" pitchFamily="2" charset="-52"/>
              </a:rPr>
              <a:t> </a:t>
            </a:r>
            <a:r>
              <a:rPr lang="ru-RU" sz="2800" dirty="0" err="1">
                <a:solidFill>
                  <a:srgbClr val="08EDE8"/>
                </a:solidFill>
                <a:latin typeface="Montserrat SemiBold" panose="00000700000000000000" pitchFamily="2" charset="-52"/>
              </a:rPr>
              <a:t>ігрового</a:t>
            </a:r>
            <a:r>
              <a:rPr lang="ru-RU" sz="2800" dirty="0">
                <a:solidFill>
                  <a:srgbClr val="08EDE8"/>
                </a:solidFill>
                <a:latin typeface="Montserrat SemiBold" panose="00000700000000000000" pitchFamily="2" charset="-52"/>
              </a:rPr>
              <a:t> ШІ</a:t>
            </a:r>
          </a:p>
        </p:txBody>
      </p:sp>
      <p:sp>
        <p:nvSpPr>
          <p:cNvPr id="66" name="!!рам1">
            <a:extLst>
              <a:ext uri="{FF2B5EF4-FFF2-40B4-BE49-F238E27FC236}">
                <a16:creationId xmlns:a16="http://schemas.microsoft.com/office/drawing/2014/main" id="{7B947CFA-0608-4312-8A41-0FE7C97BBDCE}"/>
              </a:ext>
            </a:extLst>
          </p:cNvPr>
          <p:cNvSpPr/>
          <p:nvPr/>
        </p:nvSpPr>
        <p:spPr>
          <a:xfrm>
            <a:off x="151678" y="853777"/>
            <a:ext cx="2042613" cy="433765"/>
          </a:xfrm>
          <a:prstGeom prst="roundRect">
            <a:avLst>
              <a:gd name="adj" fmla="val 27335"/>
            </a:avLst>
          </a:prstGeom>
          <a:solidFill>
            <a:schemeClr val="bg1">
              <a:alpha val="20000"/>
            </a:schemeClr>
          </a:solidFill>
          <a:ln w="127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9534EB0-C0FA-4024-ABED-011020A16824}"/>
              </a:ext>
            </a:extLst>
          </p:cNvPr>
          <p:cNvSpPr txBox="1"/>
          <p:nvPr/>
        </p:nvSpPr>
        <p:spPr>
          <a:xfrm>
            <a:off x="120315" y="862763"/>
            <a:ext cx="20739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669E9A"/>
                </a:solidFill>
                <a:latin typeface="Montserrat Medium" panose="00000600000000000000" pitchFamily="2" charset="-52"/>
              </a:rPr>
              <a:t>F.E.A.R</a:t>
            </a:r>
            <a:endParaRPr lang="ru-RU" sz="2000" dirty="0">
              <a:solidFill>
                <a:srgbClr val="669E9A"/>
              </a:solidFill>
              <a:latin typeface="Montserrat Medium" panose="00000600000000000000" pitchFamily="2" charset="-52"/>
            </a:endParaRPr>
          </a:p>
        </p:txBody>
      </p:sp>
      <p:sp>
        <p:nvSpPr>
          <p:cNvPr id="90" name="!!рам2">
            <a:extLst>
              <a:ext uri="{FF2B5EF4-FFF2-40B4-BE49-F238E27FC236}">
                <a16:creationId xmlns:a16="http://schemas.microsoft.com/office/drawing/2014/main" id="{DE438ABD-C8B7-4893-8B3D-713F2938BF56}"/>
              </a:ext>
            </a:extLst>
          </p:cNvPr>
          <p:cNvSpPr/>
          <p:nvPr/>
        </p:nvSpPr>
        <p:spPr>
          <a:xfrm>
            <a:off x="167289" y="1334598"/>
            <a:ext cx="2042613" cy="433765"/>
          </a:xfrm>
          <a:prstGeom prst="roundRect">
            <a:avLst>
              <a:gd name="adj" fmla="val 27335"/>
            </a:avLst>
          </a:prstGeom>
          <a:solidFill>
            <a:schemeClr val="bg1">
              <a:alpha val="20000"/>
            </a:schemeClr>
          </a:solidFill>
          <a:ln w="127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A9DB35F4-3979-4A78-B5BF-1B322FE0F646}"/>
              </a:ext>
            </a:extLst>
          </p:cNvPr>
          <p:cNvSpPr txBox="1"/>
          <p:nvPr/>
        </p:nvSpPr>
        <p:spPr>
          <a:xfrm>
            <a:off x="135926" y="1343584"/>
            <a:ext cx="20739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669E9A"/>
                </a:solidFill>
                <a:latin typeface="Montserrat Medium" panose="00000600000000000000" pitchFamily="2" charset="-52"/>
              </a:rPr>
              <a:t>Forza Horizon</a:t>
            </a:r>
            <a:endParaRPr lang="ru-RU" sz="2000" dirty="0">
              <a:solidFill>
                <a:srgbClr val="669E9A"/>
              </a:solidFill>
              <a:latin typeface="Montserrat Medium" panose="00000600000000000000" pitchFamily="2" charset="-52"/>
            </a:endParaRPr>
          </a:p>
        </p:txBody>
      </p:sp>
      <p:sp>
        <p:nvSpPr>
          <p:cNvPr id="92" name="!!рам3">
            <a:extLst>
              <a:ext uri="{FF2B5EF4-FFF2-40B4-BE49-F238E27FC236}">
                <a16:creationId xmlns:a16="http://schemas.microsoft.com/office/drawing/2014/main" id="{2A800CEC-9690-47EE-A7CE-F47479032859}"/>
              </a:ext>
            </a:extLst>
          </p:cNvPr>
          <p:cNvSpPr/>
          <p:nvPr/>
        </p:nvSpPr>
        <p:spPr>
          <a:xfrm>
            <a:off x="152811" y="1815419"/>
            <a:ext cx="2042613" cy="433765"/>
          </a:xfrm>
          <a:prstGeom prst="roundRect">
            <a:avLst>
              <a:gd name="adj" fmla="val 27335"/>
            </a:avLst>
          </a:prstGeom>
          <a:solidFill>
            <a:schemeClr val="bg1">
              <a:alpha val="20000"/>
            </a:schemeClr>
          </a:solidFill>
          <a:ln w="127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4FBAD4D3-E93A-4859-89F0-000C135DC792}"/>
              </a:ext>
            </a:extLst>
          </p:cNvPr>
          <p:cNvSpPr txBox="1"/>
          <p:nvPr/>
        </p:nvSpPr>
        <p:spPr>
          <a:xfrm>
            <a:off x="121448" y="1824405"/>
            <a:ext cx="20739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669E9A"/>
                </a:solidFill>
                <a:latin typeface="Montserrat Medium" panose="00000600000000000000" pitchFamily="2" charset="-52"/>
              </a:rPr>
              <a:t>Alien: Isolation</a:t>
            </a:r>
            <a:endParaRPr lang="ru-RU" sz="2000" dirty="0">
              <a:solidFill>
                <a:srgbClr val="669E9A"/>
              </a:solidFill>
              <a:latin typeface="Montserrat Medium" panose="00000600000000000000" pitchFamily="2" charset="-52"/>
            </a:endParaRPr>
          </a:p>
        </p:txBody>
      </p:sp>
      <p:sp>
        <p:nvSpPr>
          <p:cNvPr id="94" name="!!рам4">
            <a:extLst>
              <a:ext uri="{FF2B5EF4-FFF2-40B4-BE49-F238E27FC236}">
                <a16:creationId xmlns:a16="http://schemas.microsoft.com/office/drawing/2014/main" id="{66650FA4-B782-4771-B5EB-3D778F55B0C7}"/>
              </a:ext>
            </a:extLst>
          </p:cNvPr>
          <p:cNvSpPr/>
          <p:nvPr/>
        </p:nvSpPr>
        <p:spPr>
          <a:xfrm>
            <a:off x="695101" y="2296240"/>
            <a:ext cx="2042613" cy="433765"/>
          </a:xfrm>
          <a:prstGeom prst="roundRect">
            <a:avLst>
              <a:gd name="adj" fmla="val 27335"/>
            </a:avLst>
          </a:prstGeom>
          <a:solidFill>
            <a:schemeClr val="bg1">
              <a:alpha val="20000"/>
            </a:schemeClr>
          </a:solidFill>
          <a:ln w="127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3FC90FD2-C2B1-4174-84B0-8D4C93CCD427}"/>
              </a:ext>
            </a:extLst>
          </p:cNvPr>
          <p:cNvSpPr txBox="1"/>
          <p:nvPr/>
        </p:nvSpPr>
        <p:spPr>
          <a:xfrm>
            <a:off x="663738" y="2305226"/>
            <a:ext cx="20739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8EDE8"/>
                </a:solidFill>
                <a:latin typeface="Montserrat Medium" panose="00000600000000000000" pitchFamily="2" charset="-52"/>
              </a:rPr>
              <a:t>Pac-Man</a:t>
            </a:r>
            <a:endParaRPr lang="ru-RU" sz="2000" dirty="0">
              <a:solidFill>
                <a:srgbClr val="08EDE8"/>
              </a:solidFill>
              <a:latin typeface="Montserrat Medium" panose="00000600000000000000" pitchFamily="2" charset="-52"/>
            </a:endParaRPr>
          </a:p>
        </p:txBody>
      </p:sp>
      <p:sp>
        <p:nvSpPr>
          <p:cNvPr id="96" name="!!рам5">
            <a:extLst>
              <a:ext uri="{FF2B5EF4-FFF2-40B4-BE49-F238E27FC236}">
                <a16:creationId xmlns:a16="http://schemas.microsoft.com/office/drawing/2014/main" id="{A2E49239-63F7-405B-88B4-61B6A2E92071}"/>
              </a:ext>
            </a:extLst>
          </p:cNvPr>
          <p:cNvSpPr/>
          <p:nvPr/>
        </p:nvSpPr>
        <p:spPr>
          <a:xfrm>
            <a:off x="695101" y="2777061"/>
            <a:ext cx="2042613" cy="433765"/>
          </a:xfrm>
          <a:prstGeom prst="roundRect">
            <a:avLst>
              <a:gd name="adj" fmla="val 27335"/>
            </a:avLst>
          </a:prstGeom>
          <a:solidFill>
            <a:schemeClr val="bg1">
              <a:alpha val="20000"/>
            </a:schemeClr>
          </a:solidFill>
          <a:ln w="127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66D52391-D9CF-4B32-BDC6-71EA805FC242}"/>
              </a:ext>
            </a:extLst>
          </p:cNvPr>
          <p:cNvSpPr txBox="1"/>
          <p:nvPr/>
        </p:nvSpPr>
        <p:spPr>
          <a:xfrm>
            <a:off x="663738" y="2786047"/>
            <a:ext cx="20739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8EDE8"/>
                </a:solidFill>
                <a:latin typeface="Montserrat Medium" panose="00000600000000000000" pitchFamily="2" charset="-52"/>
              </a:rPr>
              <a:t>The Sims</a:t>
            </a:r>
            <a:endParaRPr lang="ru-RU" sz="2000" dirty="0">
              <a:solidFill>
                <a:srgbClr val="08EDE8"/>
              </a:solidFill>
              <a:latin typeface="Montserrat Medium" panose="00000600000000000000" pitchFamily="2" charset="-52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232D38C-9A4C-4806-9542-C2730197D83A}"/>
              </a:ext>
            </a:extLst>
          </p:cNvPr>
          <p:cNvSpPr txBox="1"/>
          <p:nvPr/>
        </p:nvSpPr>
        <p:spPr>
          <a:xfrm>
            <a:off x="76571" y="5580555"/>
            <a:ext cx="537219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Реалізація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«ШІ потреб» (</a:t>
            </a:r>
            <a:r>
              <a:rPr lang="en-US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Utility AI), 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де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персонажі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самостійно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приймають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рішення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,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виходячи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з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ієрархії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своїх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потреб (голод, комфорт,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спілкування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).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34D85B3-DBC4-49A0-8F09-FC09C1E082E9}"/>
              </a:ext>
            </a:extLst>
          </p:cNvPr>
          <p:cNvSpPr txBox="1"/>
          <p:nvPr/>
        </p:nvSpPr>
        <p:spPr>
          <a:xfrm>
            <a:off x="5719764" y="5580555"/>
            <a:ext cx="578513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Кожен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з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чотирьох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привидів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має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унікальний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математичний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алгоритм (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переслідування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,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перехоплення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, хаос),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що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створює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першу в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історії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ілюзію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«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особистості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»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ворогів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.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4665C32-B333-44BD-9949-1FA9A1FF860C}"/>
              </a:ext>
            </a:extLst>
          </p:cNvPr>
          <p:cNvSpPr txBox="1"/>
          <p:nvPr/>
        </p:nvSpPr>
        <p:spPr>
          <a:xfrm>
            <a:off x="167289" y="5238147"/>
            <a:ext cx="49729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Montserrat Medium" panose="00000600000000000000" pitchFamily="2" charset="-52"/>
              </a:rPr>
              <a:t>The Sims</a:t>
            </a:r>
            <a:endParaRPr lang="ru-RU" sz="2000" dirty="0">
              <a:solidFill>
                <a:schemeClr val="bg1"/>
              </a:solidFill>
              <a:latin typeface="Montserrat Medium" panose="00000600000000000000" pitchFamily="2" charset="-52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BCB42D4-467A-4794-9EB4-DF7E35FD882F}"/>
              </a:ext>
            </a:extLst>
          </p:cNvPr>
          <p:cNvSpPr txBox="1"/>
          <p:nvPr/>
        </p:nvSpPr>
        <p:spPr>
          <a:xfrm>
            <a:off x="5799573" y="5238147"/>
            <a:ext cx="55518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Montserrat Medium" panose="00000600000000000000" pitchFamily="2" charset="-52"/>
              </a:rPr>
              <a:t>Pac-Man</a:t>
            </a:r>
            <a:endParaRPr lang="ru-RU" sz="2000" dirty="0">
              <a:solidFill>
                <a:schemeClr val="bg1"/>
              </a:solidFill>
              <a:latin typeface="Montserrat Medium" panose="00000600000000000000" pitchFamily="2" charset="-52"/>
            </a:endParaRPr>
          </a:p>
        </p:txBody>
      </p:sp>
      <p:pic>
        <p:nvPicPr>
          <p:cNvPr id="68" name="Рисунок 67">
            <a:extLst>
              <a:ext uri="{FF2B5EF4-FFF2-40B4-BE49-F238E27FC236}">
                <a16:creationId xmlns:a16="http://schemas.microsoft.com/office/drawing/2014/main" id="{AE9F7DB6-82CB-41FE-BE66-76026949C02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166332">
            <a:off x="12123100" y="3420545"/>
            <a:ext cx="4812324" cy="6652982"/>
          </a:xfrm>
          <a:prstGeom prst="rect">
            <a:avLst/>
          </a:prstGeom>
        </p:spPr>
      </p:pic>
      <p:sp>
        <p:nvSpPr>
          <p:cNvPr id="69" name="Полилиния: фигура 68">
            <a:extLst>
              <a:ext uri="{FF2B5EF4-FFF2-40B4-BE49-F238E27FC236}">
                <a16:creationId xmlns:a16="http://schemas.microsoft.com/office/drawing/2014/main" id="{BBB49FD5-723D-45A5-8F65-355466FA1AC5}"/>
              </a:ext>
            </a:extLst>
          </p:cNvPr>
          <p:cNvSpPr/>
          <p:nvPr/>
        </p:nvSpPr>
        <p:spPr>
          <a:xfrm>
            <a:off x="3315709" y="-2910399"/>
            <a:ext cx="7460442" cy="2031641"/>
          </a:xfrm>
          <a:custGeom>
            <a:avLst/>
            <a:gdLst>
              <a:gd name="connsiteX0" fmla="*/ 214850 w 7460442"/>
              <a:gd name="connsiteY0" fmla="*/ 0 h 2139668"/>
              <a:gd name="connsiteX1" fmla="*/ 6426170 w 7460442"/>
              <a:gd name="connsiteY1" fmla="*/ 0 h 2139668"/>
              <a:gd name="connsiteX2" fmla="*/ 6641020 w 7460442"/>
              <a:gd name="connsiteY2" fmla="*/ 214850 h 2139668"/>
              <a:gd name="connsiteX3" fmla="*/ 6641020 w 7460442"/>
              <a:gd name="connsiteY3" fmla="*/ 1296464 h 2139668"/>
              <a:gd name="connsiteX4" fmla="*/ 7460442 w 7460442"/>
              <a:gd name="connsiteY4" fmla="*/ 2139668 h 2139668"/>
              <a:gd name="connsiteX5" fmla="*/ 6447245 w 7460442"/>
              <a:gd name="connsiteY5" fmla="*/ 1820335 h 2139668"/>
              <a:gd name="connsiteX6" fmla="*/ 6426170 w 7460442"/>
              <a:gd name="connsiteY6" fmla="*/ 1822459 h 2139668"/>
              <a:gd name="connsiteX7" fmla="*/ 214850 w 7460442"/>
              <a:gd name="connsiteY7" fmla="*/ 1822459 h 2139668"/>
              <a:gd name="connsiteX8" fmla="*/ 0 w 7460442"/>
              <a:gd name="connsiteY8" fmla="*/ 1607609 h 2139668"/>
              <a:gd name="connsiteX9" fmla="*/ 0 w 7460442"/>
              <a:gd name="connsiteY9" fmla="*/ 214850 h 2139668"/>
              <a:gd name="connsiteX10" fmla="*/ 214850 w 7460442"/>
              <a:gd name="connsiteY10" fmla="*/ 0 h 2139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460442" h="2139668">
                <a:moveTo>
                  <a:pt x="214850" y="0"/>
                </a:moveTo>
                <a:lnTo>
                  <a:pt x="6426170" y="0"/>
                </a:lnTo>
                <a:cubicBezTo>
                  <a:pt x="6544828" y="0"/>
                  <a:pt x="6641020" y="96192"/>
                  <a:pt x="6641020" y="214850"/>
                </a:cubicBezTo>
                <a:lnTo>
                  <a:pt x="6641020" y="1296464"/>
                </a:lnTo>
                <a:lnTo>
                  <a:pt x="7460442" y="2139668"/>
                </a:lnTo>
                <a:lnTo>
                  <a:pt x="6447245" y="1820335"/>
                </a:lnTo>
                <a:lnTo>
                  <a:pt x="6426170" y="1822459"/>
                </a:lnTo>
                <a:lnTo>
                  <a:pt x="214850" y="1822459"/>
                </a:lnTo>
                <a:cubicBezTo>
                  <a:pt x="96192" y="1822459"/>
                  <a:pt x="0" y="1726267"/>
                  <a:pt x="0" y="1607609"/>
                </a:cubicBezTo>
                <a:lnTo>
                  <a:pt x="0" y="214850"/>
                </a:lnTo>
                <a:cubicBezTo>
                  <a:pt x="0" y="96192"/>
                  <a:pt x="96192" y="0"/>
                  <a:pt x="214850" y="0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 w="127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BCC7739-3510-4A55-B8C1-5B66B616E942}"/>
              </a:ext>
            </a:extLst>
          </p:cNvPr>
          <p:cNvSpPr txBox="1"/>
          <p:nvPr/>
        </p:nvSpPr>
        <p:spPr>
          <a:xfrm>
            <a:off x="3898012" y="-2358583"/>
            <a:ext cx="574774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ШІ –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це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«наука і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розробка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інтелектуальних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машин і систем, особливо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інтелектуальних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комп'ютерних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програм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,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спрямованих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на те,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щоб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зрозуміти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людський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інтелект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».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FA19EB0-F6D3-47A6-88CF-4CEBB0C182F4}"/>
              </a:ext>
            </a:extLst>
          </p:cNvPr>
          <p:cNvSpPr txBox="1"/>
          <p:nvPr/>
        </p:nvSpPr>
        <p:spPr>
          <a:xfrm>
            <a:off x="3896593" y="-2828118"/>
            <a:ext cx="23068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8EDE8"/>
                </a:solidFill>
                <a:latin typeface="Montserrat Medium" panose="00000600000000000000" pitchFamily="2" charset="-52"/>
              </a:rPr>
              <a:t>John McCarthy</a:t>
            </a:r>
            <a:endParaRPr lang="ru-RU" sz="2000" dirty="0">
              <a:solidFill>
                <a:srgbClr val="08EDE8"/>
              </a:solidFill>
              <a:latin typeface="Montserrat Medium" panose="00000600000000000000" pitchFamily="2" charset="-52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A3B6DFF-C561-4970-ABCF-59243F537A53}"/>
              </a:ext>
            </a:extLst>
          </p:cNvPr>
          <p:cNvSpPr txBox="1"/>
          <p:nvPr/>
        </p:nvSpPr>
        <p:spPr>
          <a:xfrm rot="2833229">
            <a:off x="-1690511" y="8369937"/>
            <a:ext cx="1844282" cy="1015663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rgbClr val="06A29E">
                    <a:alpha val="10000"/>
                  </a:srgb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FSM</a:t>
            </a:r>
            <a:endParaRPr lang="ru-RU" sz="6000" dirty="0">
              <a:solidFill>
                <a:srgbClr val="06A29E">
                  <a:alpha val="10000"/>
                </a:srgbClr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A0DE6E6-448F-4022-A87D-69F562778C31}"/>
              </a:ext>
            </a:extLst>
          </p:cNvPr>
          <p:cNvSpPr txBox="1"/>
          <p:nvPr/>
        </p:nvSpPr>
        <p:spPr>
          <a:xfrm rot="20232721">
            <a:off x="700886" y="9700740"/>
            <a:ext cx="1844282" cy="1015663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rgbClr val="06A29E">
                    <a:alpha val="10000"/>
                  </a:srgb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BT</a:t>
            </a:r>
            <a:endParaRPr lang="ru-RU" sz="6000" dirty="0">
              <a:solidFill>
                <a:srgbClr val="06A29E">
                  <a:alpha val="10000"/>
                </a:srgbClr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18BF28D-5A39-46C9-8C42-1B6DD5FCD5DF}"/>
              </a:ext>
            </a:extLst>
          </p:cNvPr>
          <p:cNvSpPr txBox="1"/>
          <p:nvPr/>
        </p:nvSpPr>
        <p:spPr>
          <a:xfrm rot="2451780">
            <a:off x="491678" y="8064751"/>
            <a:ext cx="2619077" cy="1015663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rgbClr val="06A29E">
                    <a:alpha val="10000"/>
                  </a:srgb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GOAP</a:t>
            </a:r>
            <a:endParaRPr lang="ru-RU" sz="6000" dirty="0">
              <a:solidFill>
                <a:srgbClr val="06A29E">
                  <a:alpha val="10000"/>
                </a:srgbClr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4F529C8-8A5F-4D27-B049-77F6133BFF03}"/>
              </a:ext>
            </a:extLst>
          </p:cNvPr>
          <p:cNvSpPr txBox="1"/>
          <p:nvPr/>
        </p:nvSpPr>
        <p:spPr>
          <a:xfrm>
            <a:off x="3359977" y="8102570"/>
            <a:ext cx="1844282" cy="1015663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rgbClr val="06A29E">
                    <a:alpha val="10000"/>
                  </a:srgb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ML</a:t>
            </a:r>
            <a:endParaRPr lang="ru-RU" sz="6000" dirty="0">
              <a:solidFill>
                <a:srgbClr val="06A29E">
                  <a:alpha val="10000"/>
                </a:srgbClr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BD4FAD3-BB15-48B8-B890-C3295C1A4DC3}"/>
              </a:ext>
            </a:extLst>
          </p:cNvPr>
          <p:cNvSpPr txBox="1"/>
          <p:nvPr/>
        </p:nvSpPr>
        <p:spPr>
          <a:xfrm rot="19510982">
            <a:off x="4174918" y="9403574"/>
            <a:ext cx="1111812" cy="1015663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rgbClr val="06A29E">
                    <a:alpha val="10000"/>
                  </a:srgb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AI</a:t>
            </a:r>
            <a:endParaRPr lang="ru-RU" sz="6000" dirty="0">
              <a:solidFill>
                <a:srgbClr val="06A29E">
                  <a:alpha val="10000"/>
                </a:srgbClr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193C2F40-FD78-4EC0-A3A7-983CFB977BB4}"/>
              </a:ext>
            </a:extLst>
          </p:cNvPr>
          <p:cNvSpPr txBox="1"/>
          <p:nvPr/>
        </p:nvSpPr>
        <p:spPr>
          <a:xfrm rot="19381440">
            <a:off x="-3336931" y="8194325"/>
            <a:ext cx="1844282" cy="1015663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rgbClr val="06A29E">
                    <a:alpha val="10000"/>
                  </a:srgb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DL</a:t>
            </a:r>
            <a:endParaRPr lang="ru-RU" sz="6000" dirty="0">
              <a:solidFill>
                <a:srgbClr val="06A29E">
                  <a:alpha val="10000"/>
                </a:srgbClr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99D9E77-E105-4B45-8D10-F2046503A3E8}"/>
              </a:ext>
            </a:extLst>
          </p:cNvPr>
          <p:cNvSpPr txBox="1"/>
          <p:nvPr/>
        </p:nvSpPr>
        <p:spPr>
          <a:xfrm rot="19540174">
            <a:off x="-4688780" y="6450169"/>
            <a:ext cx="1844282" cy="1015663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rgbClr val="06A29E">
                    <a:alpha val="10000"/>
                  </a:srgb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LLM</a:t>
            </a:r>
            <a:endParaRPr lang="ru-RU" sz="6000" dirty="0">
              <a:solidFill>
                <a:srgbClr val="06A29E">
                  <a:alpha val="10000"/>
                </a:srgbClr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00594D17-136E-4580-B5A7-9488CACBE84E}"/>
              </a:ext>
            </a:extLst>
          </p:cNvPr>
          <p:cNvSpPr txBox="1"/>
          <p:nvPr/>
        </p:nvSpPr>
        <p:spPr>
          <a:xfrm>
            <a:off x="5810430" y="8801806"/>
            <a:ext cx="2432884" cy="1015663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rgbClr val="06A29E">
                    <a:alpha val="10000"/>
                  </a:srgb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UAI</a:t>
            </a:r>
            <a:endParaRPr lang="ru-RU" sz="6000" dirty="0">
              <a:solidFill>
                <a:srgbClr val="06A29E">
                  <a:alpha val="10000"/>
                </a:srgbClr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23647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фон">
            <a:extLst>
              <a:ext uri="{FF2B5EF4-FFF2-40B4-BE49-F238E27FC236}">
                <a16:creationId xmlns:a16="http://schemas.microsoft.com/office/drawing/2014/main" id="{123AAA31-15E5-4CD4-90E0-8BA1499E8700}"/>
              </a:ext>
            </a:extLst>
          </p:cNvPr>
          <p:cNvSpPr/>
          <p:nvPr/>
        </p:nvSpPr>
        <p:spPr>
          <a:xfrm>
            <a:off x="-5" y="0"/>
            <a:ext cx="12192000" cy="6858000"/>
          </a:xfrm>
          <a:prstGeom prst="rect">
            <a:avLst/>
          </a:prstGeom>
          <a:gradFill>
            <a:gsLst>
              <a:gs pos="0">
                <a:srgbClr val="1D1D1D"/>
              </a:gs>
              <a:gs pos="100000">
                <a:srgbClr val="1D1D1D"/>
              </a:gs>
            </a:gsLst>
            <a:path path="circle">
              <a:fillToRect r="100000" b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5124" name="!!PlayPhoto" descr="Alien: Isolation - Коллекция">
            <a:extLst>
              <a:ext uri="{FF2B5EF4-FFF2-40B4-BE49-F238E27FC236}">
                <a16:creationId xmlns:a16="http://schemas.microsoft.com/office/drawing/2014/main" id="{F962B1D6-1CC3-41CA-9286-D86FB4F7E0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Pacman Wallpapers - PixelsTalk">
            <a:extLst>
              <a:ext uri="{FF2B5EF4-FFF2-40B4-BE49-F238E27FC236}">
                <a16:creationId xmlns:a16="http://schemas.microsoft.com/office/drawing/2014/main" id="{040C6D5F-5EAE-46B4-97C1-F245B95BB6C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alphaModFix amt="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73"/>
          <a:stretch/>
        </p:blipFill>
        <p:spPr bwMode="auto">
          <a:xfrm rot="21229333">
            <a:off x="4456194" y="103657"/>
            <a:ext cx="915426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4" name="Рисунок 63" descr="The Sims - The Sims™ 4 - Официальный сайт">
            <a:extLst>
              <a:ext uri="{FF2B5EF4-FFF2-40B4-BE49-F238E27FC236}">
                <a16:creationId xmlns:a16="http://schemas.microsoft.com/office/drawing/2014/main" id="{4D6E5EA1-C959-4A9F-A113-6805E34FD1D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alphaModFix amt="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213" r="1"/>
          <a:stretch/>
        </p:blipFill>
        <p:spPr bwMode="auto">
          <a:xfrm flipH="1">
            <a:off x="-2107822" y="-6248"/>
            <a:ext cx="9240812" cy="6853587"/>
          </a:xfrm>
          <a:custGeom>
            <a:avLst/>
            <a:gdLst>
              <a:gd name="connsiteX0" fmla="*/ 9240812 w 9240812"/>
              <a:gd name="connsiteY0" fmla="*/ 0 h 6853587"/>
              <a:gd name="connsiteX1" fmla="*/ 0 w 9240812"/>
              <a:gd name="connsiteY1" fmla="*/ 0 h 6853587"/>
              <a:gd name="connsiteX2" fmla="*/ 0 w 9240812"/>
              <a:gd name="connsiteY2" fmla="*/ 1486756 h 6853587"/>
              <a:gd name="connsiteX3" fmla="*/ 17813 w 9240812"/>
              <a:gd name="connsiteY3" fmla="*/ 1492148 h 6853587"/>
              <a:gd name="connsiteX4" fmla="*/ 856013 w 9240812"/>
              <a:gd name="connsiteY4" fmla="*/ 2685948 h 6853587"/>
              <a:gd name="connsiteX5" fmla="*/ 1567213 w 9240812"/>
              <a:gd name="connsiteY5" fmla="*/ 4311548 h 6853587"/>
              <a:gd name="connsiteX6" fmla="*/ 3074028 w 9240812"/>
              <a:gd name="connsiteY6" fmla="*/ 6782281 h 6853587"/>
              <a:gd name="connsiteX7" fmla="*/ 3090079 w 9240812"/>
              <a:gd name="connsiteY7" fmla="*/ 6853587 h 6853587"/>
              <a:gd name="connsiteX8" fmla="*/ 9240812 w 9240812"/>
              <a:gd name="connsiteY8" fmla="*/ 6853587 h 68535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40812" h="6853587">
                <a:moveTo>
                  <a:pt x="9240812" y="0"/>
                </a:moveTo>
                <a:lnTo>
                  <a:pt x="0" y="0"/>
                </a:lnTo>
                <a:lnTo>
                  <a:pt x="0" y="1486756"/>
                </a:lnTo>
                <a:lnTo>
                  <a:pt x="17813" y="1492148"/>
                </a:lnTo>
                <a:cubicBezTo>
                  <a:pt x="383996" y="1638198"/>
                  <a:pt x="597780" y="2216048"/>
                  <a:pt x="856013" y="2685948"/>
                </a:cubicBezTo>
                <a:cubicBezTo>
                  <a:pt x="1114246" y="3155848"/>
                  <a:pt x="1192563" y="3606698"/>
                  <a:pt x="1567213" y="4311548"/>
                </a:cubicBezTo>
                <a:cubicBezTo>
                  <a:pt x="1918448" y="4972345"/>
                  <a:pt x="2872436" y="6088928"/>
                  <a:pt x="3074028" y="6782281"/>
                </a:cubicBezTo>
                <a:lnTo>
                  <a:pt x="3090079" y="6853587"/>
                </a:lnTo>
                <a:lnTo>
                  <a:pt x="9240812" y="6853587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затемнение">
            <a:extLst>
              <a:ext uri="{FF2B5EF4-FFF2-40B4-BE49-F238E27FC236}">
                <a16:creationId xmlns:a16="http://schemas.microsoft.com/office/drawing/2014/main" id="{E0257E64-9D7E-4D65-BC1A-436E2C6E99A5}"/>
              </a:ext>
            </a:extLst>
          </p:cNvPr>
          <p:cNvSpPr/>
          <p:nvPr/>
        </p:nvSpPr>
        <p:spPr>
          <a:xfrm>
            <a:off x="-9590" y="0"/>
            <a:ext cx="12220933" cy="6858000"/>
          </a:xfrm>
          <a:prstGeom prst="rect">
            <a:avLst/>
          </a:prstGeom>
          <a:solidFill>
            <a:schemeClr val="tx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8" name="Затемнение низ">
            <a:extLst>
              <a:ext uri="{FF2B5EF4-FFF2-40B4-BE49-F238E27FC236}">
                <a16:creationId xmlns:a16="http://schemas.microsoft.com/office/drawing/2014/main" id="{01F63AF6-2061-4C34-9B9A-D0B30D6C4FC1}"/>
              </a:ext>
            </a:extLst>
          </p:cNvPr>
          <p:cNvSpPr/>
          <p:nvPr/>
        </p:nvSpPr>
        <p:spPr>
          <a:xfrm>
            <a:off x="-9590" y="0"/>
            <a:ext cx="12220933" cy="6847155"/>
          </a:xfrm>
          <a:prstGeom prst="rect">
            <a:avLst/>
          </a:prstGeom>
          <a:gradFill flip="none" rotWithShape="1">
            <a:gsLst>
              <a:gs pos="61000">
                <a:schemeClr val="tx1">
                  <a:alpha val="0"/>
                </a:schemeClr>
              </a:gs>
              <a:gs pos="97000">
                <a:schemeClr val="tx1">
                  <a:alpha val="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Молния 36">
            <a:extLst>
              <a:ext uri="{FF2B5EF4-FFF2-40B4-BE49-F238E27FC236}">
                <a16:creationId xmlns:a16="http://schemas.microsoft.com/office/drawing/2014/main" id="{8AAF601C-2DE3-4216-8AE4-FD26867D820C}"/>
              </a:ext>
            </a:extLst>
          </p:cNvPr>
          <p:cNvSpPr/>
          <p:nvPr/>
        </p:nvSpPr>
        <p:spPr>
          <a:xfrm rot="13340361">
            <a:off x="4017786" y="-1073766"/>
            <a:ext cx="3311524" cy="9212846"/>
          </a:xfrm>
          <a:prstGeom prst="lightningBolt">
            <a:avLst/>
          </a:prstGeom>
          <a:solidFill>
            <a:schemeClr val="tx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62" name="18х12 сетка">
            <a:extLst>
              <a:ext uri="{FF2B5EF4-FFF2-40B4-BE49-F238E27FC236}">
                <a16:creationId xmlns:a16="http://schemas.microsoft.com/office/drawing/2014/main" id="{B3CD36E5-6234-4C3A-BED7-A5B1ADB7FF62}"/>
              </a:ext>
            </a:extLst>
          </p:cNvPr>
          <p:cNvGrpSpPr/>
          <p:nvPr/>
        </p:nvGrpSpPr>
        <p:grpSpPr>
          <a:xfrm>
            <a:off x="-8" y="0"/>
            <a:ext cx="12192007" cy="6858000"/>
            <a:chOff x="-2" y="0"/>
            <a:chExt cx="12192002" cy="6858000"/>
          </a:xfrm>
        </p:grpSpPr>
        <p:grpSp>
          <p:nvGrpSpPr>
            <p:cNvPr id="68" name="Группа 67">
              <a:extLst>
                <a:ext uri="{FF2B5EF4-FFF2-40B4-BE49-F238E27FC236}">
                  <a16:creationId xmlns:a16="http://schemas.microsoft.com/office/drawing/2014/main" id="{058C4490-79C4-45FE-AACB-69EA39D66F8A}"/>
                </a:ext>
              </a:extLst>
            </p:cNvPr>
            <p:cNvGrpSpPr/>
            <p:nvPr/>
          </p:nvGrpSpPr>
          <p:grpSpPr>
            <a:xfrm>
              <a:off x="-2" y="0"/>
              <a:ext cx="12192000" cy="6858000"/>
              <a:chOff x="-2" y="0"/>
              <a:chExt cx="8750502" cy="6858000"/>
            </a:xfrm>
            <a:noFill/>
          </p:grpSpPr>
          <p:sp>
            <p:nvSpPr>
              <p:cNvPr id="86" name="Прямоугольник 85">
                <a:extLst>
                  <a:ext uri="{FF2B5EF4-FFF2-40B4-BE49-F238E27FC236}">
                    <a16:creationId xmlns:a16="http://schemas.microsoft.com/office/drawing/2014/main" id="{7E2552AE-C149-4D44-83AB-0888AFBDFEF2}"/>
                  </a:ext>
                </a:extLst>
              </p:cNvPr>
              <p:cNvSpPr/>
              <p:nvPr/>
            </p:nvSpPr>
            <p:spPr>
              <a:xfrm>
                <a:off x="-2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87" name="Прямоугольник 86">
                <a:extLst>
                  <a:ext uri="{FF2B5EF4-FFF2-40B4-BE49-F238E27FC236}">
                    <a16:creationId xmlns:a16="http://schemas.microsoft.com/office/drawing/2014/main" id="{208E4854-E973-4CC6-AC53-D304668D8FD7}"/>
                  </a:ext>
                </a:extLst>
              </p:cNvPr>
              <p:cNvSpPr/>
              <p:nvPr/>
            </p:nvSpPr>
            <p:spPr>
              <a:xfrm>
                <a:off x="486137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88" name="Прямоугольник 87">
                <a:extLst>
                  <a:ext uri="{FF2B5EF4-FFF2-40B4-BE49-F238E27FC236}">
                    <a16:creationId xmlns:a16="http://schemas.microsoft.com/office/drawing/2014/main" id="{B6F0D48E-117A-4741-85D4-54A79EEA2DFD}"/>
                  </a:ext>
                </a:extLst>
              </p:cNvPr>
              <p:cNvSpPr/>
              <p:nvPr/>
            </p:nvSpPr>
            <p:spPr>
              <a:xfrm>
                <a:off x="972276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89" name="Прямоугольник 88">
                <a:extLst>
                  <a:ext uri="{FF2B5EF4-FFF2-40B4-BE49-F238E27FC236}">
                    <a16:creationId xmlns:a16="http://schemas.microsoft.com/office/drawing/2014/main" id="{FC8BE352-D19F-4FF7-B5F5-9F888B8D184B}"/>
                  </a:ext>
                </a:extLst>
              </p:cNvPr>
              <p:cNvSpPr/>
              <p:nvPr/>
            </p:nvSpPr>
            <p:spPr>
              <a:xfrm>
                <a:off x="1458415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00" name="Прямоугольник 99">
                <a:extLst>
                  <a:ext uri="{FF2B5EF4-FFF2-40B4-BE49-F238E27FC236}">
                    <a16:creationId xmlns:a16="http://schemas.microsoft.com/office/drawing/2014/main" id="{7A365643-F78E-4764-9982-E39237A1F247}"/>
                  </a:ext>
                </a:extLst>
              </p:cNvPr>
              <p:cNvSpPr/>
              <p:nvPr/>
            </p:nvSpPr>
            <p:spPr>
              <a:xfrm>
                <a:off x="1944554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01" name="Прямоугольник 100">
                <a:extLst>
                  <a:ext uri="{FF2B5EF4-FFF2-40B4-BE49-F238E27FC236}">
                    <a16:creationId xmlns:a16="http://schemas.microsoft.com/office/drawing/2014/main" id="{2BD627C7-E89C-42EC-B764-AAEBC644B4ED}"/>
                  </a:ext>
                </a:extLst>
              </p:cNvPr>
              <p:cNvSpPr/>
              <p:nvPr/>
            </p:nvSpPr>
            <p:spPr>
              <a:xfrm>
                <a:off x="2430693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02" name="Прямоугольник 101">
                <a:extLst>
                  <a:ext uri="{FF2B5EF4-FFF2-40B4-BE49-F238E27FC236}">
                    <a16:creationId xmlns:a16="http://schemas.microsoft.com/office/drawing/2014/main" id="{BE631F47-4B73-4971-BA95-D82629DFFDCE}"/>
                  </a:ext>
                </a:extLst>
              </p:cNvPr>
              <p:cNvSpPr/>
              <p:nvPr/>
            </p:nvSpPr>
            <p:spPr>
              <a:xfrm>
                <a:off x="2916832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03" name="Прямоугольник 102">
                <a:extLst>
                  <a:ext uri="{FF2B5EF4-FFF2-40B4-BE49-F238E27FC236}">
                    <a16:creationId xmlns:a16="http://schemas.microsoft.com/office/drawing/2014/main" id="{D63641B2-1ECC-4C32-9365-D89BF5C7E705}"/>
                  </a:ext>
                </a:extLst>
              </p:cNvPr>
              <p:cNvSpPr/>
              <p:nvPr/>
            </p:nvSpPr>
            <p:spPr>
              <a:xfrm>
                <a:off x="3402971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04" name="Прямоугольник 103">
                <a:extLst>
                  <a:ext uri="{FF2B5EF4-FFF2-40B4-BE49-F238E27FC236}">
                    <a16:creationId xmlns:a16="http://schemas.microsoft.com/office/drawing/2014/main" id="{3EF7A471-F0D8-4EB3-AF40-721137F4ACEA}"/>
                  </a:ext>
                </a:extLst>
              </p:cNvPr>
              <p:cNvSpPr/>
              <p:nvPr/>
            </p:nvSpPr>
            <p:spPr>
              <a:xfrm>
                <a:off x="3889110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05" name="Прямоугольник 104">
                <a:extLst>
                  <a:ext uri="{FF2B5EF4-FFF2-40B4-BE49-F238E27FC236}">
                    <a16:creationId xmlns:a16="http://schemas.microsoft.com/office/drawing/2014/main" id="{A7262BF0-60B8-4450-B2A6-5A2076D5D9B4}"/>
                  </a:ext>
                </a:extLst>
              </p:cNvPr>
              <p:cNvSpPr/>
              <p:nvPr/>
            </p:nvSpPr>
            <p:spPr>
              <a:xfrm>
                <a:off x="4375249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06" name="Прямоугольник 105">
                <a:extLst>
                  <a:ext uri="{FF2B5EF4-FFF2-40B4-BE49-F238E27FC236}">
                    <a16:creationId xmlns:a16="http://schemas.microsoft.com/office/drawing/2014/main" id="{67F7441A-18F7-4A13-931B-FD8BEDEFA8BB}"/>
                  </a:ext>
                </a:extLst>
              </p:cNvPr>
              <p:cNvSpPr/>
              <p:nvPr/>
            </p:nvSpPr>
            <p:spPr>
              <a:xfrm>
                <a:off x="4861388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07" name="Прямоугольник 106">
                <a:extLst>
                  <a:ext uri="{FF2B5EF4-FFF2-40B4-BE49-F238E27FC236}">
                    <a16:creationId xmlns:a16="http://schemas.microsoft.com/office/drawing/2014/main" id="{20942736-BBF0-45AC-ADCA-22E1CF1790CA}"/>
                  </a:ext>
                </a:extLst>
              </p:cNvPr>
              <p:cNvSpPr/>
              <p:nvPr/>
            </p:nvSpPr>
            <p:spPr>
              <a:xfrm>
                <a:off x="5347527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08" name="Прямоугольник 107">
                <a:extLst>
                  <a:ext uri="{FF2B5EF4-FFF2-40B4-BE49-F238E27FC236}">
                    <a16:creationId xmlns:a16="http://schemas.microsoft.com/office/drawing/2014/main" id="{4CF93E4B-DF1A-4610-92B1-4AC7BB6988B1}"/>
                  </a:ext>
                </a:extLst>
              </p:cNvPr>
              <p:cNvSpPr/>
              <p:nvPr/>
            </p:nvSpPr>
            <p:spPr>
              <a:xfrm>
                <a:off x="5833666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09" name="Прямоугольник 108">
                <a:extLst>
                  <a:ext uri="{FF2B5EF4-FFF2-40B4-BE49-F238E27FC236}">
                    <a16:creationId xmlns:a16="http://schemas.microsoft.com/office/drawing/2014/main" id="{4421E6CB-B79F-4985-AC9F-EF634819E1F6}"/>
                  </a:ext>
                </a:extLst>
              </p:cNvPr>
              <p:cNvSpPr/>
              <p:nvPr/>
            </p:nvSpPr>
            <p:spPr>
              <a:xfrm>
                <a:off x="6319805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10" name="Прямоугольник 109">
                <a:extLst>
                  <a:ext uri="{FF2B5EF4-FFF2-40B4-BE49-F238E27FC236}">
                    <a16:creationId xmlns:a16="http://schemas.microsoft.com/office/drawing/2014/main" id="{22EC2E10-D1BB-43A7-B5AC-1A67618D86DD}"/>
                  </a:ext>
                </a:extLst>
              </p:cNvPr>
              <p:cNvSpPr/>
              <p:nvPr/>
            </p:nvSpPr>
            <p:spPr>
              <a:xfrm>
                <a:off x="6805944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11" name="Прямоугольник 110">
                <a:extLst>
                  <a:ext uri="{FF2B5EF4-FFF2-40B4-BE49-F238E27FC236}">
                    <a16:creationId xmlns:a16="http://schemas.microsoft.com/office/drawing/2014/main" id="{903A5950-D35B-4110-A561-2760E9105C91}"/>
                  </a:ext>
                </a:extLst>
              </p:cNvPr>
              <p:cNvSpPr/>
              <p:nvPr/>
            </p:nvSpPr>
            <p:spPr>
              <a:xfrm>
                <a:off x="7292083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12" name="Прямоугольник 111">
                <a:extLst>
                  <a:ext uri="{FF2B5EF4-FFF2-40B4-BE49-F238E27FC236}">
                    <a16:creationId xmlns:a16="http://schemas.microsoft.com/office/drawing/2014/main" id="{CB92CC41-F5C9-4C7C-AA2C-93C882CEA916}"/>
                  </a:ext>
                </a:extLst>
              </p:cNvPr>
              <p:cNvSpPr/>
              <p:nvPr/>
            </p:nvSpPr>
            <p:spPr>
              <a:xfrm>
                <a:off x="7778222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13" name="Прямоугольник 112">
                <a:extLst>
                  <a:ext uri="{FF2B5EF4-FFF2-40B4-BE49-F238E27FC236}">
                    <a16:creationId xmlns:a16="http://schemas.microsoft.com/office/drawing/2014/main" id="{84F3766D-387C-4BCF-9467-7E7C69DFE17C}"/>
                  </a:ext>
                </a:extLst>
              </p:cNvPr>
              <p:cNvSpPr/>
              <p:nvPr/>
            </p:nvSpPr>
            <p:spPr>
              <a:xfrm>
                <a:off x="8264361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grpSp>
          <p:nvGrpSpPr>
            <p:cNvPr id="69" name="Группа 68">
              <a:extLst>
                <a:ext uri="{FF2B5EF4-FFF2-40B4-BE49-F238E27FC236}">
                  <a16:creationId xmlns:a16="http://schemas.microsoft.com/office/drawing/2014/main" id="{661AE684-D580-489B-83A6-7B752ABDD836}"/>
                </a:ext>
              </a:extLst>
            </p:cNvPr>
            <p:cNvGrpSpPr/>
            <p:nvPr/>
          </p:nvGrpSpPr>
          <p:grpSpPr>
            <a:xfrm>
              <a:off x="0" y="0"/>
              <a:ext cx="12192000" cy="6858000"/>
              <a:chOff x="0" y="0"/>
              <a:chExt cx="12192000" cy="6400800"/>
            </a:xfrm>
            <a:noFill/>
          </p:grpSpPr>
          <p:sp>
            <p:nvSpPr>
              <p:cNvPr id="70" name="Прямоугольник 69">
                <a:extLst>
                  <a:ext uri="{FF2B5EF4-FFF2-40B4-BE49-F238E27FC236}">
                    <a16:creationId xmlns:a16="http://schemas.microsoft.com/office/drawing/2014/main" id="{35A4AE5D-CC26-4ADD-B50A-33492E34BA44}"/>
                  </a:ext>
                </a:extLst>
              </p:cNvPr>
              <p:cNvSpPr/>
              <p:nvPr/>
            </p:nvSpPr>
            <p:spPr>
              <a:xfrm>
                <a:off x="0" y="0"/>
                <a:ext cx="12192000" cy="5334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71" name="Прямоугольник 70">
                <a:extLst>
                  <a:ext uri="{FF2B5EF4-FFF2-40B4-BE49-F238E27FC236}">
                    <a16:creationId xmlns:a16="http://schemas.microsoft.com/office/drawing/2014/main" id="{A904FD80-26F8-418D-98CB-EF7667B84B9F}"/>
                  </a:ext>
                </a:extLst>
              </p:cNvPr>
              <p:cNvSpPr/>
              <p:nvPr/>
            </p:nvSpPr>
            <p:spPr>
              <a:xfrm>
                <a:off x="0" y="533400"/>
                <a:ext cx="12192000" cy="5334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74" name="Прямоугольник 73">
                <a:extLst>
                  <a:ext uri="{FF2B5EF4-FFF2-40B4-BE49-F238E27FC236}">
                    <a16:creationId xmlns:a16="http://schemas.microsoft.com/office/drawing/2014/main" id="{F377F6D9-F703-420E-9370-A4000E8BC6EC}"/>
                  </a:ext>
                </a:extLst>
              </p:cNvPr>
              <p:cNvSpPr/>
              <p:nvPr/>
            </p:nvSpPr>
            <p:spPr>
              <a:xfrm>
                <a:off x="0" y="1066800"/>
                <a:ext cx="12192000" cy="5334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75" name="Прямоугольник 74">
                <a:extLst>
                  <a:ext uri="{FF2B5EF4-FFF2-40B4-BE49-F238E27FC236}">
                    <a16:creationId xmlns:a16="http://schemas.microsoft.com/office/drawing/2014/main" id="{EE45EA95-E9A8-4C8A-9EFC-F124CD6E39B7}"/>
                  </a:ext>
                </a:extLst>
              </p:cNvPr>
              <p:cNvSpPr/>
              <p:nvPr/>
            </p:nvSpPr>
            <p:spPr>
              <a:xfrm>
                <a:off x="0" y="1600200"/>
                <a:ext cx="12192000" cy="5334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76" name="Прямоугольник 75">
                <a:extLst>
                  <a:ext uri="{FF2B5EF4-FFF2-40B4-BE49-F238E27FC236}">
                    <a16:creationId xmlns:a16="http://schemas.microsoft.com/office/drawing/2014/main" id="{D4B0BAA9-CAD8-43C6-85E7-B42E9228D155}"/>
                  </a:ext>
                </a:extLst>
              </p:cNvPr>
              <p:cNvSpPr/>
              <p:nvPr/>
            </p:nvSpPr>
            <p:spPr>
              <a:xfrm>
                <a:off x="0" y="2133600"/>
                <a:ext cx="12192000" cy="5334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77" name="Прямоугольник 76">
                <a:extLst>
                  <a:ext uri="{FF2B5EF4-FFF2-40B4-BE49-F238E27FC236}">
                    <a16:creationId xmlns:a16="http://schemas.microsoft.com/office/drawing/2014/main" id="{4D49B1A5-D301-46DF-8E6A-26BE5EC5F99C}"/>
                  </a:ext>
                </a:extLst>
              </p:cNvPr>
              <p:cNvSpPr/>
              <p:nvPr/>
            </p:nvSpPr>
            <p:spPr>
              <a:xfrm>
                <a:off x="0" y="2667000"/>
                <a:ext cx="12192000" cy="5334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78" name="Прямоугольник 77">
                <a:extLst>
                  <a:ext uri="{FF2B5EF4-FFF2-40B4-BE49-F238E27FC236}">
                    <a16:creationId xmlns:a16="http://schemas.microsoft.com/office/drawing/2014/main" id="{D33CCEC1-4F3F-4C18-A464-CCF35EC559C6}"/>
                  </a:ext>
                </a:extLst>
              </p:cNvPr>
              <p:cNvSpPr/>
              <p:nvPr/>
            </p:nvSpPr>
            <p:spPr>
              <a:xfrm>
                <a:off x="0" y="3200400"/>
                <a:ext cx="12192000" cy="5334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79" name="Прямоугольник 78">
                <a:extLst>
                  <a:ext uri="{FF2B5EF4-FFF2-40B4-BE49-F238E27FC236}">
                    <a16:creationId xmlns:a16="http://schemas.microsoft.com/office/drawing/2014/main" id="{D1AF7ABD-7026-4189-83CA-53D628B0D14C}"/>
                  </a:ext>
                </a:extLst>
              </p:cNvPr>
              <p:cNvSpPr/>
              <p:nvPr/>
            </p:nvSpPr>
            <p:spPr>
              <a:xfrm>
                <a:off x="0" y="3733800"/>
                <a:ext cx="12192000" cy="5334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80" name="Прямоугольник 79">
                <a:extLst>
                  <a:ext uri="{FF2B5EF4-FFF2-40B4-BE49-F238E27FC236}">
                    <a16:creationId xmlns:a16="http://schemas.microsoft.com/office/drawing/2014/main" id="{8DBF17EE-9D40-40B0-9121-18053F82C4C6}"/>
                  </a:ext>
                </a:extLst>
              </p:cNvPr>
              <p:cNvSpPr/>
              <p:nvPr/>
            </p:nvSpPr>
            <p:spPr>
              <a:xfrm>
                <a:off x="0" y="4267200"/>
                <a:ext cx="12192000" cy="5334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81" name="Прямоугольник 80">
                <a:extLst>
                  <a:ext uri="{FF2B5EF4-FFF2-40B4-BE49-F238E27FC236}">
                    <a16:creationId xmlns:a16="http://schemas.microsoft.com/office/drawing/2014/main" id="{B648A457-FEF3-4422-B2B6-6C6DA0816277}"/>
                  </a:ext>
                </a:extLst>
              </p:cNvPr>
              <p:cNvSpPr/>
              <p:nvPr/>
            </p:nvSpPr>
            <p:spPr>
              <a:xfrm>
                <a:off x="0" y="4800600"/>
                <a:ext cx="12192000" cy="5334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82" name="Прямоугольник 81">
                <a:extLst>
                  <a:ext uri="{FF2B5EF4-FFF2-40B4-BE49-F238E27FC236}">
                    <a16:creationId xmlns:a16="http://schemas.microsoft.com/office/drawing/2014/main" id="{8D38DBB3-E87C-433D-BBCB-F073E603DBC3}"/>
                  </a:ext>
                </a:extLst>
              </p:cNvPr>
              <p:cNvSpPr/>
              <p:nvPr/>
            </p:nvSpPr>
            <p:spPr>
              <a:xfrm>
                <a:off x="0" y="5334000"/>
                <a:ext cx="12192000" cy="5334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85" name="Прямоугольник 84">
                <a:extLst>
                  <a:ext uri="{FF2B5EF4-FFF2-40B4-BE49-F238E27FC236}">
                    <a16:creationId xmlns:a16="http://schemas.microsoft.com/office/drawing/2014/main" id="{AF8A0BA6-A1D4-4F25-AEA3-0C457ED99146}"/>
                  </a:ext>
                </a:extLst>
              </p:cNvPr>
              <p:cNvSpPr/>
              <p:nvPr/>
            </p:nvSpPr>
            <p:spPr>
              <a:xfrm>
                <a:off x="0" y="5867400"/>
                <a:ext cx="12192000" cy="5334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</p:grpSp>
      <p:cxnSp>
        <p:nvCxnSpPr>
          <p:cNvPr id="83" name="вертикаль">
            <a:extLst>
              <a:ext uri="{FF2B5EF4-FFF2-40B4-BE49-F238E27FC236}">
                <a16:creationId xmlns:a16="http://schemas.microsoft.com/office/drawing/2014/main" id="{DCD21CE6-7B73-44C8-ABED-2B45E79B26CF}"/>
              </a:ext>
            </a:extLst>
          </p:cNvPr>
          <p:cNvCxnSpPr>
            <a:cxnSpLocks/>
          </p:cNvCxnSpPr>
          <p:nvPr/>
        </p:nvCxnSpPr>
        <p:spPr>
          <a:xfrm>
            <a:off x="11495307" y="21834"/>
            <a:ext cx="19354" cy="6872452"/>
          </a:xfrm>
          <a:prstGeom prst="line">
            <a:avLst/>
          </a:prstGeom>
          <a:ln w="12700">
            <a:solidFill>
              <a:srgbClr val="08EDE8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горизонт">
            <a:extLst>
              <a:ext uri="{FF2B5EF4-FFF2-40B4-BE49-F238E27FC236}">
                <a16:creationId xmlns:a16="http://schemas.microsoft.com/office/drawing/2014/main" id="{8E24FD12-6F19-4398-B603-22615E908799}"/>
              </a:ext>
            </a:extLst>
          </p:cNvPr>
          <p:cNvCxnSpPr>
            <a:cxnSpLocks/>
          </p:cNvCxnSpPr>
          <p:nvPr/>
        </p:nvCxnSpPr>
        <p:spPr>
          <a:xfrm>
            <a:off x="19349" y="6286500"/>
            <a:ext cx="12191994" cy="0"/>
          </a:xfrm>
          <a:prstGeom prst="line">
            <a:avLst/>
          </a:prstGeom>
          <a:ln w="12700">
            <a:solidFill>
              <a:srgbClr val="08EDE8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78F18432-5544-464E-B50A-ECDA558086A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0505" y="1770598"/>
            <a:ext cx="4812324" cy="6652982"/>
          </a:xfrm>
          <a:prstGeom prst="rect">
            <a:avLst/>
          </a:prstGeom>
        </p:spPr>
      </p:pic>
      <p:sp>
        <p:nvSpPr>
          <p:cNvPr id="63" name="декор">
            <a:extLst>
              <a:ext uri="{FF2B5EF4-FFF2-40B4-BE49-F238E27FC236}">
                <a16:creationId xmlns:a16="http://schemas.microsoft.com/office/drawing/2014/main" id="{49274652-B192-EDCA-1B55-F082F3B88EF7}"/>
              </a:ext>
            </a:extLst>
          </p:cNvPr>
          <p:cNvSpPr txBox="1"/>
          <p:nvPr/>
        </p:nvSpPr>
        <p:spPr>
          <a:xfrm>
            <a:off x="1" y="6222657"/>
            <a:ext cx="121919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rgbClr val="06A29E">
                    <a:alpha val="10000"/>
                  </a:srgb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Project: Artificial Intelligence</a:t>
            </a:r>
            <a:endParaRPr lang="ru-UA" sz="3600" dirty="0">
              <a:solidFill>
                <a:srgbClr val="06A29E">
                  <a:alpha val="10000"/>
                </a:srgbClr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62BF7BF-BC4B-4325-B8D1-9BAC365E2B8B}"/>
              </a:ext>
            </a:extLst>
          </p:cNvPr>
          <p:cNvSpPr txBox="1"/>
          <p:nvPr/>
        </p:nvSpPr>
        <p:spPr>
          <a:xfrm>
            <a:off x="86518" y="73778"/>
            <a:ext cx="636913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rgbClr val="08EDE8"/>
                </a:solidFill>
                <a:latin typeface="Montserrat SemiBold" panose="00000700000000000000" pitchFamily="2" charset="-52"/>
              </a:rPr>
              <a:t>Про </a:t>
            </a:r>
            <a:r>
              <a:rPr lang="ru-RU" sz="2800" dirty="0" err="1">
                <a:solidFill>
                  <a:srgbClr val="08EDE8"/>
                </a:solidFill>
                <a:latin typeface="Montserrat SemiBold" panose="00000700000000000000" pitchFamily="2" charset="-52"/>
              </a:rPr>
              <a:t>визначення</a:t>
            </a:r>
            <a:r>
              <a:rPr lang="ru-RU" sz="2800" dirty="0">
                <a:solidFill>
                  <a:srgbClr val="08EDE8"/>
                </a:solidFill>
                <a:latin typeface="Montserrat SemiBold" panose="00000700000000000000" pitchFamily="2" charset="-52"/>
              </a:rPr>
              <a:t> </a:t>
            </a:r>
            <a:r>
              <a:rPr lang="ru-RU" sz="2800" dirty="0" err="1">
                <a:solidFill>
                  <a:srgbClr val="08EDE8"/>
                </a:solidFill>
                <a:latin typeface="Montserrat SemiBold" panose="00000700000000000000" pitchFamily="2" charset="-52"/>
              </a:rPr>
              <a:t>терміну</a:t>
            </a:r>
            <a:r>
              <a:rPr lang="ru-RU" sz="2800" dirty="0">
                <a:solidFill>
                  <a:srgbClr val="08EDE8"/>
                </a:solidFill>
                <a:latin typeface="Montserrat SemiBold" panose="00000700000000000000" pitchFamily="2" charset="-52"/>
              </a:rPr>
              <a:t> «</a:t>
            </a:r>
            <a:r>
              <a:rPr lang="ru-RU" sz="2800" dirty="0" err="1">
                <a:solidFill>
                  <a:srgbClr val="08EDE8"/>
                </a:solidFill>
                <a:latin typeface="Montserrat SemiBold" panose="00000700000000000000" pitchFamily="2" charset="-52"/>
              </a:rPr>
              <a:t>Штучний</a:t>
            </a:r>
            <a:r>
              <a:rPr lang="ru-RU" sz="2800" dirty="0">
                <a:solidFill>
                  <a:srgbClr val="08EDE8"/>
                </a:solidFill>
                <a:latin typeface="Montserrat SemiBold" panose="00000700000000000000" pitchFamily="2" charset="-52"/>
              </a:rPr>
              <a:t> </a:t>
            </a:r>
            <a:r>
              <a:rPr lang="ru-RU" sz="2800" dirty="0" err="1">
                <a:solidFill>
                  <a:srgbClr val="08EDE8"/>
                </a:solidFill>
                <a:latin typeface="Montserrat SemiBold" panose="00000700000000000000" pitchFamily="2" charset="-52"/>
              </a:rPr>
              <a:t>Інтелект</a:t>
            </a:r>
            <a:r>
              <a:rPr lang="ru-RU" sz="2800" dirty="0">
                <a:solidFill>
                  <a:srgbClr val="08EDE8"/>
                </a:solidFill>
                <a:latin typeface="Montserrat SemiBold" panose="00000700000000000000" pitchFamily="2" charset="-52"/>
              </a:rPr>
              <a:t>»</a:t>
            </a:r>
          </a:p>
        </p:txBody>
      </p:sp>
      <p:sp>
        <p:nvSpPr>
          <p:cNvPr id="66" name="!!рам1">
            <a:extLst>
              <a:ext uri="{FF2B5EF4-FFF2-40B4-BE49-F238E27FC236}">
                <a16:creationId xmlns:a16="http://schemas.microsoft.com/office/drawing/2014/main" id="{7B947CFA-0608-4312-8A41-0FE7C97BBDCE}"/>
              </a:ext>
            </a:extLst>
          </p:cNvPr>
          <p:cNvSpPr/>
          <p:nvPr/>
        </p:nvSpPr>
        <p:spPr>
          <a:xfrm>
            <a:off x="-4773229" y="853777"/>
            <a:ext cx="2042613" cy="433765"/>
          </a:xfrm>
          <a:prstGeom prst="roundRect">
            <a:avLst>
              <a:gd name="adj" fmla="val 27335"/>
            </a:avLst>
          </a:prstGeom>
          <a:solidFill>
            <a:schemeClr val="bg1">
              <a:alpha val="20000"/>
            </a:schemeClr>
          </a:solidFill>
          <a:ln w="127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9534EB0-C0FA-4024-ABED-011020A16824}"/>
              </a:ext>
            </a:extLst>
          </p:cNvPr>
          <p:cNvSpPr txBox="1"/>
          <p:nvPr/>
        </p:nvSpPr>
        <p:spPr>
          <a:xfrm>
            <a:off x="-4804592" y="862763"/>
            <a:ext cx="20739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669E9A"/>
                </a:solidFill>
                <a:latin typeface="Montserrat Medium" panose="00000600000000000000" pitchFamily="2" charset="-52"/>
              </a:rPr>
              <a:t>F.E.A.R</a:t>
            </a:r>
            <a:endParaRPr lang="ru-RU" sz="2000" dirty="0">
              <a:solidFill>
                <a:srgbClr val="669E9A"/>
              </a:solidFill>
              <a:latin typeface="Montserrat Medium" panose="00000600000000000000" pitchFamily="2" charset="-52"/>
            </a:endParaRPr>
          </a:p>
        </p:txBody>
      </p:sp>
      <p:sp>
        <p:nvSpPr>
          <p:cNvPr id="90" name="!!рам2">
            <a:extLst>
              <a:ext uri="{FF2B5EF4-FFF2-40B4-BE49-F238E27FC236}">
                <a16:creationId xmlns:a16="http://schemas.microsoft.com/office/drawing/2014/main" id="{DE438ABD-C8B7-4893-8B3D-713F2938BF56}"/>
              </a:ext>
            </a:extLst>
          </p:cNvPr>
          <p:cNvSpPr/>
          <p:nvPr/>
        </p:nvSpPr>
        <p:spPr>
          <a:xfrm>
            <a:off x="-4122528" y="1334598"/>
            <a:ext cx="2042613" cy="433765"/>
          </a:xfrm>
          <a:prstGeom prst="roundRect">
            <a:avLst>
              <a:gd name="adj" fmla="val 27335"/>
            </a:avLst>
          </a:prstGeom>
          <a:solidFill>
            <a:schemeClr val="bg1">
              <a:alpha val="20000"/>
            </a:schemeClr>
          </a:solidFill>
          <a:ln w="127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A9DB35F4-3979-4A78-B5BF-1B322FE0F646}"/>
              </a:ext>
            </a:extLst>
          </p:cNvPr>
          <p:cNvSpPr txBox="1"/>
          <p:nvPr/>
        </p:nvSpPr>
        <p:spPr>
          <a:xfrm>
            <a:off x="-4153891" y="1343584"/>
            <a:ext cx="20739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669E9A"/>
                </a:solidFill>
                <a:latin typeface="Montserrat Medium" panose="00000600000000000000" pitchFamily="2" charset="-52"/>
              </a:rPr>
              <a:t>Forza Horizon</a:t>
            </a:r>
            <a:endParaRPr lang="ru-RU" sz="2000" dirty="0">
              <a:solidFill>
                <a:srgbClr val="669E9A"/>
              </a:solidFill>
              <a:latin typeface="Montserrat Medium" panose="00000600000000000000" pitchFamily="2" charset="-52"/>
            </a:endParaRPr>
          </a:p>
        </p:txBody>
      </p:sp>
      <p:sp>
        <p:nvSpPr>
          <p:cNvPr id="92" name="!!рам3">
            <a:extLst>
              <a:ext uri="{FF2B5EF4-FFF2-40B4-BE49-F238E27FC236}">
                <a16:creationId xmlns:a16="http://schemas.microsoft.com/office/drawing/2014/main" id="{2A800CEC-9690-47EE-A7CE-F47479032859}"/>
              </a:ext>
            </a:extLst>
          </p:cNvPr>
          <p:cNvSpPr/>
          <p:nvPr/>
        </p:nvSpPr>
        <p:spPr>
          <a:xfrm>
            <a:off x="-3681536" y="1815419"/>
            <a:ext cx="2042613" cy="433765"/>
          </a:xfrm>
          <a:prstGeom prst="roundRect">
            <a:avLst>
              <a:gd name="adj" fmla="val 27335"/>
            </a:avLst>
          </a:prstGeom>
          <a:solidFill>
            <a:schemeClr val="bg1">
              <a:alpha val="20000"/>
            </a:schemeClr>
          </a:solidFill>
          <a:ln w="127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4FBAD4D3-E93A-4859-89F0-000C135DC792}"/>
              </a:ext>
            </a:extLst>
          </p:cNvPr>
          <p:cNvSpPr txBox="1"/>
          <p:nvPr/>
        </p:nvSpPr>
        <p:spPr>
          <a:xfrm>
            <a:off x="-3712899" y="1824405"/>
            <a:ext cx="20739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669E9A"/>
                </a:solidFill>
                <a:latin typeface="Montserrat Medium" panose="00000600000000000000" pitchFamily="2" charset="-52"/>
              </a:rPr>
              <a:t>Alien: Isolation</a:t>
            </a:r>
            <a:endParaRPr lang="ru-RU" sz="2000" dirty="0">
              <a:solidFill>
                <a:srgbClr val="669E9A"/>
              </a:solidFill>
              <a:latin typeface="Montserrat Medium" panose="00000600000000000000" pitchFamily="2" charset="-52"/>
            </a:endParaRPr>
          </a:p>
        </p:txBody>
      </p:sp>
      <p:sp>
        <p:nvSpPr>
          <p:cNvPr id="94" name="!!рам4">
            <a:extLst>
              <a:ext uri="{FF2B5EF4-FFF2-40B4-BE49-F238E27FC236}">
                <a16:creationId xmlns:a16="http://schemas.microsoft.com/office/drawing/2014/main" id="{66650FA4-B782-4771-B5EB-3D778F55B0C7}"/>
              </a:ext>
            </a:extLst>
          </p:cNvPr>
          <p:cNvSpPr/>
          <p:nvPr/>
        </p:nvSpPr>
        <p:spPr>
          <a:xfrm>
            <a:off x="-3139246" y="2296240"/>
            <a:ext cx="2042613" cy="433765"/>
          </a:xfrm>
          <a:prstGeom prst="roundRect">
            <a:avLst>
              <a:gd name="adj" fmla="val 27335"/>
            </a:avLst>
          </a:prstGeom>
          <a:solidFill>
            <a:schemeClr val="bg1">
              <a:alpha val="20000"/>
            </a:schemeClr>
          </a:solidFill>
          <a:ln w="127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3FC90FD2-C2B1-4174-84B0-8D4C93CCD427}"/>
              </a:ext>
            </a:extLst>
          </p:cNvPr>
          <p:cNvSpPr txBox="1"/>
          <p:nvPr/>
        </p:nvSpPr>
        <p:spPr>
          <a:xfrm>
            <a:off x="-3170609" y="2305226"/>
            <a:ext cx="20739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8EDE8"/>
                </a:solidFill>
                <a:latin typeface="Montserrat Medium" panose="00000600000000000000" pitchFamily="2" charset="-52"/>
              </a:rPr>
              <a:t>Pac-Man</a:t>
            </a:r>
            <a:endParaRPr lang="ru-RU" sz="2000" dirty="0">
              <a:solidFill>
                <a:srgbClr val="08EDE8"/>
              </a:solidFill>
              <a:latin typeface="Montserrat Medium" panose="00000600000000000000" pitchFamily="2" charset="-52"/>
            </a:endParaRPr>
          </a:p>
        </p:txBody>
      </p:sp>
      <p:sp>
        <p:nvSpPr>
          <p:cNvPr id="96" name="!!рам5">
            <a:extLst>
              <a:ext uri="{FF2B5EF4-FFF2-40B4-BE49-F238E27FC236}">
                <a16:creationId xmlns:a16="http://schemas.microsoft.com/office/drawing/2014/main" id="{A2E49239-63F7-405B-88B4-61B6A2E92071}"/>
              </a:ext>
            </a:extLst>
          </p:cNvPr>
          <p:cNvSpPr/>
          <p:nvPr/>
        </p:nvSpPr>
        <p:spPr>
          <a:xfrm>
            <a:off x="-2225981" y="2777061"/>
            <a:ext cx="2042613" cy="433765"/>
          </a:xfrm>
          <a:prstGeom prst="roundRect">
            <a:avLst>
              <a:gd name="adj" fmla="val 27335"/>
            </a:avLst>
          </a:prstGeom>
          <a:solidFill>
            <a:schemeClr val="bg1">
              <a:alpha val="20000"/>
            </a:schemeClr>
          </a:solidFill>
          <a:ln w="127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66D52391-D9CF-4B32-BDC6-71EA805FC242}"/>
              </a:ext>
            </a:extLst>
          </p:cNvPr>
          <p:cNvSpPr txBox="1"/>
          <p:nvPr/>
        </p:nvSpPr>
        <p:spPr>
          <a:xfrm>
            <a:off x="-2257344" y="2786047"/>
            <a:ext cx="20739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8EDE8"/>
                </a:solidFill>
                <a:latin typeface="Montserrat Medium" panose="00000600000000000000" pitchFamily="2" charset="-52"/>
              </a:rPr>
              <a:t>The Sims</a:t>
            </a:r>
            <a:endParaRPr lang="ru-RU" sz="2000" dirty="0">
              <a:solidFill>
                <a:srgbClr val="08EDE8"/>
              </a:solidFill>
              <a:latin typeface="Montserrat Medium" panose="00000600000000000000" pitchFamily="2" charset="-52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232D38C-9A4C-4806-9542-C2730197D83A}"/>
              </a:ext>
            </a:extLst>
          </p:cNvPr>
          <p:cNvSpPr txBox="1"/>
          <p:nvPr/>
        </p:nvSpPr>
        <p:spPr>
          <a:xfrm>
            <a:off x="76571" y="8074605"/>
            <a:ext cx="537219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Реалізація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«ШІ потреб» (</a:t>
            </a:r>
            <a:r>
              <a:rPr lang="en-US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Utility AI), 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де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персонажі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самостійно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приймають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рішення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,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виходячи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з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ієрархії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своїх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потреб (голод, комфорт,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спілкування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).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34D85B3-DBC4-49A0-8F09-FC09C1E082E9}"/>
              </a:ext>
            </a:extLst>
          </p:cNvPr>
          <p:cNvSpPr txBox="1"/>
          <p:nvPr/>
        </p:nvSpPr>
        <p:spPr>
          <a:xfrm>
            <a:off x="5719764" y="8074605"/>
            <a:ext cx="578513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Кожен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з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чотирьох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привидів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має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унікальний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математичний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алгоритм (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переслідування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,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перехоплення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, хаос),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що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створює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першу в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історії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ілюзію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«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особистості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»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ворогів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.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4665C32-B333-44BD-9949-1FA9A1FF860C}"/>
              </a:ext>
            </a:extLst>
          </p:cNvPr>
          <p:cNvSpPr txBox="1"/>
          <p:nvPr/>
        </p:nvSpPr>
        <p:spPr>
          <a:xfrm>
            <a:off x="167289" y="7732197"/>
            <a:ext cx="49729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Montserrat Medium" panose="00000600000000000000" pitchFamily="2" charset="-52"/>
              </a:rPr>
              <a:t>The Sims</a:t>
            </a:r>
            <a:endParaRPr lang="ru-RU" sz="2000" dirty="0">
              <a:solidFill>
                <a:schemeClr val="bg1"/>
              </a:solidFill>
              <a:latin typeface="Montserrat Medium" panose="00000600000000000000" pitchFamily="2" charset="-52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BCB42D4-467A-4794-9EB4-DF7E35FD882F}"/>
              </a:ext>
            </a:extLst>
          </p:cNvPr>
          <p:cNvSpPr txBox="1"/>
          <p:nvPr/>
        </p:nvSpPr>
        <p:spPr>
          <a:xfrm>
            <a:off x="5799573" y="7732197"/>
            <a:ext cx="55518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Montserrat Medium" panose="00000600000000000000" pitchFamily="2" charset="-52"/>
              </a:rPr>
              <a:t>Pac-Man</a:t>
            </a:r>
            <a:endParaRPr lang="ru-RU" sz="2000" dirty="0">
              <a:solidFill>
                <a:schemeClr val="bg1"/>
              </a:solidFill>
              <a:latin typeface="Montserrat Medium" panose="00000600000000000000" pitchFamily="2" charset="-52"/>
            </a:endParaRPr>
          </a:p>
        </p:txBody>
      </p:sp>
      <p:sp>
        <p:nvSpPr>
          <p:cNvPr id="119" name="Полилиния: фигура 118">
            <a:extLst>
              <a:ext uri="{FF2B5EF4-FFF2-40B4-BE49-F238E27FC236}">
                <a16:creationId xmlns:a16="http://schemas.microsoft.com/office/drawing/2014/main" id="{9B45B3B5-9D86-42D4-8C9D-F095494F3A26}"/>
              </a:ext>
            </a:extLst>
          </p:cNvPr>
          <p:cNvSpPr/>
          <p:nvPr/>
        </p:nvSpPr>
        <p:spPr>
          <a:xfrm>
            <a:off x="682551" y="1720747"/>
            <a:ext cx="7460442" cy="2031641"/>
          </a:xfrm>
          <a:custGeom>
            <a:avLst/>
            <a:gdLst>
              <a:gd name="connsiteX0" fmla="*/ 214850 w 7460442"/>
              <a:gd name="connsiteY0" fmla="*/ 0 h 2139668"/>
              <a:gd name="connsiteX1" fmla="*/ 6426170 w 7460442"/>
              <a:gd name="connsiteY1" fmla="*/ 0 h 2139668"/>
              <a:gd name="connsiteX2" fmla="*/ 6641020 w 7460442"/>
              <a:gd name="connsiteY2" fmla="*/ 214850 h 2139668"/>
              <a:gd name="connsiteX3" fmla="*/ 6641020 w 7460442"/>
              <a:gd name="connsiteY3" fmla="*/ 1296464 h 2139668"/>
              <a:gd name="connsiteX4" fmla="*/ 7460442 w 7460442"/>
              <a:gd name="connsiteY4" fmla="*/ 2139668 h 2139668"/>
              <a:gd name="connsiteX5" fmla="*/ 6447245 w 7460442"/>
              <a:gd name="connsiteY5" fmla="*/ 1820335 h 2139668"/>
              <a:gd name="connsiteX6" fmla="*/ 6426170 w 7460442"/>
              <a:gd name="connsiteY6" fmla="*/ 1822459 h 2139668"/>
              <a:gd name="connsiteX7" fmla="*/ 214850 w 7460442"/>
              <a:gd name="connsiteY7" fmla="*/ 1822459 h 2139668"/>
              <a:gd name="connsiteX8" fmla="*/ 0 w 7460442"/>
              <a:gd name="connsiteY8" fmla="*/ 1607609 h 2139668"/>
              <a:gd name="connsiteX9" fmla="*/ 0 w 7460442"/>
              <a:gd name="connsiteY9" fmla="*/ 214850 h 2139668"/>
              <a:gd name="connsiteX10" fmla="*/ 214850 w 7460442"/>
              <a:gd name="connsiteY10" fmla="*/ 0 h 2139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460442" h="2139668">
                <a:moveTo>
                  <a:pt x="214850" y="0"/>
                </a:moveTo>
                <a:lnTo>
                  <a:pt x="6426170" y="0"/>
                </a:lnTo>
                <a:cubicBezTo>
                  <a:pt x="6544828" y="0"/>
                  <a:pt x="6641020" y="96192"/>
                  <a:pt x="6641020" y="214850"/>
                </a:cubicBezTo>
                <a:lnTo>
                  <a:pt x="6641020" y="1296464"/>
                </a:lnTo>
                <a:lnTo>
                  <a:pt x="7460442" y="2139668"/>
                </a:lnTo>
                <a:lnTo>
                  <a:pt x="6447245" y="1820335"/>
                </a:lnTo>
                <a:lnTo>
                  <a:pt x="6426170" y="1822459"/>
                </a:lnTo>
                <a:lnTo>
                  <a:pt x="214850" y="1822459"/>
                </a:lnTo>
                <a:cubicBezTo>
                  <a:pt x="96192" y="1822459"/>
                  <a:pt x="0" y="1726267"/>
                  <a:pt x="0" y="1607609"/>
                </a:cubicBezTo>
                <a:lnTo>
                  <a:pt x="0" y="214850"/>
                </a:lnTo>
                <a:cubicBezTo>
                  <a:pt x="0" y="96192"/>
                  <a:pt x="96192" y="0"/>
                  <a:pt x="214850" y="0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 w="127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A853C8CF-FECA-48CF-80ED-2812A8444759}"/>
              </a:ext>
            </a:extLst>
          </p:cNvPr>
          <p:cNvSpPr txBox="1"/>
          <p:nvPr/>
        </p:nvSpPr>
        <p:spPr>
          <a:xfrm>
            <a:off x="1264854" y="2272563"/>
            <a:ext cx="574774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ШІ –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це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«наука і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розробка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інтелектуальних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машин і систем, особливо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інтелектуальних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комп'ютерних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програм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,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спрямованих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на те,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щоб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зрозуміти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людський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інтелект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».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A07132C8-AB44-44DF-8C9C-251C9E13E2DF}"/>
              </a:ext>
            </a:extLst>
          </p:cNvPr>
          <p:cNvSpPr txBox="1"/>
          <p:nvPr/>
        </p:nvSpPr>
        <p:spPr>
          <a:xfrm>
            <a:off x="1263435" y="1803028"/>
            <a:ext cx="23068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8EDE8"/>
                </a:solidFill>
                <a:latin typeface="Montserrat Medium" panose="00000600000000000000" pitchFamily="2" charset="-52"/>
              </a:rPr>
              <a:t>John McCarthy</a:t>
            </a:r>
            <a:endParaRPr lang="ru-RU" sz="2000" dirty="0">
              <a:solidFill>
                <a:srgbClr val="08EDE8"/>
              </a:solidFill>
              <a:latin typeface="Montserrat Medium" panose="00000600000000000000" pitchFamily="2" charset="-52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E054282-D021-45D3-B937-315962F1CB62}"/>
              </a:ext>
            </a:extLst>
          </p:cNvPr>
          <p:cNvSpPr txBox="1"/>
          <p:nvPr/>
        </p:nvSpPr>
        <p:spPr>
          <a:xfrm rot="20000156">
            <a:off x="661077" y="5388849"/>
            <a:ext cx="1844282" cy="1015663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rgbClr val="06A29E">
                    <a:alpha val="10000"/>
                  </a:srgb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FSM</a:t>
            </a:r>
            <a:endParaRPr lang="ru-RU" sz="6000" dirty="0">
              <a:solidFill>
                <a:srgbClr val="06A29E">
                  <a:alpha val="10000"/>
                </a:srgbClr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0C15AE06-C7BB-4427-A9A5-F28E92E74A32}"/>
              </a:ext>
            </a:extLst>
          </p:cNvPr>
          <p:cNvSpPr txBox="1"/>
          <p:nvPr/>
        </p:nvSpPr>
        <p:spPr>
          <a:xfrm rot="362195">
            <a:off x="2721928" y="5190696"/>
            <a:ext cx="1844282" cy="1015663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rgbClr val="06A29E">
                    <a:alpha val="10000"/>
                  </a:srgb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BT</a:t>
            </a:r>
            <a:endParaRPr lang="ru-RU" sz="6000" dirty="0">
              <a:solidFill>
                <a:srgbClr val="06A29E">
                  <a:alpha val="10000"/>
                </a:srgbClr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F3D20DA4-F5AA-4C5D-B4AF-DC08A6E9FAC5}"/>
              </a:ext>
            </a:extLst>
          </p:cNvPr>
          <p:cNvSpPr txBox="1"/>
          <p:nvPr/>
        </p:nvSpPr>
        <p:spPr>
          <a:xfrm rot="20949433">
            <a:off x="2410509" y="4239447"/>
            <a:ext cx="2619077" cy="1015663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rgbClr val="06A29E">
                    <a:alpha val="10000"/>
                  </a:srgb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GOAP</a:t>
            </a:r>
            <a:endParaRPr lang="ru-RU" sz="6000" dirty="0">
              <a:solidFill>
                <a:srgbClr val="06A29E">
                  <a:alpha val="10000"/>
                </a:srgbClr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FC57040F-26EF-49E9-9810-42CDC83B4554}"/>
              </a:ext>
            </a:extLst>
          </p:cNvPr>
          <p:cNvSpPr txBox="1"/>
          <p:nvPr/>
        </p:nvSpPr>
        <p:spPr>
          <a:xfrm rot="1854636">
            <a:off x="4799142" y="3934233"/>
            <a:ext cx="1844282" cy="1015663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rgbClr val="06A29E">
                    <a:alpha val="10000"/>
                  </a:srgb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ML</a:t>
            </a:r>
            <a:endParaRPr lang="ru-RU" sz="6000" dirty="0">
              <a:solidFill>
                <a:srgbClr val="06A29E">
                  <a:alpha val="10000"/>
                </a:srgbClr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8EF7D398-146C-4E49-8608-8A0F45970AB3}"/>
              </a:ext>
            </a:extLst>
          </p:cNvPr>
          <p:cNvSpPr txBox="1"/>
          <p:nvPr/>
        </p:nvSpPr>
        <p:spPr>
          <a:xfrm rot="1736393">
            <a:off x="4287131" y="5234620"/>
            <a:ext cx="1111812" cy="1015663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rgbClr val="06A29E">
                    <a:alpha val="10000"/>
                  </a:srgb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AI</a:t>
            </a:r>
            <a:endParaRPr lang="ru-RU" sz="6000" dirty="0">
              <a:solidFill>
                <a:srgbClr val="06A29E">
                  <a:alpha val="10000"/>
                </a:srgbClr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82230F7A-2D16-4764-B33C-286ECE3ED4B9}"/>
              </a:ext>
            </a:extLst>
          </p:cNvPr>
          <p:cNvSpPr txBox="1"/>
          <p:nvPr/>
        </p:nvSpPr>
        <p:spPr>
          <a:xfrm rot="1032814">
            <a:off x="131834" y="4915995"/>
            <a:ext cx="1844282" cy="1015663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rgbClr val="06A29E">
                    <a:alpha val="10000"/>
                  </a:srgb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DL</a:t>
            </a:r>
            <a:endParaRPr lang="ru-RU" sz="6000" dirty="0">
              <a:solidFill>
                <a:srgbClr val="06A29E">
                  <a:alpha val="10000"/>
                </a:srgbClr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0DE3A640-446F-45BA-BCD4-5BED07ACCFC8}"/>
              </a:ext>
            </a:extLst>
          </p:cNvPr>
          <p:cNvSpPr txBox="1"/>
          <p:nvPr/>
        </p:nvSpPr>
        <p:spPr>
          <a:xfrm rot="1487110">
            <a:off x="419774" y="3734240"/>
            <a:ext cx="1844282" cy="1015663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rgbClr val="06A29E">
                    <a:alpha val="10000"/>
                  </a:srgb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LLM</a:t>
            </a:r>
            <a:endParaRPr lang="ru-RU" sz="6000" dirty="0">
              <a:solidFill>
                <a:srgbClr val="06A29E">
                  <a:alpha val="10000"/>
                </a:srgbClr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30" name="Прямоугольник: скругленные углы 129">
            <a:extLst>
              <a:ext uri="{FF2B5EF4-FFF2-40B4-BE49-F238E27FC236}">
                <a16:creationId xmlns:a16="http://schemas.microsoft.com/office/drawing/2014/main" id="{FABEB959-CEAB-4A54-B94E-BFD40E03CDAD}"/>
              </a:ext>
            </a:extLst>
          </p:cNvPr>
          <p:cNvSpPr/>
          <p:nvPr/>
        </p:nvSpPr>
        <p:spPr>
          <a:xfrm>
            <a:off x="710768" y="-8246648"/>
            <a:ext cx="2455667" cy="3981710"/>
          </a:xfrm>
          <a:prstGeom prst="roundRect">
            <a:avLst>
              <a:gd name="adj" fmla="val 5898"/>
            </a:avLst>
          </a:prstGeom>
          <a:solidFill>
            <a:schemeClr val="bg1">
              <a:alpha val="20000"/>
            </a:schemeClr>
          </a:solidFill>
          <a:ln w="127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1" name="Прямоугольник: скругленные углы 130">
            <a:extLst>
              <a:ext uri="{FF2B5EF4-FFF2-40B4-BE49-F238E27FC236}">
                <a16:creationId xmlns:a16="http://schemas.microsoft.com/office/drawing/2014/main" id="{306BEF23-FE27-4C54-B826-8EF0B4E9FDB8}"/>
              </a:ext>
            </a:extLst>
          </p:cNvPr>
          <p:cNvSpPr/>
          <p:nvPr/>
        </p:nvSpPr>
        <p:spPr>
          <a:xfrm>
            <a:off x="3489962" y="-7393763"/>
            <a:ext cx="2455667" cy="3981710"/>
          </a:xfrm>
          <a:prstGeom prst="roundRect">
            <a:avLst>
              <a:gd name="adj" fmla="val 5898"/>
            </a:avLst>
          </a:prstGeom>
          <a:solidFill>
            <a:schemeClr val="bg1">
              <a:alpha val="20000"/>
            </a:schemeClr>
          </a:solidFill>
          <a:ln w="127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2" name="Прямоугольник: скругленные углы 131">
            <a:extLst>
              <a:ext uri="{FF2B5EF4-FFF2-40B4-BE49-F238E27FC236}">
                <a16:creationId xmlns:a16="http://schemas.microsoft.com/office/drawing/2014/main" id="{156E8A54-E28F-41BE-BCE9-62AA635D0BBB}"/>
              </a:ext>
            </a:extLst>
          </p:cNvPr>
          <p:cNvSpPr/>
          <p:nvPr/>
        </p:nvSpPr>
        <p:spPr>
          <a:xfrm>
            <a:off x="6269156" y="-5901799"/>
            <a:ext cx="2455667" cy="3981710"/>
          </a:xfrm>
          <a:prstGeom prst="roundRect">
            <a:avLst>
              <a:gd name="adj" fmla="val 5898"/>
            </a:avLst>
          </a:prstGeom>
          <a:solidFill>
            <a:schemeClr val="bg1">
              <a:alpha val="20000"/>
            </a:schemeClr>
          </a:solidFill>
          <a:ln w="127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3" name="Прямоугольник: скругленные углы 132">
            <a:extLst>
              <a:ext uri="{FF2B5EF4-FFF2-40B4-BE49-F238E27FC236}">
                <a16:creationId xmlns:a16="http://schemas.microsoft.com/office/drawing/2014/main" id="{59152B57-9848-493D-BA58-6DD5F86E074C}"/>
              </a:ext>
            </a:extLst>
          </p:cNvPr>
          <p:cNvSpPr/>
          <p:nvPr/>
        </p:nvSpPr>
        <p:spPr>
          <a:xfrm>
            <a:off x="9048350" y="-4283303"/>
            <a:ext cx="2455667" cy="3981710"/>
          </a:xfrm>
          <a:prstGeom prst="roundRect">
            <a:avLst>
              <a:gd name="adj" fmla="val 5898"/>
            </a:avLst>
          </a:prstGeom>
          <a:solidFill>
            <a:schemeClr val="bg1">
              <a:alpha val="20000"/>
            </a:schemeClr>
          </a:solidFill>
          <a:ln w="127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8044EFCB-B69C-4BDA-8A84-E0B9EA1F8910}"/>
              </a:ext>
            </a:extLst>
          </p:cNvPr>
          <p:cNvSpPr txBox="1"/>
          <p:nvPr/>
        </p:nvSpPr>
        <p:spPr>
          <a:xfrm rot="19582091">
            <a:off x="5311554" y="5003126"/>
            <a:ext cx="2432884" cy="1015663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rgbClr val="06A29E">
                    <a:alpha val="10000"/>
                  </a:srgb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UAI</a:t>
            </a:r>
            <a:endParaRPr lang="ru-RU" sz="6000" dirty="0">
              <a:solidFill>
                <a:srgbClr val="06A29E">
                  <a:alpha val="10000"/>
                </a:srgbClr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12349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фон">
            <a:extLst>
              <a:ext uri="{FF2B5EF4-FFF2-40B4-BE49-F238E27FC236}">
                <a16:creationId xmlns:a16="http://schemas.microsoft.com/office/drawing/2014/main" id="{123AAA31-15E5-4CD4-90E0-8BA1499E8700}"/>
              </a:ext>
            </a:extLst>
          </p:cNvPr>
          <p:cNvSpPr/>
          <p:nvPr/>
        </p:nvSpPr>
        <p:spPr>
          <a:xfrm>
            <a:off x="-5" y="0"/>
            <a:ext cx="12192000" cy="6858000"/>
          </a:xfrm>
          <a:prstGeom prst="rect">
            <a:avLst/>
          </a:prstGeom>
          <a:gradFill>
            <a:gsLst>
              <a:gs pos="0">
                <a:srgbClr val="1D1D1D"/>
              </a:gs>
              <a:gs pos="100000">
                <a:srgbClr val="1D1D1D"/>
              </a:gs>
            </a:gsLst>
            <a:path path="circle">
              <a:fillToRect r="100000" b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pSp>
        <p:nvGrpSpPr>
          <p:cNvPr id="62" name="18х12 сетка">
            <a:extLst>
              <a:ext uri="{FF2B5EF4-FFF2-40B4-BE49-F238E27FC236}">
                <a16:creationId xmlns:a16="http://schemas.microsoft.com/office/drawing/2014/main" id="{B3CD36E5-6234-4C3A-BED7-A5B1ADB7FF62}"/>
              </a:ext>
            </a:extLst>
          </p:cNvPr>
          <p:cNvGrpSpPr/>
          <p:nvPr/>
        </p:nvGrpSpPr>
        <p:grpSpPr>
          <a:xfrm>
            <a:off x="-8" y="0"/>
            <a:ext cx="12192007" cy="6858000"/>
            <a:chOff x="-2" y="0"/>
            <a:chExt cx="12192002" cy="6858000"/>
          </a:xfrm>
        </p:grpSpPr>
        <p:grpSp>
          <p:nvGrpSpPr>
            <p:cNvPr id="68" name="Группа 67">
              <a:extLst>
                <a:ext uri="{FF2B5EF4-FFF2-40B4-BE49-F238E27FC236}">
                  <a16:creationId xmlns:a16="http://schemas.microsoft.com/office/drawing/2014/main" id="{058C4490-79C4-45FE-AACB-69EA39D66F8A}"/>
                </a:ext>
              </a:extLst>
            </p:cNvPr>
            <p:cNvGrpSpPr/>
            <p:nvPr/>
          </p:nvGrpSpPr>
          <p:grpSpPr>
            <a:xfrm>
              <a:off x="-2" y="0"/>
              <a:ext cx="12192000" cy="6858000"/>
              <a:chOff x="-2" y="0"/>
              <a:chExt cx="8750502" cy="6858000"/>
            </a:xfrm>
            <a:noFill/>
          </p:grpSpPr>
          <p:sp>
            <p:nvSpPr>
              <p:cNvPr id="86" name="Прямоугольник 85">
                <a:extLst>
                  <a:ext uri="{FF2B5EF4-FFF2-40B4-BE49-F238E27FC236}">
                    <a16:creationId xmlns:a16="http://schemas.microsoft.com/office/drawing/2014/main" id="{7E2552AE-C149-4D44-83AB-0888AFBDFEF2}"/>
                  </a:ext>
                </a:extLst>
              </p:cNvPr>
              <p:cNvSpPr/>
              <p:nvPr/>
            </p:nvSpPr>
            <p:spPr>
              <a:xfrm>
                <a:off x="-2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87" name="Прямоугольник 86">
                <a:extLst>
                  <a:ext uri="{FF2B5EF4-FFF2-40B4-BE49-F238E27FC236}">
                    <a16:creationId xmlns:a16="http://schemas.microsoft.com/office/drawing/2014/main" id="{208E4854-E973-4CC6-AC53-D304668D8FD7}"/>
                  </a:ext>
                </a:extLst>
              </p:cNvPr>
              <p:cNvSpPr/>
              <p:nvPr/>
            </p:nvSpPr>
            <p:spPr>
              <a:xfrm>
                <a:off x="486137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88" name="Прямоугольник 87">
                <a:extLst>
                  <a:ext uri="{FF2B5EF4-FFF2-40B4-BE49-F238E27FC236}">
                    <a16:creationId xmlns:a16="http://schemas.microsoft.com/office/drawing/2014/main" id="{B6F0D48E-117A-4741-85D4-54A79EEA2DFD}"/>
                  </a:ext>
                </a:extLst>
              </p:cNvPr>
              <p:cNvSpPr/>
              <p:nvPr/>
            </p:nvSpPr>
            <p:spPr>
              <a:xfrm>
                <a:off x="972276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89" name="Прямоугольник 88">
                <a:extLst>
                  <a:ext uri="{FF2B5EF4-FFF2-40B4-BE49-F238E27FC236}">
                    <a16:creationId xmlns:a16="http://schemas.microsoft.com/office/drawing/2014/main" id="{FC8BE352-D19F-4FF7-B5F5-9F888B8D184B}"/>
                  </a:ext>
                </a:extLst>
              </p:cNvPr>
              <p:cNvSpPr/>
              <p:nvPr/>
            </p:nvSpPr>
            <p:spPr>
              <a:xfrm>
                <a:off x="1458415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00" name="Прямоугольник 99">
                <a:extLst>
                  <a:ext uri="{FF2B5EF4-FFF2-40B4-BE49-F238E27FC236}">
                    <a16:creationId xmlns:a16="http://schemas.microsoft.com/office/drawing/2014/main" id="{7A365643-F78E-4764-9982-E39237A1F247}"/>
                  </a:ext>
                </a:extLst>
              </p:cNvPr>
              <p:cNvSpPr/>
              <p:nvPr/>
            </p:nvSpPr>
            <p:spPr>
              <a:xfrm>
                <a:off x="1944554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01" name="Прямоугольник 100">
                <a:extLst>
                  <a:ext uri="{FF2B5EF4-FFF2-40B4-BE49-F238E27FC236}">
                    <a16:creationId xmlns:a16="http://schemas.microsoft.com/office/drawing/2014/main" id="{2BD627C7-E89C-42EC-B764-AAEBC644B4ED}"/>
                  </a:ext>
                </a:extLst>
              </p:cNvPr>
              <p:cNvSpPr/>
              <p:nvPr/>
            </p:nvSpPr>
            <p:spPr>
              <a:xfrm>
                <a:off x="2430693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02" name="Прямоугольник 101">
                <a:extLst>
                  <a:ext uri="{FF2B5EF4-FFF2-40B4-BE49-F238E27FC236}">
                    <a16:creationId xmlns:a16="http://schemas.microsoft.com/office/drawing/2014/main" id="{BE631F47-4B73-4971-BA95-D82629DFFDCE}"/>
                  </a:ext>
                </a:extLst>
              </p:cNvPr>
              <p:cNvSpPr/>
              <p:nvPr/>
            </p:nvSpPr>
            <p:spPr>
              <a:xfrm>
                <a:off x="2916832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03" name="Прямоугольник 102">
                <a:extLst>
                  <a:ext uri="{FF2B5EF4-FFF2-40B4-BE49-F238E27FC236}">
                    <a16:creationId xmlns:a16="http://schemas.microsoft.com/office/drawing/2014/main" id="{D63641B2-1ECC-4C32-9365-D89BF5C7E705}"/>
                  </a:ext>
                </a:extLst>
              </p:cNvPr>
              <p:cNvSpPr/>
              <p:nvPr/>
            </p:nvSpPr>
            <p:spPr>
              <a:xfrm>
                <a:off x="3402971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04" name="Прямоугольник 103">
                <a:extLst>
                  <a:ext uri="{FF2B5EF4-FFF2-40B4-BE49-F238E27FC236}">
                    <a16:creationId xmlns:a16="http://schemas.microsoft.com/office/drawing/2014/main" id="{3EF7A471-F0D8-4EB3-AF40-721137F4ACEA}"/>
                  </a:ext>
                </a:extLst>
              </p:cNvPr>
              <p:cNvSpPr/>
              <p:nvPr/>
            </p:nvSpPr>
            <p:spPr>
              <a:xfrm>
                <a:off x="3889110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05" name="Прямоугольник 104">
                <a:extLst>
                  <a:ext uri="{FF2B5EF4-FFF2-40B4-BE49-F238E27FC236}">
                    <a16:creationId xmlns:a16="http://schemas.microsoft.com/office/drawing/2014/main" id="{A7262BF0-60B8-4450-B2A6-5A2076D5D9B4}"/>
                  </a:ext>
                </a:extLst>
              </p:cNvPr>
              <p:cNvSpPr/>
              <p:nvPr/>
            </p:nvSpPr>
            <p:spPr>
              <a:xfrm>
                <a:off x="4375249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06" name="Прямоугольник 105">
                <a:extLst>
                  <a:ext uri="{FF2B5EF4-FFF2-40B4-BE49-F238E27FC236}">
                    <a16:creationId xmlns:a16="http://schemas.microsoft.com/office/drawing/2014/main" id="{67F7441A-18F7-4A13-931B-FD8BEDEFA8BB}"/>
                  </a:ext>
                </a:extLst>
              </p:cNvPr>
              <p:cNvSpPr/>
              <p:nvPr/>
            </p:nvSpPr>
            <p:spPr>
              <a:xfrm>
                <a:off x="4861388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07" name="Прямоугольник 106">
                <a:extLst>
                  <a:ext uri="{FF2B5EF4-FFF2-40B4-BE49-F238E27FC236}">
                    <a16:creationId xmlns:a16="http://schemas.microsoft.com/office/drawing/2014/main" id="{20942736-BBF0-45AC-ADCA-22E1CF1790CA}"/>
                  </a:ext>
                </a:extLst>
              </p:cNvPr>
              <p:cNvSpPr/>
              <p:nvPr/>
            </p:nvSpPr>
            <p:spPr>
              <a:xfrm>
                <a:off x="5347527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08" name="Прямоугольник 107">
                <a:extLst>
                  <a:ext uri="{FF2B5EF4-FFF2-40B4-BE49-F238E27FC236}">
                    <a16:creationId xmlns:a16="http://schemas.microsoft.com/office/drawing/2014/main" id="{4CF93E4B-DF1A-4610-92B1-4AC7BB6988B1}"/>
                  </a:ext>
                </a:extLst>
              </p:cNvPr>
              <p:cNvSpPr/>
              <p:nvPr/>
            </p:nvSpPr>
            <p:spPr>
              <a:xfrm>
                <a:off x="5833666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09" name="Прямоугольник 108">
                <a:extLst>
                  <a:ext uri="{FF2B5EF4-FFF2-40B4-BE49-F238E27FC236}">
                    <a16:creationId xmlns:a16="http://schemas.microsoft.com/office/drawing/2014/main" id="{4421E6CB-B79F-4985-AC9F-EF634819E1F6}"/>
                  </a:ext>
                </a:extLst>
              </p:cNvPr>
              <p:cNvSpPr/>
              <p:nvPr/>
            </p:nvSpPr>
            <p:spPr>
              <a:xfrm>
                <a:off x="6319805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10" name="Прямоугольник 109">
                <a:extLst>
                  <a:ext uri="{FF2B5EF4-FFF2-40B4-BE49-F238E27FC236}">
                    <a16:creationId xmlns:a16="http://schemas.microsoft.com/office/drawing/2014/main" id="{22EC2E10-D1BB-43A7-B5AC-1A67618D86DD}"/>
                  </a:ext>
                </a:extLst>
              </p:cNvPr>
              <p:cNvSpPr/>
              <p:nvPr/>
            </p:nvSpPr>
            <p:spPr>
              <a:xfrm>
                <a:off x="6805944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11" name="Прямоугольник 110">
                <a:extLst>
                  <a:ext uri="{FF2B5EF4-FFF2-40B4-BE49-F238E27FC236}">
                    <a16:creationId xmlns:a16="http://schemas.microsoft.com/office/drawing/2014/main" id="{903A5950-D35B-4110-A561-2760E9105C91}"/>
                  </a:ext>
                </a:extLst>
              </p:cNvPr>
              <p:cNvSpPr/>
              <p:nvPr/>
            </p:nvSpPr>
            <p:spPr>
              <a:xfrm>
                <a:off x="7292083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12" name="Прямоугольник 111">
                <a:extLst>
                  <a:ext uri="{FF2B5EF4-FFF2-40B4-BE49-F238E27FC236}">
                    <a16:creationId xmlns:a16="http://schemas.microsoft.com/office/drawing/2014/main" id="{CB92CC41-F5C9-4C7C-AA2C-93C882CEA916}"/>
                  </a:ext>
                </a:extLst>
              </p:cNvPr>
              <p:cNvSpPr/>
              <p:nvPr/>
            </p:nvSpPr>
            <p:spPr>
              <a:xfrm>
                <a:off x="7778222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13" name="Прямоугольник 112">
                <a:extLst>
                  <a:ext uri="{FF2B5EF4-FFF2-40B4-BE49-F238E27FC236}">
                    <a16:creationId xmlns:a16="http://schemas.microsoft.com/office/drawing/2014/main" id="{84F3766D-387C-4BCF-9467-7E7C69DFE17C}"/>
                  </a:ext>
                </a:extLst>
              </p:cNvPr>
              <p:cNvSpPr/>
              <p:nvPr/>
            </p:nvSpPr>
            <p:spPr>
              <a:xfrm>
                <a:off x="8264361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grpSp>
          <p:nvGrpSpPr>
            <p:cNvPr id="69" name="Группа 68">
              <a:extLst>
                <a:ext uri="{FF2B5EF4-FFF2-40B4-BE49-F238E27FC236}">
                  <a16:creationId xmlns:a16="http://schemas.microsoft.com/office/drawing/2014/main" id="{661AE684-D580-489B-83A6-7B752ABDD836}"/>
                </a:ext>
              </a:extLst>
            </p:cNvPr>
            <p:cNvGrpSpPr/>
            <p:nvPr/>
          </p:nvGrpSpPr>
          <p:grpSpPr>
            <a:xfrm>
              <a:off x="0" y="0"/>
              <a:ext cx="12192000" cy="6858000"/>
              <a:chOff x="0" y="0"/>
              <a:chExt cx="12192000" cy="6400800"/>
            </a:xfrm>
            <a:noFill/>
          </p:grpSpPr>
          <p:sp>
            <p:nvSpPr>
              <p:cNvPr id="70" name="Прямоугольник 69">
                <a:extLst>
                  <a:ext uri="{FF2B5EF4-FFF2-40B4-BE49-F238E27FC236}">
                    <a16:creationId xmlns:a16="http://schemas.microsoft.com/office/drawing/2014/main" id="{35A4AE5D-CC26-4ADD-B50A-33492E34BA44}"/>
                  </a:ext>
                </a:extLst>
              </p:cNvPr>
              <p:cNvSpPr/>
              <p:nvPr/>
            </p:nvSpPr>
            <p:spPr>
              <a:xfrm>
                <a:off x="0" y="0"/>
                <a:ext cx="12192000" cy="5334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71" name="Прямоугольник 70">
                <a:extLst>
                  <a:ext uri="{FF2B5EF4-FFF2-40B4-BE49-F238E27FC236}">
                    <a16:creationId xmlns:a16="http://schemas.microsoft.com/office/drawing/2014/main" id="{A904FD80-26F8-418D-98CB-EF7667B84B9F}"/>
                  </a:ext>
                </a:extLst>
              </p:cNvPr>
              <p:cNvSpPr/>
              <p:nvPr/>
            </p:nvSpPr>
            <p:spPr>
              <a:xfrm>
                <a:off x="0" y="533400"/>
                <a:ext cx="12192000" cy="5334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74" name="Прямоугольник 73">
                <a:extLst>
                  <a:ext uri="{FF2B5EF4-FFF2-40B4-BE49-F238E27FC236}">
                    <a16:creationId xmlns:a16="http://schemas.microsoft.com/office/drawing/2014/main" id="{F377F6D9-F703-420E-9370-A4000E8BC6EC}"/>
                  </a:ext>
                </a:extLst>
              </p:cNvPr>
              <p:cNvSpPr/>
              <p:nvPr/>
            </p:nvSpPr>
            <p:spPr>
              <a:xfrm>
                <a:off x="0" y="1066800"/>
                <a:ext cx="12192000" cy="5334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75" name="Прямоугольник 74">
                <a:extLst>
                  <a:ext uri="{FF2B5EF4-FFF2-40B4-BE49-F238E27FC236}">
                    <a16:creationId xmlns:a16="http://schemas.microsoft.com/office/drawing/2014/main" id="{EE45EA95-E9A8-4C8A-9EFC-F124CD6E39B7}"/>
                  </a:ext>
                </a:extLst>
              </p:cNvPr>
              <p:cNvSpPr/>
              <p:nvPr/>
            </p:nvSpPr>
            <p:spPr>
              <a:xfrm>
                <a:off x="0" y="1600200"/>
                <a:ext cx="12192000" cy="5334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76" name="Прямоугольник 75">
                <a:extLst>
                  <a:ext uri="{FF2B5EF4-FFF2-40B4-BE49-F238E27FC236}">
                    <a16:creationId xmlns:a16="http://schemas.microsoft.com/office/drawing/2014/main" id="{D4B0BAA9-CAD8-43C6-85E7-B42E9228D155}"/>
                  </a:ext>
                </a:extLst>
              </p:cNvPr>
              <p:cNvSpPr/>
              <p:nvPr/>
            </p:nvSpPr>
            <p:spPr>
              <a:xfrm>
                <a:off x="0" y="2133600"/>
                <a:ext cx="12192000" cy="5334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77" name="Прямоугольник 76">
                <a:extLst>
                  <a:ext uri="{FF2B5EF4-FFF2-40B4-BE49-F238E27FC236}">
                    <a16:creationId xmlns:a16="http://schemas.microsoft.com/office/drawing/2014/main" id="{4D49B1A5-D301-46DF-8E6A-26BE5EC5F99C}"/>
                  </a:ext>
                </a:extLst>
              </p:cNvPr>
              <p:cNvSpPr/>
              <p:nvPr/>
            </p:nvSpPr>
            <p:spPr>
              <a:xfrm>
                <a:off x="0" y="2667000"/>
                <a:ext cx="12192000" cy="5334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78" name="Прямоугольник 77">
                <a:extLst>
                  <a:ext uri="{FF2B5EF4-FFF2-40B4-BE49-F238E27FC236}">
                    <a16:creationId xmlns:a16="http://schemas.microsoft.com/office/drawing/2014/main" id="{D33CCEC1-4F3F-4C18-A464-CCF35EC559C6}"/>
                  </a:ext>
                </a:extLst>
              </p:cNvPr>
              <p:cNvSpPr/>
              <p:nvPr/>
            </p:nvSpPr>
            <p:spPr>
              <a:xfrm>
                <a:off x="0" y="3200400"/>
                <a:ext cx="12192000" cy="5334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79" name="Прямоугольник 78">
                <a:extLst>
                  <a:ext uri="{FF2B5EF4-FFF2-40B4-BE49-F238E27FC236}">
                    <a16:creationId xmlns:a16="http://schemas.microsoft.com/office/drawing/2014/main" id="{D1AF7ABD-7026-4189-83CA-53D628B0D14C}"/>
                  </a:ext>
                </a:extLst>
              </p:cNvPr>
              <p:cNvSpPr/>
              <p:nvPr/>
            </p:nvSpPr>
            <p:spPr>
              <a:xfrm>
                <a:off x="0" y="3733800"/>
                <a:ext cx="12192000" cy="5334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80" name="Прямоугольник 79">
                <a:extLst>
                  <a:ext uri="{FF2B5EF4-FFF2-40B4-BE49-F238E27FC236}">
                    <a16:creationId xmlns:a16="http://schemas.microsoft.com/office/drawing/2014/main" id="{8DBF17EE-9D40-40B0-9121-18053F82C4C6}"/>
                  </a:ext>
                </a:extLst>
              </p:cNvPr>
              <p:cNvSpPr/>
              <p:nvPr/>
            </p:nvSpPr>
            <p:spPr>
              <a:xfrm>
                <a:off x="0" y="4267200"/>
                <a:ext cx="12192000" cy="5334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81" name="Прямоугольник 80">
                <a:extLst>
                  <a:ext uri="{FF2B5EF4-FFF2-40B4-BE49-F238E27FC236}">
                    <a16:creationId xmlns:a16="http://schemas.microsoft.com/office/drawing/2014/main" id="{B648A457-FEF3-4422-B2B6-6C6DA0816277}"/>
                  </a:ext>
                </a:extLst>
              </p:cNvPr>
              <p:cNvSpPr/>
              <p:nvPr/>
            </p:nvSpPr>
            <p:spPr>
              <a:xfrm>
                <a:off x="0" y="4800600"/>
                <a:ext cx="12192000" cy="5334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82" name="Прямоугольник 81">
                <a:extLst>
                  <a:ext uri="{FF2B5EF4-FFF2-40B4-BE49-F238E27FC236}">
                    <a16:creationId xmlns:a16="http://schemas.microsoft.com/office/drawing/2014/main" id="{8D38DBB3-E87C-433D-BBCB-F073E603DBC3}"/>
                  </a:ext>
                </a:extLst>
              </p:cNvPr>
              <p:cNvSpPr/>
              <p:nvPr/>
            </p:nvSpPr>
            <p:spPr>
              <a:xfrm>
                <a:off x="0" y="5334000"/>
                <a:ext cx="12192000" cy="5334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85" name="Прямоугольник 84">
                <a:extLst>
                  <a:ext uri="{FF2B5EF4-FFF2-40B4-BE49-F238E27FC236}">
                    <a16:creationId xmlns:a16="http://schemas.microsoft.com/office/drawing/2014/main" id="{AF8A0BA6-A1D4-4F25-AEA3-0C457ED99146}"/>
                  </a:ext>
                </a:extLst>
              </p:cNvPr>
              <p:cNvSpPr/>
              <p:nvPr/>
            </p:nvSpPr>
            <p:spPr>
              <a:xfrm>
                <a:off x="0" y="5867400"/>
                <a:ext cx="12192000" cy="5334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</p:grpSp>
      <p:cxnSp>
        <p:nvCxnSpPr>
          <p:cNvPr id="83" name="вертикаль">
            <a:extLst>
              <a:ext uri="{FF2B5EF4-FFF2-40B4-BE49-F238E27FC236}">
                <a16:creationId xmlns:a16="http://schemas.microsoft.com/office/drawing/2014/main" id="{DCD21CE6-7B73-44C8-ABED-2B45E79B26CF}"/>
              </a:ext>
            </a:extLst>
          </p:cNvPr>
          <p:cNvCxnSpPr>
            <a:cxnSpLocks/>
          </p:cNvCxnSpPr>
          <p:nvPr/>
        </p:nvCxnSpPr>
        <p:spPr>
          <a:xfrm>
            <a:off x="11495307" y="21834"/>
            <a:ext cx="19354" cy="6872452"/>
          </a:xfrm>
          <a:prstGeom prst="line">
            <a:avLst/>
          </a:prstGeom>
          <a:ln w="12700">
            <a:solidFill>
              <a:srgbClr val="08EDE8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горизонт">
            <a:extLst>
              <a:ext uri="{FF2B5EF4-FFF2-40B4-BE49-F238E27FC236}">
                <a16:creationId xmlns:a16="http://schemas.microsoft.com/office/drawing/2014/main" id="{8E24FD12-6F19-4398-B603-22615E908799}"/>
              </a:ext>
            </a:extLst>
          </p:cNvPr>
          <p:cNvCxnSpPr>
            <a:cxnSpLocks/>
          </p:cNvCxnSpPr>
          <p:nvPr/>
        </p:nvCxnSpPr>
        <p:spPr>
          <a:xfrm>
            <a:off x="19349" y="6286500"/>
            <a:ext cx="12191994" cy="0"/>
          </a:xfrm>
          <a:prstGeom prst="line">
            <a:avLst/>
          </a:prstGeom>
          <a:ln w="12700">
            <a:solidFill>
              <a:srgbClr val="08EDE8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78F18432-5544-464E-B50A-ECDA558086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0505" y="9176717"/>
            <a:ext cx="4812324" cy="6652982"/>
          </a:xfrm>
          <a:prstGeom prst="rect">
            <a:avLst/>
          </a:prstGeom>
        </p:spPr>
      </p:pic>
      <p:sp>
        <p:nvSpPr>
          <p:cNvPr id="63" name="декор">
            <a:extLst>
              <a:ext uri="{FF2B5EF4-FFF2-40B4-BE49-F238E27FC236}">
                <a16:creationId xmlns:a16="http://schemas.microsoft.com/office/drawing/2014/main" id="{49274652-B192-EDCA-1B55-F082F3B88EF7}"/>
              </a:ext>
            </a:extLst>
          </p:cNvPr>
          <p:cNvSpPr txBox="1"/>
          <p:nvPr/>
        </p:nvSpPr>
        <p:spPr>
          <a:xfrm>
            <a:off x="1" y="6222657"/>
            <a:ext cx="121919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rgbClr val="06A29E">
                    <a:alpha val="10000"/>
                  </a:srgb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Project: Artificial Intelligence</a:t>
            </a:r>
            <a:endParaRPr lang="ru-UA" sz="3600" dirty="0">
              <a:solidFill>
                <a:srgbClr val="06A29E">
                  <a:alpha val="10000"/>
                </a:srgbClr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62BF7BF-BC4B-4325-B8D1-9BAC365E2B8B}"/>
              </a:ext>
            </a:extLst>
          </p:cNvPr>
          <p:cNvSpPr txBox="1"/>
          <p:nvPr/>
        </p:nvSpPr>
        <p:spPr>
          <a:xfrm>
            <a:off x="86518" y="73778"/>
            <a:ext cx="586879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2800" dirty="0">
                <a:solidFill>
                  <a:srgbClr val="08EDE8"/>
                </a:solidFill>
                <a:latin typeface="Montserrat SemiBold" panose="00000700000000000000" pitchFamily="2" charset="-52"/>
              </a:rPr>
              <a:t>О</a:t>
            </a:r>
            <a:r>
              <a:rPr lang="ru-RU" sz="2800" dirty="0" err="1">
                <a:solidFill>
                  <a:srgbClr val="08EDE8"/>
                </a:solidFill>
                <a:latin typeface="Montserrat SemiBold" panose="00000700000000000000" pitchFamily="2" charset="-52"/>
              </a:rPr>
              <a:t>сновні</a:t>
            </a:r>
            <a:r>
              <a:rPr lang="ru-RU" sz="2800" dirty="0">
                <a:solidFill>
                  <a:srgbClr val="08EDE8"/>
                </a:solidFill>
                <a:latin typeface="Montserrat SemiBold" panose="00000700000000000000" pitchFamily="2" charset="-52"/>
              </a:rPr>
              <a:t> </a:t>
            </a:r>
            <a:r>
              <a:rPr lang="ru-RU" sz="2800" dirty="0" err="1">
                <a:solidFill>
                  <a:srgbClr val="08EDE8"/>
                </a:solidFill>
                <a:latin typeface="Montserrat SemiBold" panose="00000700000000000000" pitchFamily="2" charset="-52"/>
              </a:rPr>
              <a:t>способи</a:t>
            </a:r>
            <a:r>
              <a:rPr lang="ru-RU" sz="2800" dirty="0">
                <a:solidFill>
                  <a:srgbClr val="08EDE8"/>
                </a:solidFill>
                <a:latin typeface="Montserrat SemiBold" panose="00000700000000000000" pitchFamily="2" charset="-52"/>
              </a:rPr>
              <a:t> </a:t>
            </a:r>
            <a:r>
              <a:rPr lang="ru-RU" sz="2800" dirty="0" err="1">
                <a:solidFill>
                  <a:srgbClr val="08EDE8"/>
                </a:solidFill>
                <a:latin typeface="Montserrat SemiBold" panose="00000700000000000000" pitchFamily="2" charset="-52"/>
              </a:rPr>
              <a:t>реалізації</a:t>
            </a:r>
            <a:r>
              <a:rPr lang="ru-RU" sz="2800" dirty="0">
                <a:solidFill>
                  <a:srgbClr val="08EDE8"/>
                </a:solidFill>
                <a:latin typeface="Montserrat SemiBold" panose="00000700000000000000" pitchFamily="2" charset="-52"/>
              </a:rPr>
              <a:t> ШІ в </a:t>
            </a:r>
            <a:r>
              <a:rPr lang="ru-RU" sz="2800" dirty="0" err="1">
                <a:solidFill>
                  <a:srgbClr val="08EDE8"/>
                </a:solidFill>
                <a:latin typeface="Montserrat SemiBold" panose="00000700000000000000" pitchFamily="2" charset="-52"/>
              </a:rPr>
              <a:t>іграх</a:t>
            </a:r>
            <a:endParaRPr lang="ru-RU" sz="2800" dirty="0">
              <a:solidFill>
                <a:srgbClr val="08EDE8"/>
              </a:solidFill>
              <a:latin typeface="Montserrat SemiBold" panose="00000700000000000000" pitchFamily="2" charset="-52"/>
            </a:endParaRPr>
          </a:p>
        </p:txBody>
      </p:sp>
      <p:sp>
        <p:nvSpPr>
          <p:cNvPr id="119" name="Полилиния: фигура 118">
            <a:extLst>
              <a:ext uri="{FF2B5EF4-FFF2-40B4-BE49-F238E27FC236}">
                <a16:creationId xmlns:a16="http://schemas.microsoft.com/office/drawing/2014/main" id="{9B45B3B5-9D86-42D4-8C9D-F095494F3A26}"/>
              </a:ext>
            </a:extLst>
          </p:cNvPr>
          <p:cNvSpPr/>
          <p:nvPr/>
        </p:nvSpPr>
        <p:spPr>
          <a:xfrm>
            <a:off x="682551" y="9126866"/>
            <a:ext cx="7460442" cy="2031641"/>
          </a:xfrm>
          <a:custGeom>
            <a:avLst/>
            <a:gdLst>
              <a:gd name="connsiteX0" fmla="*/ 214850 w 7460442"/>
              <a:gd name="connsiteY0" fmla="*/ 0 h 2139668"/>
              <a:gd name="connsiteX1" fmla="*/ 6426170 w 7460442"/>
              <a:gd name="connsiteY1" fmla="*/ 0 h 2139668"/>
              <a:gd name="connsiteX2" fmla="*/ 6641020 w 7460442"/>
              <a:gd name="connsiteY2" fmla="*/ 214850 h 2139668"/>
              <a:gd name="connsiteX3" fmla="*/ 6641020 w 7460442"/>
              <a:gd name="connsiteY3" fmla="*/ 1296464 h 2139668"/>
              <a:gd name="connsiteX4" fmla="*/ 7460442 w 7460442"/>
              <a:gd name="connsiteY4" fmla="*/ 2139668 h 2139668"/>
              <a:gd name="connsiteX5" fmla="*/ 6447245 w 7460442"/>
              <a:gd name="connsiteY5" fmla="*/ 1820335 h 2139668"/>
              <a:gd name="connsiteX6" fmla="*/ 6426170 w 7460442"/>
              <a:gd name="connsiteY6" fmla="*/ 1822459 h 2139668"/>
              <a:gd name="connsiteX7" fmla="*/ 214850 w 7460442"/>
              <a:gd name="connsiteY7" fmla="*/ 1822459 h 2139668"/>
              <a:gd name="connsiteX8" fmla="*/ 0 w 7460442"/>
              <a:gd name="connsiteY8" fmla="*/ 1607609 h 2139668"/>
              <a:gd name="connsiteX9" fmla="*/ 0 w 7460442"/>
              <a:gd name="connsiteY9" fmla="*/ 214850 h 2139668"/>
              <a:gd name="connsiteX10" fmla="*/ 214850 w 7460442"/>
              <a:gd name="connsiteY10" fmla="*/ 0 h 2139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460442" h="2139668">
                <a:moveTo>
                  <a:pt x="214850" y="0"/>
                </a:moveTo>
                <a:lnTo>
                  <a:pt x="6426170" y="0"/>
                </a:lnTo>
                <a:cubicBezTo>
                  <a:pt x="6544828" y="0"/>
                  <a:pt x="6641020" y="96192"/>
                  <a:pt x="6641020" y="214850"/>
                </a:cubicBezTo>
                <a:lnTo>
                  <a:pt x="6641020" y="1296464"/>
                </a:lnTo>
                <a:lnTo>
                  <a:pt x="7460442" y="2139668"/>
                </a:lnTo>
                <a:lnTo>
                  <a:pt x="6447245" y="1820335"/>
                </a:lnTo>
                <a:lnTo>
                  <a:pt x="6426170" y="1822459"/>
                </a:lnTo>
                <a:lnTo>
                  <a:pt x="214850" y="1822459"/>
                </a:lnTo>
                <a:cubicBezTo>
                  <a:pt x="96192" y="1822459"/>
                  <a:pt x="0" y="1726267"/>
                  <a:pt x="0" y="1607609"/>
                </a:cubicBezTo>
                <a:lnTo>
                  <a:pt x="0" y="214850"/>
                </a:lnTo>
                <a:cubicBezTo>
                  <a:pt x="0" y="96192"/>
                  <a:pt x="96192" y="0"/>
                  <a:pt x="214850" y="0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 w="127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4" name="Прямоугольник: скругленные углы 113">
            <a:extLst>
              <a:ext uri="{FF2B5EF4-FFF2-40B4-BE49-F238E27FC236}">
                <a16:creationId xmlns:a16="http://schemas.microsoft.com/office/drawing/2014/main" id="{34A9E62E-9EA6-41E4-BC5C-72C7C29D2E09}"/>
              </a:ext>
            </a:extLst>
          </p:cNvPr>
          <p:cNvSpPr/>
          <p:nvPr/>
        </p:nvSpPr>
        <p:spPr>
          <a:xfrm>
            <a:off x="710768" y="1714499"/>
            <a:ext cx="2455667" cy="3981710"/>
          </a:xfrm>
          <a:prstGeom prst="roundRect">
            <a:avLst>
              <a:gd name="adj" fmla="val 5898"/>
            </a:avLst>
          </a:prstGeom>
          <a:solidFill>
            <a:schemeClr val="bg1">
              <a:alpha val="20000"/>
            </a:schemeClr>
          </a:solidFill>
          <a:ln w="127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5" name="Прямоугольник: скругленные углы 114">
            <a:extLst>
              <a:ext uri="{FF2B5EF4-FFF2-40B4-BE49-F238E27FC236}">
                <a16:creationId xmlns:a16="http://schemas.microsoft.com/office/drawing/2014/main" id="{A2F7322C-9808-48D2-9BE4-4A668F1D742C}"/>
              </a:ext>
            </a:extLst>
          </p:cNvPr>
          <p:cNvSpPr/>
          <p:nvPr/>
        </p:nvSpPr>
        <p:spPr>
          <a:xfrm>
            <a:off x="3489962" y="1714499"/>
            <a:ext cx="2455667" cy="3981710"/>
          </a:xfrm>
          <a:prstGeom prst="roundRect">
            <a:avLst>
              <a:gd name="adj" fmla="val 5898"/>
            </a:avLst>
          </a:prstGeom>
          <a:solidFill>
            <a:schemeClr val="bg1">
              <a:alpha val="20000"/>
            </a:schemeClr>
          </a:solidFill>
          <a:ln w="127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6" name="Прямоугольник: скругленные углы 115">
            <a:extLst>
              <a:ext uri="{FF2B5EF4-FFF2-40B4-BE49-F238E27FC236}">
                <a16:creationId xmlns:a16="http://schemas.microsoft.com/office/drawing/2014/main" id="{E8A47366-9D67-4A4B-854B-D509E846EAFB}"/>
              </a:ext>
            </a:extLst>
          </p:cNvPr>
          <p:cNvSpPr/>
          <p:nvPr/>
        </p:nvSpPr>
        <p:spPr>
          <a:xfrm>
            <a:off x="6269156" y="1678974"/>
            <a:ext cx="2455667" cy="3981710"/>
          </a:xfrm>
          <a:prstGeom prst="roundRect">
            <a:avLst>
              <a:gd name="adj" fmla="val 5898"/>
            </a:avLst>
          </a:prstGeom>
          <a:solidFill>
            <a:schemeClr val="bg1">
              <a:alpha val="20000"/>
            </a:schemeClr>
          </a:solidFill>
          <a:ln w="127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7" name="Прямоугольник: скругленные углы 116">
            <a:extLst>
              <a:ext uri="{FF2B5EF4-FFF2-40B4-BE49-F238E27FC236}">
                <a16:creationId xmlns:a16="http://schemas.microsoft.com/office/drawing/2014/main" id="{6A244823-5BCE-453E-97D5-A32F68A6EB86}"/>
              </a:ext>
            </a:extLst>
          </p:cNvPr>
          <p:cNvSpPr/>
          <p:nvPr/>
        </p:nvSpPr>
        <p:spPr>
          <a:xfrm>
            <a:off x="9048350" y="1678974"/>
            <a:ext cx="2455667" cy="3981710"/>
          </a:xfrm>
          <a:prstGeom prst="roundRect">
            <a:avLst>
              <a:gd name="adj" fmla="val 5898"/>
            </a:avLst>
          </a:prstGeom>
          <a:solidFill>
            <a:schemeClr val="bg1">
              <a:alpha val="20000"/>
            </a:schemeClr>
          </a:solidFill>
          <a:ln w="127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A853C8CF-FECA-48CF-80ED-2812A8444759}"/>
              </a:ext>
            </a:extLst>
          </p:cNvPr>
          <p:cNvSpPr txBox="1"/>
          <p:nvPr/>
        </p:nvSpPr>
        <p:spPr>
          <a:xfrm>
            <a:off x="1264854" y="9678682"/>
            <a:ext cx="574774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ШІ –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це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«наука і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розробка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інтелектуальних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машин і систем, особливо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інтелектуальних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комп'ютерних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програм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,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спрямованих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на те,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щоб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зрозуміти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людський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інтелект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».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A07132C8-AB44-44DF-8C9C-251C9E13E2DF}"/>
              </a:ext>
            </a:extLst>
          </p:cNvPr>
          <p:cNvSpPr txBox="1"/>
          <p:nvPr/>
        </p:nvSpPr>
        <p:spPr>
          <a:xfrm>
            <a:off x="1263435" y="9209147"/>
            <a:ext cx="23068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8EDE8"/>
                </a:solidFill>
                <a:latin typeface="Montserrat Medium" panose="00000600000000000000" pitchFamily="2" charset="-52"/>
              </a:rPr>
              <a:t>John McCarthy</a:t>
            </a:r>
            <a:endParaRPr lang="ru-RU" sz="2000" dirty="0">
              <a:solidFill>
                <a:srgbClr val="08EDE8"/>
              </a:solidFill>
              <a:latin typeface="Montserrat Medium" panose="00000600000000000000" pitchFamily="2" charset="-52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E054282-D021-45D3-B937-315962F1CB62}"/>
              </a:ext>
            </a:extLst>
          </p:cNvPr>
          <p:cNvSpPr txBox="1"/>
          <p:nvPr/>
        </p:nvSpPr>
        <p:spPr>
          <a:xfrm>
            <a:off x="710765" y="1713125"/>
            <a:ext cx="2443515" cy="584775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8EDE8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FSM</a:t>
            </a:r>
            <a:endParaRPr lang="ru-RU" sz="3200" dirty="0">
              <a:solidFill>
                <a:srgbClr val="08EDE8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0C15AE06-C7BB-4427-A9A5-F28E92E74A32}"/>
              </a:ext>
            </a:extLst>
          </p:cNvPr>
          <p:cNvSpPr txBox="1"/>
          <p:nvPr/>
        </p:nvSpPr>
        <p:spPr>
          <a:xfrm>
            <a:off x="3489962" y="1713587"/>
            <a:ext cx="2455667" cy="584775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8EDE8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BT</a:t>
            </a:r>
            <a:endParaRPr lang="ru-RU" sz="3200" dirty="0">
              <a:solidFill>
                <a:srgbClr val="08EDE8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F3D20DA4-F5AA-4C5D-B4AF-DC08A6E9FAC5}"/>
              </a:ext>
            </a:extLst>
          </p:cNvPr>
          <p:cNvSpPr txBox="1"/>
          <p:nvPr/>
        </p:nvSpPr>
        <p:spPr>
          <a:xfrm>
            <a:off x="6255081" y="1713126"/>
            <a:ext cx="2455667" cy="584775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8EDE8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GOAP</a:t>
            </a:r>
            <a:endParaRPr lang="ru-RU" sz="3200" dirty="0">
              <a:solidFill>
                <a:srgbClr val="08EDE8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FC57040F-26EF-49E9-9810-42CDC83B4554}"/>
              </a:ext>
            </a:extLst>
          </p:cNvPr>
          <p:cNvSpPr txBox="1"/>
          <p:nvPr/>
        </p:nvSpPr>
        <p:spPr>
          <a:xfrm>
            <a:off x="9048348" y="1713586"/>
            <a:ext cx="2432884" cy="584775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8EDE8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UAI</a:t>
            </a:r>
            <a:endParaRPr lang="ru-RU" sz="3200" dirty="0">
              <a:solidFill>
                <a:srgbClr val="08EDE8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8EF7D398-146C-4E49-8608-8A0F45970AB3}"/>
              </a:ext>
            </a:extLst>
          </p:cNvPr>
          <p:cNvSpPr txBox="1"/>
          <p:nvPr/>
        </p:nvSpPr>
        <p:spPr>
          <a:xfrm rot="19097318">
            <a:off x="5000034" y="7241033"/>
            <a:ext cx="1111812" cy="1015663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rgbClr val="06A29E">
                    <a:alpha val="10000"/>
                  </a:srgb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AI</a:t>
            </a:r>
            <a:endParaRPr lang="ru-RU" sz="6000" dirty="0">
              <a:solidFill>
                <a:srgbClr val="06A29E">
                  <a:alpha val="10000"/>
                </a:srgbClr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82230F7A-2D16-4764-B33C-286ECE3ED4B9}"/>
              </a:ext>
            </a:extLst>
          </p:cNvPr>
          <p:cNvSpPr txBox="1"/>
          <p:nvPr/>
        </p:nvSpPr>
        <p:spPr>
          <a:xfrm rot="19295560">
            <a:off x="-1089708" y="7442925"/>
            <a:ext cx="1844282" cy="1015663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rgbClr val="06A29E">
                    <a:alpha val="10000"/>
                  </a:srgb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DL</a:t>
            </a:r>
            <a:endParaRPr lang="ru-RU" sz="6000" dirty="0">
              <a:solidFill>
                <a:srgbClr val="06A29E">
                  <a:alpha val="10000"/>
                </a:srgbClr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0DE3A640-446F-45BA-BCD4-5BED07ACCFC8}"/>
              </a:ext>
            </a:extLst>
          </p:cNvPr>
          <p:cNvSpPr txBox="1"/>
          <p:nvPr/>
        </p:nvSpPr>
        <p:spPr>
          <a:xfrm rot="18797126">
            <a:off x="-2671750" y="3940625"/>
            <a:ext cx="1844282" cy="1015663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rgbClr val="06A29E">
                    <a:alpha val="10000"/>
                  </a:srgb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LLM</a:t>
            </a:r>
            <a:endParaRPr lang="ru-RU" sz="6000" dirty="0">
              <a:solidFill>
                <a:srgbClr val="06A29E">
                  <a:alpha val="10000"/>
                </a:srgbClr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AB48073B-50E2-4B5E-92D7-FD7C79291800}"/>
              </a:ext>
            </a:extLst>
          </p:cNvPr>
          <p:cNvSpPr txBox="1"/>
          <p:nvPr/>
        </p:nvSpPr>
        <p:spPr>
          <a:xfrm>
            <a:off x="695326" y="2140585"/>
            <a:ext cx="24711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08EDE8"/>
                </a:solidFill>
                <a:latin typeface="Montserrat Medium" panose="00000600000000000000" pitchFamily="2" charset="-52"/>
              </a:rPr>
              <a:t>Final</a:t>
            </a:r>
            <a:r>
              <a:rPr lang="ru-RU" sz="2000" dirty="0">
                <a:solidFill>
                  <a:srgbClr val="08EDE8"/>
                </a:solidFill>
                <a:latin typeface="Montserrat Medium" panose="00000600000000000000" pitchFamily="2" charset="-52"/>
              </a:rPr>
              <a:t> </a:t>
            </a:r>
            <a:r>
              <a:rPr lang="en-US" sz="2000" dirty="0">
                <a:solidFill>
                  <a:srgbClr val="08EDE8"/>
                </a:solidFill>
                <a:latin typeface="Montserrat Medium" panose="00000600000000000000" pitchFamily="2" charset="-52"/>
              </a:rPr>
              <a:t>State Machines</a:t>
            </a:r>
            <a:endParaRPr lang="ru-RU" sz="2000" dirty="0">
              <a:solidFill>
                <a:srgbClr val="08EDE8"/>
              </a:solidFill>
              <a:latin typeface="Montserrat Medium" panose="00000600000000000000" pitchFamily="2" charset="-52"/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82207D82-1B5C-4EF2-813A-FE9E7B82DCD4}"/>
              </a:ext>
            </a:extLst>
          </p:cNvPr>
          <p:cNvSpPr txBox="1"/>
          <p:nvPr/>
        </p:nvSpPr>
        <p:spPr>
          <a:xfrm>
            <a:off x="3477179" y="2140585"/>
            <a:ext cx="24711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08EDE8"/>
                </a:solidFill>
                <a:latin typeface="Montserrat Medium" panose="00000600000000000000" pitchFamily="2" charset="-52"/>
              </a:rPr>
              <a:t>Behavior </a:t>
            </a:r>
            <a:endParaRPr lang="uk-UA" sz="2000" dirty="0">
              <a:solidFill>
                <a:srgbClr val="08EDE8"/>
              </a:solidFill>
              <a:latin typeface="Montserrat Medium" panose="00000600000000000000" pitchFamily="2" charset="-52"/>
            </a:endParaRPr>
          </a:p>
          <a:p>
            <a:pPr algn="ctr"/>
            <a:r>
              <a:rPr lang="en-US" sz="2000" dirty="0">
                <a:solidFill>
                  <a:srgbClr val="08EDE8"/>
                </a:solidFill>
                <a:latin typeface="Montserrat Medium" panose="00000600000000000000" pitchFamily="2" charset="-52"/>
              </a:rPr>
              <a:t>Trees</a:t>
            </a:r>
            <a:endParaRPr lang="ru-RU" sz="2000" dirty="0">
              <a:solidFill>
                <a:srgbClr val="08EDE8"/>
              </a:solidFill>
              <a:latin typeface="Montserrat Medium" panose="00000600000000000000" pitchFamily="2" charset="-52"/>
            </a:endParaRP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987BF093-A9F1-4867-8BDC-12875EFB4A35}"/>
              </a:ext>
            </a:extLst>
          </p:cNvPr>
          <p:cNvSpPr txBox="1"/>
          <p:nvPr/>
        </p:nvSpPr>
        <p:spPr>
          <a:xfrm>
            <a:off x="6259032" y="2140585"/>
            <a:ext cx="24711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08EDE8"/>
                </a:solidFill>
                <a:latin typeface="Montserrat Medium" panose="00000600000000000000" pitchFamily="2" charset="-52"/>
              </a:rPr>
              <a:t>Goal-Oriented Action Planning</a:t>
            </a:r>
            <a:endParaRPr lang="ru-RU" sz="2000" dirty="0">
              <a:solidFill>
                <a:srgbClr val="08EDE8"/>
              </a:solidFill>
              <a:latin typeface="Montserrat Medium" panose="00000600000000000000" pitchFamily="2" charset="-52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67D45B67-1447-40B5-9190-98E081448D9E}"/>
              </a:ext>
            </a:extLst>
          </p:cNvPr>
          <p:cNvSpPr txBox="1"/>
          <p:nvPr/>
        </p:nvSpPr>
        <p:spPr>
          <a:xfrm>
            <a:off x="9040885" y="2140585"/>
            <a:ext cx="24711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08EDE8"/>
                </a:solidFill>
                <a:latin typeface="Montserrat Medium" panose="00000600000000000000" pitchFamily="2" charset="-52"/>
              </a:rPr>
              <a:t>Utility Artificial Intelligence</a:t>
            </a:r>
            <a:endParaRPr lang="ru-RU" sz="2000" dirty="0">
              <a:solidFill>
                <a:srgbClr val="08EDE8"/>
              </a:solidFill>
              <a:latin typeface="Montserrat Medium" panose="00000600000000000000" pitchFamily="2" charset="-52"/>
            </a:endParaRP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8DE345E3-798D-4A65-BE66-394811519AFC}"/>
              </a:ext>
            </a:extLst>
          </p:cNvPr>
          <p:cNvSpPr txBox="1"/>
          <p:nvPr/>
        </p:nvSpPr>
        <p:spPr>
          <a:xfrm>
            <a:off x="696682" y="3434873"/>
            <a:ext cx="245442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Найпростіший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вид. У бота є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стани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: «Патруль», «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Переслідування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», «Атака».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F82FD091-0213-4804-A46C-DE25F1284994}"/>
              </a:ext>
            </a:extLst>
          </p:cNvPr>
          <p:cNvSpPr txBox="1"/>
          <p:nvPr/>
        </p:nvSpPr>
        <p:spPr>
          <a:xfrm>
            <a:off x="3492537" y="3434873"/>
            <a:ext cx="245442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Золотий стандарт. Це ієрархія задач. Бот перевіряє умови і обирає гілку дій.</a:t>
            </a:r>
            <a:endParaRPr lang="ru-RU" sz="1400" dirty="0">
              <a:solidFill>
                <a:schemeClr val="bg1"/>
              </a:solidFill>
              <a:latin typeface="Montserrat Medium" panose="00000600000000000000" pitchFamily="2" charset="-52"/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2281DF3F-4ED4-4DF8-80CB-B52CEC2BF6E1}"/>
              </a:ext>
            </a:extLst>
          </p:cNvPr>
          <p:cNvSpPr txBox="1"/>
          <p:nvPr/>
        </p:nvSpPr>
        <p:spPr>
          <a:xfrm>
            <a:off x="6210912" y="3434873"/>
            <a:ext cx="2554164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Бот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будує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план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дій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для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досягнення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цілей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. Приклад: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гра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en-US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F.E.A.R</a:t>
            </a:r>
            <a:r>
              <a:rPr lang="uk-UA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: «щоб вбити гравця, мені потрібно знайти укриття –</a:t>
            </a:r>
            <a:r>
              <a:rPr lang="en-US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&gt;</a:t>
            </a:r>
            <a:r>
              <a:rPr lang="uk-UA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перезарядитись –</a:t>
            </a:r>
            <a:r>
              <a:rPr lang="en-US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&gt; </a:t>
            </a:r>
            <a:r>
              <a:rPr lang="uk-UA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обійти з флангу</a:t>
            </a:r>
            <a:endParaRPr lang="ru-RU" sz="1400" dirty="0">
              <a:solidFill>
                <a:schemeClr val="bg1"/>
              </a:solidFill>
              <a:latin typeface="Montserrat Medium" panose="00000600000000000000" pitchFamily="2" charset="-52"/>
            </a:endParaRP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1A907537-BB74-42AB-A815-38C9ECA0705B}"/>
              </a:ext>
            </a:extLst>
          </p:cNvPr>
          <p:cNvSpPr txBox="1"/>
          <p:nvPr/>
        </p:nvSpPr>
        <p:spPr>
          <a:xfrm>
            <a:off x="9084247" y="3434873"/>
            <a:ext cx="245442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Бот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оцінює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користність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кожної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дії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у числовому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вигдяді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і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обирає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те, </a:t>
            </a:r>
          </a:p>
          <a:p>
            <a:pPr algn="ctr"/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що</a:t>
            </a:r>
            <a:r>
              <a:rPr lang="ru-RU" sz="1400" dirty="0">
                <a:solidFill>
                  <a:schemeClr val="bg1"/>
                </a:solidFill>
                <a:latin typeface="Montserrat Medium" panose="00000600000000000000" pitchFamily="2" charset="-52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Montserrat Medium" panose="00000600000000000000" pitchFamily="2" charset="-52"/>
              </a:rPr>
              <a:t>найвигідніше</a:t>
            </a:r>
            <a:endParaRPr lang="ru-RU" sz="1400" dirty="0">
              <a:solidFill>
                <a:schemeClr val="bg1"/>
              </a:solidFill>
              <a:latin typeface="Montserrat Medium" panose="00000600000000000000" pitchFamily="2" charset="-52"/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D5B0A784-2F60-440C-B1B3-327301D3BC34}"/>
              </a:ext>
            </a:extLst>
          </p:cNvPr>
          <p:cNvSpPr txBox="1"/>
          <p:nvPr/>
        </p:nvSpPr>
        <p:spPr>
          <a:xfrm>
            <a:off x="3855228" y="8158799"/>
            <a:ext cx="1844282" cy="1015663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rgbClr val="06A29E">
                    <a:alpha val="10000"/>
                  </a:srgb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ML</a:t>
            </a:r>
            <a:endParaRPr lang="ru-RU" sz="6000" dirty="0">
              <a:solidFill>
                <a:srgbClr val="06A29E">
                  <a:alpha val="10000"/>
                </a:srgbClr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79391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фон">
            <a:extLst>
              <a:ext uri="{FF2B5EF4-FFF2-40B4-BE49-F238E27FC236}">
                <a16:creationId xmlns:a16="http://schemas.microsoft.com/office/drawing/2014/main" id="{123AAA31-15E5-4CD4-90E0-8BA1499E8700}"/>
              </a:ext>
            </a:extLst>
          </p:cNvPr>
          <p:cNvSpPr/>
          <p:nvPr/>
        </p:nvSpPr>
        <p:spPr>
          <a:xfrm>
            <a:off x="-5" y="0"/>
            <a:ext cx="12192000" cy="6858000"/>
          </a:xfrm>
          <a:prstGeom prst="rect">
            <a:avLst/>
          </a:prstGeom>
          <a:gradFill>
            <a:gsLst>
              <a:gs pos="0">
                <a:srgbClr val="1D1D1D"/>
              </a:gs>
              <a:gs pos="100000">
                <a:srgbClr val="1D1D1D"/>
              </a:gs>
            </a:gsLst>
            <a:path path="circle">
              <a:fillToRect r="100000" b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pSp>
        <p:nvGrpSpPr>
          <p:cNvPr id="3" name="18х12 сетка">
            <a:extLst>
              <a:ext uri="{FF2B5EF4-FFF2-40B4-BE49-F238E27FC236}">
                <a16:creationId xmlns:a16="http://schemas.microsoft.com/office/drawing/2014/main" id="{04138851-021C-4CAD-990D-6CB3C7ABD4FF}"/>
              </a:ext>
            </a:extLst>
          </p:cNvPr>
          <p:cNvGrpSpPr/>
          <p:nvPr/>
        </p:nvGrpSpPr>
        <p:grpSpPr>
          <a:xfrm>
            <a:off x="-8" y="0"/>
            <a:ext cx="12192007" cy="6858000"/>
            <a:chOff x="-2" y="0"/>
            <a:chExt cx="12192002" cy="6858000"/>
          </a:xfrm>
        </p:grpSpPr>
        <p:grpSp>
          <p:nvGrpSpPr>
            <p:cNvPr id="4" name="Группа 3">
              <a:extLst>
                <a:ext uri="{FF2B5EF4-FFF2-40B4-BE49-F238E27FC236}">
                  <a16:creationId xmlns:a16="http://schemas.microsoft.com/office/drawing/2014/main" id="{9973B303-2C4F-412C-A298-275073DCC8EE}"/>
                </a:ext>
              </a:extLst>
            </p:cNvPr>
            <p:cNvGrpSpPr/>
            <p:nvPr/>
          </p:nvGrpSpPr>
          <p:grpSpPr>
            <a:xfrm>
              <a:off x="-2" y="0"/>
              <a:ext cx="12192000" cy="6858000"/>
              <a:chOff x="-2" y="0"/>
              <a:chExt cx="8750502" cy="6858000"/>
            </a:xfrm>
            <a:noFill/>
          </p:grpSpPr>
          <p:sp>
            <p:nvSpPr>
              <p:cNvPr id="18" name="Прямоугольник 17">
                <a:extLst>
                  <a:ext uri="{FF2B5EF4-FFF2-40B4-BE49-F238E27FC236}">
                    <a16:creationId xmlns:a16="http://schemas.microsoft.com/office/drawing/2014/main" id="{46CB7FAC-6B87-48C5-8713-3C7386F75E63}"/>
                  </a:ext>
                </a:extLst>
              </p:cNvPr>
              <p:cNvSpPr/>
              <p:nvPr/>
            </p:nvSpPr>
            <p:spPr>
              <a:xfrm>
                <a:off x="-2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9" name="Прямоугольник 18">
                <a:extLst>
                  <a:ext uri="{FF2B5EF4-FFF2-40B4-BE49-F238E27FC236}">
                    <a16:creationId xmlns:a16="http://schemas.microsoft.com/office/drawing/2014/main" id="{383311ED-9D1D-4FBE-9986-1228A12EC5BE}"/>
                  </a:ext>
                </a:extLst>
              </p:cNvPr>
              <p:cNvSpPr/>
              <p:nvPr/>
            </p:nvSpPr>
            <p:spPr>
              <a:xfrm>
                <a:off x="486137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0" name="Прямоугольник 19">
                <a:extLst>
                  <a:ext uri="{FF2B5EF4-FFF2-40B4-BE49-F238E27FC236}">
                    <a16:creationId xmlns:a16="http://schemas.microsoft.com/office/drawing/2014/main" id="{3D3A6D47-E623-417C-AF26-6356086B4A4C}"/>
                  </a:ext>
                </a:extLst>
              </p:cNvPr>
              <p:cNvSpPr/>
              <p:nvPr/>
            </p:nvSpPr>
            <p:spPr>
              <a:xfrm>
                <a:off x="972276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1" name="Прямоугольник 20">
                <a:extLst>
                  <a:ext uri="{FF2B5EF4-FFF2-40B4-BE49-F238E27FC236}">
                    <a16:creationId xmlns:a16="http://schemas.microsoft.com/office/drawing/2014/main" id="{771DDD40-CB71-466A-BAB7-BFDF8548D333}"/>
                  </a:ext>
                </a:extLst>
              </p:cNvPr>
              <p:cNvSpPr/>
              <p:nvPr/>
            </p:nvSpPr>
            <p:spPr>
              <a:xfrm>
                <a:off x="1458415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2" name="Прямоугольник 21">
                <a:extLst>
                  <a:ext uri="{FF2B5EF4-FFF2-40B4-BE49-F238E27FC236}">
                    <a16:creationId xmlns:a16="http://schemas.microsoft.com/office/drawing/2014/main" id="{A8544190-7CC9-4B5E-A97F-14E8B2A09888}"/>
                  </a:ext>
                </a:extLst>
              </p:cNvPr>
              <p:cNvSpPr/>
              <p:nvPr/>
            </p:nvSpPr>
            <p:spPr>
              <a:xfrm>
                <a:off x="1944554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3" name="Прямоугольник 22">
                <a:extLst>
                  <a:ext uri="{FF2B5EF4-FFF2-40B4-BE49-F238E27FC236}">
                    <a16:creationId xmlns:a16="http://schemas.microsoft.com/office/drawing/2014/main" id="{50B7B3E2-D833-476C-BE86-53CF4497ED46}"/>
                  </a:ext>
                </a:extLst>
              </p:cNvPr>
              <p:cNvSpPr/>
              <p:nvPr/>
            </p:nvSpPr>
            <p:spPr>
              <a:xfrm>
                <a:off x="2430693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4" name="Прямоугольник 23">
                <a:extLst>
                  <a:ext uri="{FF2B5EF4-FFF2-40B4-BE49-F238E27FC236}">
                    <a16:creationId xmlns:a16="http://schemas.microsoft.com/office/drawing/2014/main" id="{0E8745C2-72BC-43C7-8E1D-553262D8A1CC}"/>
                  </a:ext>
                </a:extLst>
              </p:cNvPr>
              <p:cNvSpPr/>
              <p:nvPr/>
            </p:nvSpPr>
            <p:spPr>
              <a:xfrm>
                <a:off x="2916832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5" name="Прямоугольник 24">
                <a:extLst>
                  <a:ext uri="{FF2B5EF4-FFF2-40B4-BE49-F238E27FC236}">
                    <a16:creationId xmlns:a16="http://schemas.microsoft.com/office/drawing/2014/main" id="{820061A3-CA59-41E2-9F01-C120BE276011}"/>
                  </a:ext>
                </a:extLst>
              </p:cNvPr>
              <p:cNvSpPr/>
              <p:nvPr/>
            </p:nvSpPr>
            <p:spPr>
              <a:xfrm>
                <a:off x="3402971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6" name="Прямоугольник 25">
                <a:extLst>
                  <a:ext uri="{FF2B5EF4-FFF2-40B4-BE49-F238E27FC236}">
                    <a16:creationId xmlns:a16="http://schemas.microsoft.com/office/drawing/2014/main" id="{9784F627-96D6-42F7-95D5-281CD27833F3}"/>
                  </a:ext>
                </a:extLst>
              </p:cNvPr>
              <p:cNvSpPr/>
              <p:nvPr/>
            </p:nvSpPr>
            <p:spPr>
              <a:xfrm>
                <a:off x="3889110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7" name="Прямоугольник 26">
                <a:extLst>
                  <a:ext uri="{FF2B5EF4-FFF2-40B4-BE49-F238E27FC236}">
                    <a16:creationId xmlns:a16="http://schemas.microsoft.com/office/drawing/2014/main" id="{B0EC3FCC-3242-4A5F-BA9A-F5CB3D6DD528}"/>
                  </a:ext>
                </a:extLst>
              </p:cNvPr>
              <p:cNvSpPr/>
              <p:nvPr/>
            </p:nvSpPr>
            <p:spPr>
              <a:xfrm>
                <a:off x="4375249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8" name="Прямоугольник 27">
                <a:extLst>
                  <a:ext uri="{FF2B5EF4-FFF2-40B4-BE49-F238E27FC236}">
                    <a16:creationId xmlns:a16="http://schemas.microsoft.com/office/drawing/2014/main" id="{62D52256-2091-4666-B455-AB3FBB190AA1}"/>
                  </a:ext>
                </a:extLst>
              </p:cNvPr>
              <p:cNvSpPr/>
              <p:nvPr/>
            </p:nvSpPr>
            <p:spPr>
              <a:xfrm>
                <a:off x="4861388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9" name="Прямоугольник 28">
                <a:extLst>
                  <a:ext uri="{FF2B5EF4-FFF2-40B4-BE49-F238E27FC236}">
                    <a16:creationId xmlns:a16="http://schemas.microsoft.com/office/drawing/2014/main" id="{A79CB188-05E5-497F-80E2-C95B441C7AC0}"/>
                  </a:ext>
                </a:extLst>
              </p:cNvPr>
              <p:cNvSpPr/>
              <p:nvPr/>
            </p:nvSpPr>
            <p:spPr>
              <a:xfrm>
                <a:off x="5347527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0" name="Прямоугольник 29">
                <a:extLst>
                  <a:ext uri="{FF2B5EF4-FFF2-40B4-BE49-F238E27FC236}">
                    <a16:creationId xmlns:a16="http://schemas.microsoft.com/office/drawing/2014/main" id="{38FDC722-3787-4DF2-8923-6A7C34AEF92B}"/>
                  </a:ext>
                </a:extLst>
              </p:cNvPr>
              <p:cNvSpPr/>
              <p:nvPr/>
            </p:nvSpPr>
            <p:spPr>
              <a:xfrm>
                <a:off x="5833666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1" name="Прямоугольник 30">
                <a:extLst>
                  <a:ext uri="{FF2B5EF4-FFF2-40B4-BE49-F238E27FC236}">
                    <a16:creationId xmlns:a16="http://schemas.microsoft.com/office/drawing/2014/main" id="{BE88DBD0-26E3-449B-AF20-9C3C9D4F1638}"/>
                  </a:ext>
                </a:extLst>
              </p:cNvPr>
              <p:cNvSpPr/>
              <p:nvPr/>
            </p:nvSpPr>
            <p:spPr>
              <a:xfrm>
                <a:off x="6319805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2" name="Прямоугольник 31">
                <a:extLst>
                  <a:ext uri="{FF2B5EF4-FFF2-40B4-BE49-F238E27FC236}">
                    <a16:creationId xmlns:a16="http://schemas.microsoft.com/office/drawing/2014/main" id="{776F27DC-E892-4D73-B0F8-118D14F67E32}"/>
                  </a:ext>
                </a:extLst>
              </p:cNvPr>
              <p:cNvSpPr/>
              <p:nvPr/>
            </p:nvSpPr>
            <p:spPr>
              <a:xfrm>
                <a:off x="6805944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3" name="Прямоугольник 32">
                <a:extLst>
                  <a:ext uri="{FF2B5EF4-FFF2-40B4-BE49-F238E27FC236}">
                    <a16:creationId xmlns:a16="http://schemas.microsoft.com/office/drawing/2014/main" id="{152D549E-C182-431B-8732-F0705454200E}"/>
                  </a:ext>
                </a:extLst>
              </p:cNvPr>
              <p:cNvSpPr/>
              <p:nvPr/>
            </p:nvSpPr>
            <p:spPr>
              <a:xfrm>
                <a:off x="7292083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4" name="Прямоугольник 33">
                <a:extLst>
                  <a:ext uri="{FF2B5EF4-FFF2-40B4-BE49-F238E27FC236}">
                    <a16:creationId xmlns:a16="http://schemas.microsoft.com/office/drawing/2014/main" id="{4E7C4C47-3AC0-44BC-98DC-E3D035569674}"/>
                  </a:ext>
                </a:extLst>
              </p:cNvPr>
              <p:cNvSpPr/>
              <p:nvPr/>
            </p:nvSpPr>
            <p:spPr>
              <a:xfrm>
                <a:off x="7778222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5" name="Прямоугольник 34">
                <a:extLst>
                  <a:ext uri="{FF2B5EF4-FFF2-40B4-BE49-F238E27FC236}">
                    <a16:creationId xmlns:a16="http://schemas.microsoft.com/office/drawing/2014/main" id="{9643B8DE-ADFC-4106-8B2A-6B39CF7089EE}"/>
                  </a:ext>
                </a:extLst>
              </p:cNvPr>
              <p:cNvSpPr/>
              <p:nvPr/>
            </p:nvSpPr>
            <p:spPr>
              <a:xfrm>
                <a:off x="8264361" y="0"/>
                <a:ext cx="486139" cy="68580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grpSp>
          <p:nvGrpSpPr>
            <p:cNvPr id="5" name="Группа 4">
              <a:extLst>
                <a:ext uri="{FF2B5EF4-FFF2-40B4-BE49-F238E27FC236}">
                  <a16:creationId xmlns:a16="http://schemas.microsoft.com/office/drawing/2014/main" id="{49791603-02CE-4D09-8544-98B85158BB13}"/>
                </a:ext>
              </a:extLst>
            </p:cNvPr>
            <p:cNvGrpSpPr/>
            <p:nvPr/>
          </p:nvGrpSpPr>
          <p:grpSpPr>
            <a:xfrm>
              <a:off x="0" y="0"/>
              <a:ext cx="12192000" cy="6858000"/>
              <a:chOff x="0" y="0"/>
              <a:chExt cx="12192000" cy="6400800"/>
            </a:xfrm>
            <a:noFill/>
          </p:grpSpPr>
          <p:sp>
            <p:nvSpPr>
              <p:cNvPr id="6" name="Прямоугольник 5">
                <a:extLst>
                  <a:ext uri="{FF2B5EF4-FFF2-40B4-BE49-F238E27FC236}">
                    <a16:creationId xmlns:a16="http://schemas.microsoft.com/office/drawing/2014/main" id="{92031D28-254C-471F-96DA-8CB271766BEE}"/>
                  </a:ext>
                </a:extLst>
              </p:cNvPr>
              <p:cNvSpPr/>
              <p:nvPr/>
            </p:nvSpPr>
            <p:spPr>
              <a:xfrm>
                <a:off x="0" y="0"/>
                <a:ext cx="12192000" cy="5334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7" name="Прямоугольник 6">
                <a:extLst>
                  <a:ext uri="{FF2B5EF4-FFF2-40B4-BE49-F238E27FC236}">
                    <a16:creationId xmlns:a16="http://schemas.microsoft.com/office/drawing/2014/main" id="{9CBDAA7A-D429-43F2-A2EE-1E07EB443F3E}"/>
                  </a:ext>
                </a:extLst>
              </p:cNvPr>
              <p:cNvSpPr/>
              <p:nvPr/>
            </p:nvSpPr>
            <p:spPr>
              <a:xfrm>
                <a:off x="0" y="533400"/>
                <a:ext cx="12192000" cy="5334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8" name="Прямоугольник 7">
                <a:extLst>
                  <a:ext uri="{FF2B5EF4-FFF2-40B4-BE49-F238E27FC236}">
                    <a16:creationId xmlns:a16="http://schemas.microsoft.com/office/drawing/2014/main" id="{1D10029B-6BAB-4E5E-9438-484EE11EF512}"/>
                  </a:ext>
                </a:extLst>
              </p:cNvPr>
              <p:cNvSpPr/>
              <p:nvPr/>
            </p:nvSpPr>
            <p:spPr>
              <a:xfrm>
                <a:off x="0" y="1066800"/>
                <a:ext cx="12192000" cy="5334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9" name="Прямоугольник 8">
                <a:extLst>
                  <a:ext uri="{FF2B5EF4-FFF2-40B4-BE49-F238E27FC236}">
                    <a16:creationId xmlns:a16="http://schemas.microsoft.com/office/drawing/2014/main" id="{E469515C-BABE-429E-BD96-D6201E064EE4}"/>
                  </a:ext>
                </a:extLst>
              </p:cNvPr>
              <p:cNvSpPr/>
              <p:nvPr/>
            </p:nvSpPr>
            <p:spPr>
              <a:xfrm>
                <a:off x="0" y="1600200"/>
                <a:ext cx="12192000" cy="5334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0" name="Прямоугольник 9">
                <a:extLst>
                  <a:ext uri="{FF2B5EF4-FFF2-40B4-BE49-F238E27FC236}">
                    <a16:creationId xmlns:a16="http://schemas.microsoft.com/office/drawing/2014/main" id="{83D20425-307C-44C1-94BC-2CF65A58DF57}"/>
                  </a:ext>
                </a:extLst>
              </p:cNvPr>
              <p:cNvSpPr/>
              <p:nvPr/>
            </p:nvSpPr>
            <p:spPr>
              <a:xfrm>
                <a:off x="0" y="2133600"/>
                <a:ext cx="12192000" cy="5334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1" name="Прямоугольник 10">
                <a:extLst>
                  <a:ext uri="{FF2B5EF4-FFF2-40B4-BE49-F238E27FC236}">
                    <a16:creationId xmlns:a16="http://schemas.microsoft.com/office/drawing/2014/main" id="{60897EA5-6CDE-4BE9-A4EA-331BE755ECB3}"/>
                  </a:ext>
                </a:extLst>
              </p:cNvPr>
              <p:cNvSpPr/>
              <p:nvPr/>
            </p:nvSpPr>
            <p:spPr>
              <a:xfrm>
                <a:off x="0" y="2667000"/>
                <a:ext cx="12192000" cy="5334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2" name="Прямоугольник 11">
                <a:extLst>
                  <a:ext uri="{FF2B5EF4-FFF2-40B4-BE49-F238E27FC236}">
                    <a16:creationId xmlns:a16="http://schemas.microsoft.com/office/drawing/2014/main" id="{F52D57F8-967A-465E-B2FD-95D3308E6B25}"/>
                  </a:ext>
                </a:extLst>
              </p:cNvPr>
              <p:cNvSpPr/>
              <p:nvPr/>
            </p:nvSpPr>
            <p:spPr>
              <a:xfrm>
                <a:off x="0" y="3200400"/>
                <a:ext cx="12192000" cy="5334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3" name="Прямоугольник 12">
                <a:extLst>
                  <a:ext uri="{FF2B5EF4-FFF2-40B4-BE49-F238E27FC236}">
                    <a16:creationId xmlns:a16="http://schemas.microsoft.com/office/drawing/2014/main" id="{E5E3D5BD-7AD4-4228-B7CA-E471F644A3BA}"/>
                  </a:ext>
                </a:extLst>
              </p:cNvPr>
              <p:cNvSpPr/>
              <p:nvPr/>
            </p:nvSpPr>
            <p:spPr>
              <a:xfrm>
                <a:off x="0" y="3733800"/>
                <a:ext cx="12192000" cy="5334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4" name="Прямоугольник 13">
                <a:extLst>
                  <a:ext uri="{FF2B5EF4-FFF2-40B4-BE49-F238E27FC236}">
                    <a16:creationId xmlns:a16="http://schemas.microsoft.com/office/drawing/2014/main" id="{CC0CCDAB-789D-4D99-BF0F-55067D6E55D2}"/>
                  </a:ext>
                </a:extLst>
              </p:cNvPr>
              <p:cNvSpPr/>
              <p:nvPr/>
            </p:nvSpPr>
            <p:spPr>
              <a:xfrm>
                <a:off x="0" y="4267200"/>
                <a:ext cx="12192000" cy="5334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5" name="Прямоугольник 14">
                <a:extLst>
                  <a:ext uri="{FF2B5EF4-FFF2-40B4-BE49-F238E27FC236}">
                    <a16:creationId xmlns:a16="http://schemas.microsoft.com/office/drawing/2014/main" id="{94B2E5C6-0BC0-4BAC-B0E1-A2FD92B91FC0}"/>
                  </a:ext>
                </a:extLst>
              </p:cNvPr>
              <p:cNvSpPr/>
              <p:nvPr/>
            </p:nvSpPr>
            <p:spPr>
              <a:xfrm>
                <a:off x="0" y="4800600"/>
                <a:ext cx="12192000" cy="5334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6" name="Прямоугольник 15">
                <a:extLst>
                  <a:ext uri="{FF2B5EF4-FFF2-40B4-BE49-F238E27FC236}">
                    <a16:creationId xmlns:a16="http://schemas.microsoft.com/office/drawing/2014/main" id="{DC6ABE7E-1967-4DE3-BA13-E016E8644F1B}"/>
                  </a:ext>
                </a:extLst>
              </p:cNvPr>
              <p:cNvSpPr/>
              <p:nvPr/>
            </p:nvSpPr>
            <p:spPr>
              <a:xfrm>
                <a:off x="0" y="5334000"/>
                <a:ext cx="12192000" cy="5334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7" name="Прямоугольник 16">
                <a:extLst>
                  <a:ext uri="{FF2B5EF4-FFF2-40B4-BE49-F238E27FC236}">
                    <a16:creationId xmlns:a16="http://schemas.microsoft.com/office/drawing/2014/main" id="{45B014AE-172C-41CD-8940-49259D24A242}"/>
                  </a:ext>
                </a:extLst>
              </p:cNvPr>
              <p:cNvSpPr/>
              <p:nvPr/>
            </p:nvSpPr>
            <p:spPr>
              <a:xfrm>
                <a:off x="0" y="5867400"/>
                <a:ext cx="12192000" cy="533400"/>
              </a:xfrm>
              <a:prstGeom prst="rect">
                <a:avLst/>
              </a:prstGeom>
              <a:grpFill/>
              <a:ln w="6350">
                <a:solidFill>
                  <a:srgbClr val="FFFFFF">
                    <a:alpha val="509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</p:grpSp>
      <p:sp>
        <p:nvSpPr>
          <p:cNvPr id="63" name="декор">
            <a:extLst>
              <a:ext uri="{FF2B5EF4-FFF2-40B4-BE49-F238E27FC236}">
                <a16:creationId xmlns:a16="http://schemas.microsoft.com/office/drawing/2014/main" id="{49274652-B192-EDCA-1B55-F082F3B88EF7}"/>
              </a:ext>
            </a:extLst>
          </p:cNvPr>
          <p:cNvSpPr txBox="1"/>
          <p:nvPr/>
        </p:nvSpPr>
        <p:spPr>
          <a:xfrm>
            <a:off x="1" y="6222657"/>
            <a:ext cx="121919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rgbClr val="06A29E">
                    <a:alpha val="10000"/>
                  </a:srgb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Project: Artificial Intelligence</a:t>
            </a:r>
            <a:endParaRPr lang="ru-UA" sz="3600" dirty="0">
              <a:solidFill>
                <a:srgbClr val="06A29E">
                  <a:alpha val="10000"/>
                </a:srgbClr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cxnSp>
        <p:nvCxnSpPr>
          <p:cNvPr id="45" name="вертикаль">
            <a:extLst>
              <a:ext uri="{FF2B5EF4-FFF2-40B4-BE49-F238E27FC236}">
                <a16:creationId xmlns:a16="http://schemas.microsoft.com/office/drawing/2014/main" id="{10E12F90-DC11-4DEC-B92C-0BE169FFC3BE}"/>
              </a:ext>
            </a:extLst>
          </p:cNvPr>
          <p:cNvCxnSpPr>
            <a:cxnSpLocks/>
          </p:cNvCxnSpPr>
          <p:nvPr/>
        </p:nvCxnSpPr>
        <p:spPr>
          <a:xfrm>
            <a:off x="11495307" y="21834"/>
            <a:ext cx="19354" cy="6872452"/>
          </a:xfrm>
          <a:prstGeom prst="line">
            <a:avLst/>
          </a:prstGeom>
          <a:ln w="12700">
            <a:solidFill>
              <a:srgbClr val="08EDE8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горизонт">
            <a:extLst>
              <a:ext uri="{FF2B5EF4-FFF2-40B4-BE49-F238E27FC236}">
                <a16:creationId xmlns:a16="http://schemas.microsoft.com/office/drawing/2014/main" id="{105AD24E-BE0E-4935-B70D-8C9B50C3C1F9}"/>
              </a:ext>
            </a:extLst>
          </p:cNvPr>
          <p:cNvCxnSpPr>
            <a:cxnSpLocks/>
          </p:cNvCxnSpPr>
          <p:nvPr/>
        </p:nvCxnSpPr>
        <p:spPr>
          <a:xfrm>
            <a:off x="19349" y="6286500"/>
            <a:ext cx="12191994" cy="0"/>
          </a:xfrm>
          <a:prstGeom prst="line">
            <a:avLst/>
          </a:prstGeom>
          <a:ln w="12700">
            <a:solidFill>
              <a:srgbClr val="08EDE8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21378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806</TotalTime>
  <Words>947</Words>
  <Application>Microsoft Office PowerPoint</Application>
  <PresentationFormat>Широкоэкранный</PresentationFormat>
  <Paragraphs>126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6" baseType="lpstr">
      <vt:lpstr>Segoe UI Black</vt:lpstr>
      <vt:lpstr>Arial</vt:lpstr>
      <vt:lpstr>Montserrat Medium</vt:lpstr>
      <vt:lpstr>Aptos</vt:lpstr>
      <vt:lpstr>Montserrat SemiBold</vt:lpstr>
      <vt:lpstr>Aptos Display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Dgardes Gusь</dc:creator>
  <cp:lastModifiedBy>Dgardes Gusь</cp:lastModifiedBy>
  <cp:revision>32</cp:revision>
  <dcterms:created xsi:type="dcterms:W3CDTF">2026-01-19T21:28:44Z</dcterms:created>
  <dcterms:modified xsi:type="dcterms:W3CDTF">2026-03-05T16:39:00Z</dcterms:modified>
</cp:coreProperties>
</file>