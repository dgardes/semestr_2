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>
  <p:sldMasterIdLst>
    <p:sldMasterId id="2147483648" r:id="rId1"/>
  </p:sldMasterIdLst>
  <p:sldIdLst>
    <p:sldId id="273" r:id="rId2"/>
    <p:sldId id="274" r:id="rId3"/>
    <p:sldId id="277" r:id="rId4"/>
    <p:sldId id="278" r:id="rId5"/>
    <p:sldId id="279" r:id="rId6"/>
    <p:sldId id="280" r:id="rId7"/>
    <p:sldId id="281" r:id="rId8"/>
    <p:sldId id="283" r:id="rId9"/>
    <p:sldId id="282" r:id="rId10"/>
    <p:sldId id="284" r:id="rId11"/>
    <p:sldId id="285" r:id="rId12"/>
    <p:sldId id="286" r:id="rId13"/>
    <p:sldId id="287" r:id="rId14"/>
    <p:sldId id="288" r:id="rId15"/>
    <p:sldId id="289" r:id="rId16"/>
    <p:sldId id="290" r:id="rId17"/>
    <p:sldId id="275" r:id="rId18"/>
  </p:sldIdLst>
  <p:sldSz cx="12192000" cy="6858000"/>
  <p:notesSz cx="6858000" cy="9144000"/>
  <p:embeddedFontLst>
    <p:embeddedFont>
      <p:font typeface="Montserrat Medium" panose="00000600000000000000" pitchFamily="2" charset="-52"/>
      <p:regular r:id="rId19"/>
      <p:italic r:id="rId20"/>
    </p:embeddedFont>
    <p:embeddedFont>
      <p:font typeface="Montserrat SemiBold" panose="00000700000000000000" pitchFamily="2" charset="-52"/>
      <p:bold r:id="rId21"/>
      <p:boldItalic r:id="rId22"/>
    </p:embeddedFont>
    <p:embeddedFont>
      <p:font typeface="Segoe UI Black" panose="020B0A02040204020203" pitchFamily="34" charset="0"/>
      <p:bold r:id="rId23"/>
      <p:boldItalic r:id="rId24"/>
    </p:embeddedFont>
  </p:embeddedFontLst>
  <p:defaultTextStyle>
    <a:defPPr>
      <a:defRPr lang="ru-UA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98" userDrawn="1">
          <p15:clr>
            <a:srgbClr val="A4A3A4"/>
          </p15:clr>
        </p15:guide>
        <p15:guide id="3" pos="438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F126A"/>
    <a:srgbClr val="669E9A"/>
    <a:srgbClr val="08EDE8"/>
    <a:srgbClr val="CC0000"/>
    <a:srgbClr val="E6E6E6"/>
    <a:srgbClr val="1B2B2A"/>
    <a:srgbClr val="5FF4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0820" autoAdjust="0"/>
    <p:restoredTop sz="94660"/>
  </p:normalViewPr>
  <p:slideViewPr>
    <p:cSldViewPr snapToGrid="0">
      <p:cViewPr>
        <p:scale>
          <a:sx n="66" d="100"/>
          <a:sy n="66" d="100"/>
        </p:scale>
        <p:origin x="1134" y="966"/>
      </p:cViewPr>
      <p:guideLst>
        <p:guide orient="horz" pos="2160"/>
        <p:guide pos="98"/>
        <p:guide pos="438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viewProps" Target="viewProps.xml"/><Relationship Id="rId3" Type="http://schemas.openxmlformats.org/officeDocument/2006/relationships/slide" Target="slides/slide2.xml"/><Relationship Id="rId21" Type="http://schemas.openxmlformats.org/officeDocument/2006/relationships/font" Target="fonts/font3.fntdata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font" Target="fonts/font2.fntdata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font" Target="fonts/font6.fntdata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font" Target="fonts/font5.fntdata"/><Relationship Id="rId28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font" Target="fonts/font1.fntdata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font" Target="fonts/font4.fntdata"/><Relationship Id="rId27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6BC0C6D9-3671-E12A-FDFC-02604AF72F6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ru-RU"/>
              <a:t>Образец заголовка</a:t>
            </a:r>
            <a:endParaRPr lang="ru-UA"/>
          </a:p>
        </p:txBody>
      </p:sp>
      <p:sp>
        <p:nvSpPr>
          <p:cNvPr id="3" name="Подзаголовок 2">
            <a:extLst>
              <a:ext uri="{FF2B5EF4-FFF2-40B4-BE49-F238E27FC236}">
                <a16:creationId xmlns:a16="http://schemas.microsoft.com/office/drawing/2014/main" id="{F939AA54-364F-13CC-2F46-55BA7316AF8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ru-RU"/>
              <a:t>Образец подзаголовка</a:t>
            </a:r>
            <a:endParaRPr lang="ru-UA"/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C8D0533D-89DE-1805-4D0D-3DC754BDFAC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DC7B924-A7F8-42A7-804D-64D8F7507B61}" type="datetimeFigureOut">
              <a:rPr lang="ru-UA" smtClean="0"/>
              <a:t>03/09/2026</a:t>
            </a:fld>
            <a:endParaRPr lang="ru-UA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361359B5-3B2F-A7ED-0FC8-B3AACAA56CC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UA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AA6C7445-23D4-A13B-A1DD-27B17B5FF64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0045B2-4669-42E2-8FC3-9880BC647CB2}" type="slidenum">
              <a:rPr lang="ru-UA" smtClean="0"/>
              <a:t>‹#›</a:t>
            </a:fld>
            <a:endParaRPr lang="ru-UA"/>
          </a:p>
        </p:txBody>
      </p:sp>
    </p:spTree>
    <p:extLst>
      <p:ext uri="{BB962C8B-B14F-4D97-AF65-F5344CB8AC3E}">
        <p14:creationId xmlns:p14="http://schemas.microsoft.com/office/powerpoint/2010/main" val="1037781924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med">
        <p159:morph option="byObject"/>
      </p:transition>
    </mc:Choice>
    <mc:Fallback xmlns="">
      <p:transition spd="med">
        <p:fade/>
      </p:transition>
    </mc:Fallback>
  </mc:AlternateConten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26B145CD-0F91-6F01-3027-C1A0E82E05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  <a:endParaRPr lang="ru-UA"/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2CF50468-DFBD-7661-CB7F-C2D95512B8C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ru-UA"/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B6437CB2-7D09-3552-F3EA-A7ED771D704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DC7B924-A7F8-42A7-804D-64D8F7507B61}" type="datetimeFigureOut">
              <a:rPr lang="ru-UA" smtClean="0"/>
              <a:t>03/09/2026</a:t>
            </a:fld>
            <a:endParaRPr lang="ru-UA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EB5D1E42-0006-21F8-0EBE-7BEE58E1C13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UA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D5C35FB5-4CF8-C426-94A1-E5F7D4B1955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0045B2-4669-42E2-8FC3-9880BC647CB2}" type="slidenum">
              <a:rPr lang="ru-UA" smtClean="0"/>
              <a:t>‹#›</a:t>
            </a:fld>
            <a:endParaRPr lang="ru-UA"/>
          </a:p>
        </p:txBody>
      </p:sp>
    </p:spTree>
    <p:extLst>
      <p:ext uri="{BB962C8B-B14F-4D97-AF65-F5344CB8AC3E}">
        <p14:creationId xmlns:p14="http://schemas.microsoft.com/office/powerpoint/2010/main" val="1022814683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med">
        <p159:morph option="byObject"/>
      </p:transition>
    </mc:Choice>
    <mc:Fallback xmlns="">
      <p:transition spd="med">
        <p:fade/>
      </p:transition>
    </mc:Fallback>
  </mc:AlternateConten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Заголовок раздел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65A97C85-C0AB-E984-01BE-E7D47898240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ru-RU"/>
              <a:t>Образец заголовка</a:t>
            </a:r>
            <a:endParaRPr lang="ru-UA"/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1160B876-3BD5-8661-DFF0-EDEBD53BFA3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96DC76BA-BB0A-6F14-4F06-6524D2E556F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DC7B924-A7F8-42A7-804D-64D8F7507B61}" type="datetimeFigureOut">
              <a:rPr lang="ru-UA" smtClean="0"/>
              <a:t>03/09/2026</a:t>
            </a:fld>
            <a:endParaRPr lang="ru-UA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D6B467BB-1B3B-0B80-7941-E0DA81A8251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UA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EBAB7DBF-EC79-97CD-C673-F7DDEC4720E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0045B2-4669-42E2-8FC3-9880BC647CB2}" type="slidenum">
              <a:rPr lang="ru-UA" smtClean="0"/>
              <a:t>‹#›</a:t>
            </a:fld>
            <a:endParaRPr lang="ru-UA"/>
          </a:p>
        </p:txBody>
      </p:sp>
    </p:spTree>
    <p:extLst>
      <p:ext uri="{BB962C8B-B14F-4D97-AF65-F5344CB8AC3E}">
        <p14:creationId xmlns:p14="http://schemas.microsoft.com/office/powerpoint/2010/main" val="906384866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med">
        <p159:morph option="byObject"/>
      </p:transition>
    </mc:Choice>
    <mc:Fallback xmlns="">
      <p:transition spd="med">
        <p:fade/>
      </p:transition>
    </mc:Fallback>
  </mc:AlternateConten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Два 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8EA0D0C7-68FB-A9A0-E6E7-98479A9B52C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  <a:endParaRPr lang="ru-UA"/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7B4AC902-B181-C5E4-0587-9A65AF2688F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ru-UA"/>
          </a:p>
        </p:txBody>
      </p:sp>
      <p:sp>
        <p:nvSpPr>
          <p:cNvPr id="4" name="Объект 3">
            <a:extLst>
              <a:ext uri="{FF2B5EF4-FFF2-40B4-BE49-F238E27FC236}">
                <a16:creationId xmlns:a16="http://schemas.microsoft.com/office/drawing/2014/main" id="{F8C76DFC-E8CD-2109-E40A-C5A6DF6D5B4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ru-UA"/>
          </a:p>
        </p:txBody>
      </p:sp>
      <p:sp>
        <p:nvSpPr>
          <p:cNvPr id="5" name="Дата 4">
            <a:extLst>
              <a:ext uri="{FF2B5EF4-FFF2-40B4-BE49-F238E27FC236}">
                <a16:creationId xmlns:a16="http://schemas.microsoft.com/office/drawing/2014/main" id="{7433930C-CE8A-4D26-7026-E7EA46DAD32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DC7B924-A7F8-42A7-804D-64D8F7507B61}" type="datetimeFigureOut">
              <a:rPr lang="ru-UA" smtClean="0"/>
              <a:t>03/09/2026</a:t>
            </a:fld>
            <a:endParaRPr lang="ru-UA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C42DE99B-D5E8-4070-8B1B-06822F7217B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UA"/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6E190858-6776-834C-9D64-AE09ECF7625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0045B2-4669-42E2-8FC3-9880BC647CB2}" type="slidenum">
              <a:rPr lang="ru-UA" smtClean="0"/>
              <a:t>‹#›</a:t>
            </a:fld>
            <a:endParaRPr lang="ru-UA"/>
          </a:p>
        </p:txBody>
      </p:sp>
    </p:spTree>
    <p:extLst>
      <p:ext uri="{BB962C8B-B14F-4D97-AF65-F5344CB8AC3E}">
        <p14:creationId xmlns:p14="http://schemas.microsoft.com/office/powerpoint/2010/main" val="2627015348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med">
        <p159:morph option="byObject"/>
      </p:transition>
    </mc:Choice>
    <mc:Fallback xmlns="">
      <p:transition spd="med">
        <p:fade/>
      </p:transition>
    </mc:Fallback>
  </mc:AlternateConten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7B1E8F79-5258-610E-3CC9-95740FB79ED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ru-RU"/>
              <a:t>Образец заголовка</a:t>
            </a:r>
            <a:endParaRPr lang="ru-UA"/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904CF55A-3EE0-3F3B-9E77-5B93BFAB3E1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Объект 3">
            <a:extLst>
              <a:ext uri="{FF2B5EF4-FFF2-40B4-BE49-F238E27FC236}">
                <a16:creationId xmlns:a16="http://schemas.microsoft.com/office/drawing/2014/main" id="{0E4B91B0-CD98-0CA2-7997-7EBF1A9AD21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ru-UA"/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8EB7D22B-8BFF-C11C-96D7-179CBA308AD2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6" name="Объект 5">
            <a:extLst>
              <a:ext uri="{FF2B5EF4-FFF2-40B4-BE49-F238E27FC236}">
                <a16:creationId xmlns:a16="http://schemas.microsoft.com/office/drawing/2014/main" id="{4D240AC1-027A-FEA1-E4B8-EFD7B182C82A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ru-UA"/>
          </a:p>
        </p:txBody>
      </p:sp>
      <p:sp>
        <p:nvSpPr>
          <p:cNvPr id="7" name="Дата 6">
            <a:extLst>
              <a:ext uri="{FF2B5EF4-FFF2-40B4-BE49-F238E27FC236}">
                <a16:creationId xmlns:a16="http://schemas.microsoft.com/office/drawing/2014/main" id="{8B4ABFA6-82C8-1578-0594-B5E404AE930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DC7B924-A7F8-42A7-804D-64D8F7507B61}" type="datetimeFigureOut">
              <a:rPr lang="ru-UA" smtClean="0"/>
              <a:t>03/09/2026</a:t>
            </a:fld>
            <a:endParaRPr lang="ru-UA"/>
          </a:p>
        </p:txBody>
      </p:sp>
      <p:sp>
        <p:nvSpPr>
          <p:cNvPr id="8" name="Нижний колонтитул 7">
            <a:extLst>
              <a:ext uri="{FF2B5EF4-FFF2-40B4-BE49-F238E27FC236}">
                <a16:creationId xmlns:a16="http://schemas.microsoft.com/office/drawing/2014/main" id="{147AA6EA-8763-B3AC-D62C-48EC4904258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UA"/>
          </a:p>
        </p:txBody>
      </p:sp>
      <p:sp>
        <p:nvSpPr>
          <p:cNvPr id="9" name="Номер слайда 8">
            <a:extLst>
              <a:ext uri="{FF2B5EF4-FFF2-40B4-BE49-F238E27FC236}">
                <a16:creationId xmlns:a16="http://schemas.microsoft.com/office/drawing/2014/main" id="{56773B8B-F85E-A862-C177-16014F9FE55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0045B2-4669-42E2-8FC3-9880BC647CB2}" type="slidenum">
              <a:rPr lang="ru-UA" smtClean="0"/>
              <a:t>‹#›</a:t>
            </a:fld>
            <a:endParaRPr lang="ru-UA"/>
          </a:p>
        </p:txBody>
      </p:sp>
    </p:spTree>
    <p:extLst>
      <p:ext uri="{BB962C8B-B14F-4D97-AF65-F5344CB8AC3E}">
        <p14:creationId xmlns:p14="http://schemas.microsoft.com/office/powerpoint/2010/main" val="3184414416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med">
        <p159:morph option="byObject"/>
      </p:transition>
    </mc:Choice>
    <mc:Fallback xmlns="">
      <p:transition spd="med">
        <p:fade/>
      </p:transition>
    </mc:Fallback>
  </mc:AlternateConten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Только заголовок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9732CAB0-EA84-CD46-B03D-F5A22FE80BB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  <a:endParaRPr lang="ru-UA"/>
          </a:p>
        </p:txBody>
      </p:sp>
      <p:sp>
        <p:nvSpPr>
          <p:cNvPr id="3" name="Дата 2">
            <a:extLst>
              <a:ext uri="{FF2B5EF4-FFF2-40B4-BE49-F238E27FC236}">
                <a16:creationId xmlns:a16="http://schemas.microsoft.com/office/drawing/2014/main" id="{F3EC42D8-A307-58E3-9980-3DDA2D10315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DC7B924-A7F8-42A7-804D-64D8F7507B61}" type="datetimeFigureOut">
              <a:rPr lang="ru-UA" smtClean="0"/>
              <a:t>03/09/2026</a:t>
            </a:fld>
            <a:endParaRPr lang="ru-UA"/>
          </a:p>
        </p:txBody>
      </p:sp>
      <p:sp>
        <p:nvSpPr>
          <p:cNvPr id="4" name="Нижний колонтитул 3">
            <a:extLst>
              <a:ext uri="{FF2B5EF4-FFF2-40B4-BE49-F238E27FC236}">
                <a16:creationId xmlns:a16="http://schemas.microsoft.com/office/drawing/2014/main" id="{9C7E308D-8096-5370-9118-23614E1A330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UA"/>
          </a:p>
        </p:txBody>
      </p:sp>
      <p:sp>
        <p:nvSpPr>
          <p:cNvPr id="5" name="Номер слайда 4">
            <a:extLst>
              <a:ext uri="{FF2B5EF4-FFF2-40B4-BE49-F238E27FC236}">
                <a16:creationId xmlns:a16="http://schemas.microsoft.com/office/drawing/2014/main" id="{64FBB004-7C10-3D17-BB2D-EEC3A47832A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0045B2-4669-42E2-8FC3-9880BC647CB2}" type="slidenum">
              <a:rPr lang="ru-UA" smtClean="0"/>
              <a:t>‹#›</a:t>
            </a:fld>
            <a:endParaRPr lang="ru-UA"/>
          </a:p>
        </p:txBody>
      </p:sp>
    </p:spTree>
    <p:extLst>
      <p:ext uri="{BB962C8B-B14F-4D97-AF65-F5344CB8AC3E}">
        <p14:creationId xmlns:p14="http://schemas.microsoft.com/office/powerpoint/2010/main" val="2855782689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med">
        <p159:morph option="byObject"/>
      </p:transition>
    </mc:Choice>
    <mc:Fallback xmlns="">
      <p:transition spd="med">
        <p:fade/>
      </p:transition>
    </mc:Fallback>
  </mc:AlternateConten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Дата 1">
            <a:extLst>
              <a:ext uri="{FF2B5EF4-FFF2-40B4-BE49-F238E27FC236}">
                <a16:creationId xmlns:a16="http://schemas.microsoft.com/office/drawing/2014/main" id="{EDE3A2C2-DE86-5302-22F1-61513883B2F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DC7B924-A7F8-42A7-804D-64D8F7507B61}" type="datetimeFigureOut">
              <a:rPr lang="ru-UA" smtClean="0"/>
              <a:t>03/09/2026</a:t>
            </a:fld>
            <a:endParaRPr lang="ru-UA"/>
          </a:p>
        </p:txBody>
      </p:sp>
      <p:sp>
        <p:nvSpPr>
          <p:cNvPr id="3" name="Нижний колонтитул 2">
            <a:extLst>
              <a:ext uri="{FF2B5EF4-FFF2-40B4-BE49-F238E27FC236}">
                <a16:creationId xmlns:a16="http://schemas.microsoft.com/office/drawing/2014/main" id="{CBE8E5F4-F909-9DCE-D00B-E03FA469BF5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UA"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0F66D8D6-15E7-375F-930E-1782267F3F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0045B2-4669-42E2-8FC3-9880BC647CB2}" type="slidenum">
              <a:rPr lang="ru-UA" smtClean="0"/>
              <a:t>‹#›</a:t>
            </a:fld>
            <a:endParaRPr lang="ru-UA"/>
          </a:p>
        </p:txBody>
      </p:sp>
    </p:spTree>
    <p:extLst>
      <p:ext uri="{BB962C8B-B14F-4D97-AF65-F5344CB8AC3E}">
        <p14:creationId xmlns:p14="http://schemas.microsoft.com/office/powerpoint/2010/main" val="3101199776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med">
        <p159:morph option="byObject"/>
      </p:transition>
    </mc:Choice>
    <mc:Fallback xmlns="">
      <p:transition spd="med">
        <p:fade/>
      </p:transition>
    </mc:Fallback>
  </mc:AlternateConten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Объект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02E130D1-75C7-AFCB-E4DA-B9BCD9E42CE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/>
              <a:t>Образец заголовка</a:t>
            </a:r>
            <a:endParaRPr lang="ru-UA"/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06544821-70CF-E283-EAE9-932D2A3A54C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ru-UA"/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ACD88459-B5D4-04B0-7C5C-1C9223F97FE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Дата 4">
            <a:extLst>
              <a:ext uri="{FF2B5EF4-FFF2-40B4-BE49-F238E27FC236}">
                <a16:creationId xmlns:a16="http://schemas.microsoft.com/office/drawing/2014/main" id="{29E96E1A-634C-80CB-84AB-C4D2083E7D6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DC7B924-A7F8-42A7-804D-64D8F7507B61}" type="datetimeFigureOut">
              <a:rPr lang="ru-UA" smtClean="0"/>
              <a:t>03/09/2026</a:t>
            </a:fld>
            <a:endParaRPr lang="ru-UA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8E932DFA-F679-7CB9-E5B4-98C73C13612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UA"/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34423001-B304-7250-6852-60E645F3673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0045B2-4669-42E2-8FC3-9880BC647CB2}" type="slidenum">
              <a:rPr lang="ru-UA" smtClean="0"/>
              <a:t>‹#›</a:t>
            </a:fld>
            <a:endParaRPr lang="ru-UA"/>
          </a:p>
        </p:txBody>
      </p:sp>
    </p:spTree>
    <p:extLst>
      <p:ext uri="{BB962C8B-B14F-4D97-AF65-F5344CB8AC3E}">
        <p14:creationId xmlns:p14="http://schemas.microsoft.com/office/powerpoint/2010/main" val="815153732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med">
        <p159:morph option="byObject"/>
      </p:transition>
    </mc:Choice>
    <mc:Fallback xmlns="">
      <p:transition spd="med">
        <p:fade/>
      </p:transition>
    </mc:Fallback>
  </mc:AlternateConten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Рисунок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AD938C1A-CCA9-9D8F-2940-7CF037E00E7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/>
              <a:t>Образец заголовка</a:t>
            </a:r>
            <a:endParaRPr lang="ru-UA"/>
          </a:p>
        </p:txBody>
      </p:sp>
      <p:sp>
        <p:nvSpPr>
          <p:cNvPr id="3" name="Рисунок 2">
            <a:extLst>
              <a:ext uri="{FF2B5EF4-FFF2-40B4-BE49-F238E27FC236}">
                <a16:creationId xmlns:a16="http://schemas.microsoft.com/office/drawing/2014/main" id="{428E1E4F-1ECD-A5B3-8344-F4C7492A1027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ru-UA"/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01FE20C4-3672-B969-5A64-4A0430FAF9F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Дата 4">
            <a:extLst>
              <a:ext uri="{FF2B5EF4-FFF2-40B4-BE49-F238E27FC236}">
                <a16:creationId xmlns:a16="http://schemas.microsoft.com/office/drawing/2014/main" id="{77C6421F-696C-9D89-530C-7ED1BDBEA28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DC7B924-A7F8-42A7-804D-64D8F7507B61}" type="datetimeFigureOut">
              <a:rPr lang="ru-UA" smtClean="0"/>
              <a:t>03/09/2026</a:t>
            </a:fld>
            <a:endParaRPr lang="ru-UA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C654799C-1018-D9E3-EC00-A31A84D8885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UA"/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45E0C455-B860-1709-2A76-3082EF62171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0045B2-4669-42E2-8FC3-9880BC647CB2}" type="slidenum">
              <a:rPr lang="ru-UA" smtClean="0"/>
              <a:t>‹#›</a:t>
            </a:fld>
            <a:endParaRPr lang="ru-UA"/>
          </a:p>
        </p:txBody>
      </p:sp>
    </p:spTree>
    <p:extLst>
      <p:ext uri="{BB962C8B-B14F-4D97-AF65-F5344CB8AC3E}">
        <p14:creationId xmlns:p14="http://schemas.microsoft.com/office/powerpoint/2010/main" val="1205838270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med">
        <p159:morph option="byObject"/>
      </p:transition>
    </mc:Choice>
    <mc:Fallback xmlns="">
      <p:transition spd="med">
        <p:fade/>
      </p:transition>
    </mc:Fallback>
  </mc:AlternateConten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Заголовок и вертикальный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FB7F69F8-7FEA-597F-E40F-80B793E6E14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  <a:endParaRPr lang="ru-UA"/>
          </a:p>
        </p:txBody>
      </p:sp>
      <p:sp>
        <p:nvSpPr>
          <p:cNvPr id="3" name="Вертикальный текст 2">
            <a:extLst>
              <a:ext uri="{FF2B5EF4-FFF2-40B4-BE49-F238E27FC236}">
                <a16:creationId xmlns:a16="http://schemas.microsoft.com/office/drawing/2014/main" id="{10034020-9960-3F43-5CAC-736EAF6F441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ru-UA"/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E6D096E1-A348-9BAF-519F-4BB11EE79FD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DC7B924-A7F8-42A7-804D-64D8F7507B61}" type="datetimeFigureOut">
              <a:rPr lang="ru-UA" smtClean="0"/>
              <a:t>03/09/2026</a:t>
            </a:fld>
            <a:endParaRPr lang="ru-UA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8B557983-66B7-0B90-26FF-D117D1FAFC9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UA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55A0EB72-0CEA-C9FA-0CC5-22381C94A02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0045B2-4669-42E2-8FC3-9880BC647CB2}" type="slidenum">
              <a:rPr lang="ru-UA" smtClean="0"/>
              <a:t>‹#›</a:t>
            </a:fld>
            <a:endParaRPr lang="ru-UA"/>
          </a:p>
        </p:txBody>
      </p:sp>
    </p:spTree>
    <p:extLst>
      <p:ext uri="{BB962C8B-B14F-4D97-AF65-F5344CB8AC3E}">
        <p14:creationId xmlns:p14="http://schemas.microsoft.com/office/powerpoint/2010/main" val="1754759809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med">
        <p159:morph option="byObject"/>
      </p:transition>
    </mc:Choice>
    <mc:Fallback xmlns="">
      <p:transition spd="med">
        <p:fade/>
      </p:transition>
    </mc:Fallback>
  </mc:AlternateConten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Вертикальный заголовок и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тикальный заголовок 1">
            <a:extLst>
              <a:ext uri="{FF2B5EF4-FFF2-40B4-BE49-F238E27FC236}">
                <a16:creationId xmlns:a16="http://schemas.microsoft.com/office/drawing/2014/main" id="{EBA1ED49-1FC7-AFFD-1D5B-82D8CCAAD122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ru-RU"/>
              <a:t>Образец заголовка</a:t>
            </a:r>
            <a:endParaRPr lang="ru-UA"/>
          </a:p>
        </p:txBody>
      </p:sp>
      <p:sp>
        <p:nvSpPr>
          <p:cNvPr id="3" name="Вертикальный текст 2">
            <a:extLst>
              <a:ext uri="{FF2B5EF4-FFF2-40B4-BE49-F238E27FC236}">
                <a16:creationId xmlns:a16="http://schemas.microsoft.com/office/drawing/2014/main" id="{D8D76702-B805-A7F4-31C2-FF18C4542B4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ru-UA"/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CBDE7654-99B9-990D-1ABB-F11080E9445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DC7B924-A7F8-42A7-804D-64D8F7507B61}" type="datetimeFigureOut">
              <a:rPr lang="ru-UA" smtClean="0"/>
              <a:t>03/09/2026</a:t>
            </a:fld>
            <a:endParaRPr lang="ru-UA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04169D6B-DD48-D6D2-5AFC-36F0A6BF7F2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UA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493D436F-15AB-F0E0-DFBF-89B0ABD5F0F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0045B2-4669-42E2-8FC3-9880BC647CB2}" type="slidenum">
              <a:rPr lang="ru-UA" smtClean="0"/>
              <a:t>‹#›</a:t>
            </a:fld>
            <a:endParaRPr lang="ru-UA"/>
          </a:p>
        </p:txBody>
      </p:sp>
    </p:spTree>
    <p:extLst>
      <p:ext uri="{BB962C8B-B14F-4D97-AF65-F5344CB8AC3E}">
        <p14:creationId xmlns:p14="http://schemas.microsoft.com/office/powerpoint/2010/main" val="2421695941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med">
        <p159:morph option="byObject"/>
      </p:transition>
    </mc:Choice>
    <mc:Fallback xmlns="">
      <p:transition spd="med">
        <p:fade/>
      </p:transition>
    </mc:Fallback>
  </mc:AlternateContent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3012863C-332D-F0A8-0F35-A6D7AA502C8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ru-RU"/>
              <a:t>Образец заголовка</a:t>
            </a:r>
            <a:endParaRPr lang="ru-UA"/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43B12C0B-4539-7CC6-5705-0F701F64818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ru-UA"/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1359BE40-0B4B-5EB7-FBB3-84A5C3B6AD2C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DC7B924-A7F8-42A7-804D-64D8F7507B61}" type="datetimeFigureOut">
              <a:rPr lang="ru-UA" smtClean="0"/>
              <a:t>03/09/2026</a:t>
            </a:fld>
            <a:endParaRPr lang="ru-UA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BD3AE384-05C9-BAD8-244B-5577427F932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ru-UA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6FB51AC7-EB43-9094-5849-D5FDF121B77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600045B2-4669-42E2-8FC3-9880BC647CB2}" type="slidenum">
              <a:rPr lang="ru-UA" smtClean="0"/>
              <a:t>‹#›</a:t>
            </a:fld>
            <a:endParaRPr lang="ru-UA"/>
          </a:p>
        </p:txBody>
      </p:sp>
    </p:spTree>
    <p:extLst>
      <p:ext uri="{BB962C8B-B14F-4D97-AF65-F5344CB8AC3E}">
        <p14:creationId xmlns:p14="http://schemas.microsoft.com/office/powerpoint/2010/main" val="222718549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mc:AlternateContent xmlns:mc="http://schemas.openxmlformats.org/markup-compatibility/2006" xmlns:p159="http://schemas.microsoft.com/office/powerpoint/2015/09/main">
    <mc:Choice Requires="p159">
      <p:transition spd="med">
        <p159:morph option="byObject"/>
      </p:transition>
    </mc:Choice>
    <mc:Fallback xmlns="">
      <p:transition spd="med">
        <p:fade/>
      </p:transition>
    </mc:Fallback>
  </mc:AlternateConten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UA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7" Type="http://schemas.openxmlformats.org/officeDocument/2006/relationships/image" Target="../media/image6.sv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svg"/><Relationship Id="rId4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1.png"/><Relationship Id="rId3" Type="http://schemas.openxmlformats.org/officeDocument/2006/relationships/image" Target="../media/image2.png"/><Relationship Id="rId7" Type="http://schemas.openxmlformats.org/officeDocument/2006/relationships/image" Target="../media/image6.svg"/><Relationship Id="rId2" Type="http://schemas.openxmlformats.org/officeDocument/2006/relationships/image" Target="../media/image7.jpe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svg"/><Relationship Id="rId4" Type="http://schemas.openxmlformats.org/officeDocument/2006/relationships/image" Target="../media/image3.png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1.png"/><Relationship Id="rId3" Type="http://schemas.openxmlformats.org/officeDocument/2006/relationships/image" Target="../media/image2.png"/><Relationship Id="rId7" Type="http://schemas.openxmlformats.org/officeDocument/2006/relationships/image" Target="../media/image6.svg"/><Relationship Id="rId2" Type="http://schemas.openxmlformats.org/officeDocument/2006/relationships/image" Target="../media/image7.jpe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svg"/><Relationship Id="rId4" Type="http://schemas.openxmlformats.org/officeDocument/2006/relationships/image" Target="../media/image3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8.jpeg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jpe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.png"/><Relationship Id="rId4" Type="http://schemas.openxmlformats.org/officeDocument/2006/relationships/image" Target="../media/image11.jpe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jpe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2.png"/><Relationship Id="rId5" Type="http://schemas.openxmlformats.org/officeDocument/2006/relationships/image" Target="../media/image1.png"/><Relationship Id="rId4" Type="http://schemas.openxmlformats.org/officeDocument/2006/relationships/image" Target="../media/image11.jpe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jpe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2.png"/><Relationship Id="rId4" Type="http://schemas.openxmlformats.org/officeDocument/2006/relationships/image" Target="../media/image11.jpe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5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6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7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фон">
            <a:extLst>
              <a:ext uri="{FF2B5EF4-FFF2-40B4-BE49-F238E27FC236}">
                <a16:creationId xmlns:a16="http://schemas.microsoft.com/office/drawing/2014/main" id="{123AAA31-15E5-4CD4-90E0-8BA1499E8700}"/>
              </a:ext>
            </a:extLst>
          </p:cNvPr>
          <p:cNvSpPr/>
          <p:nvPr/>
        </p:nvSpPr>
        <p:spPr>
          <a:xfrm>
            <a:off x="-5" y="0"/>
            <a:ext cx="12192000" cy="6858000"/>
          </a:xfrm>
          <a:prstGeom prst="rect">
            <a:avLst/>
          </a:prstGeom>
          <a:gradFill>
            <a:gsLst>
              <a:gs pos="0">
                <a:srgbClr val="1D1D1D"/>
              </a:gs>
              <a:gs pos="100000">
                <a:srgbClr val="1D1D1D"/>
              </a:gs>
            </a:gsLst>
            <a:path path="circle">
              <a:fillToRect r="100000" b="100000"/>
            </a:path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grpSp>
        <p:nvGrpSpPr>
          <p:cNvPr id="3" name="18х12 сетка">
            <a:extLst>
              <a:ext uri="{FF2B5EF4-FFF2-40B4-BE49-F238E27FC236}">
                <a16:creationId xmlns:a16="http://schemas.microsoft.com/office/drawing/2014/main" id="{04138851-021C-4CAD-990D-6CB3C7ABD4FF}"/>
              </a:ext>
            </a:extLst>
          </p:cNvPr>
          <p:cNvGrpSpPr/>
          <p:nvPr/>
        </p:nvGrpSpPr>
        <p:grpSpPr>
          <a:xfrm>
            <a:off x="-8" y="0"/>
            <a:ext cx="12192007" cy="6858000"/>
            <a:chOff x="-2" y="0"/>
            <a:chExt cx="12192002" cy="6858000"/>
          </a:xfrm>
        </p:grpSpPr>
        <p:grpSp>
          <p:nvGrpSpPr>
            <p:cNvPr id="4" name="Группа 3">
              <a:extLst>
                <a:ext uri="{FF2B5EF4-FFF2-40B4-BE49-F238E27FC236}">
                  <a16:creationId xmlns:a16="http://schemas.microsoft.com/office/drawing/2014/main" id="{9973B303-2C4F-412C-A298-275073DCC8EE}"/>
                </a:ext>
              </a:extLst>
            </p:cNvPr>
            <p:cNvGrpSpPr/>
            <p:nvPr/>
          </p:nvGrpSpPr>
          <p:grpSpPr>
            <a:xfrm>
              <a:off x="-2" y="0"/>
              <a:ext cx="12192000" cy="6858000"/>
              <a:chOff x="-2" y="0"/>
              <a:chExt cx="8750502" cy="6858000"/>
            </a:xfrm>
            <a:noFill/>
          </p:grpSpPr>
          <p:sp>
            <p:nvSpPr>
              <p:cNvPr id="18" name="Прямоугольник 17">
                <a:extLst>
                  <a:ext uri="{FF2B5EF4-FFF2-40B4-BE49-F238E27FC236}">
                    <a16:creationId xmlns:a16="http://schemas.microsoft.com/office/drawing/2014/main" id="{46CB7FAC-6B87-48C5-8713-3C7386F75E63}"/>
                  </a:ext>
                </a:extLst>
              </p:cNvPr>
              <p:cNvSpPr/>
              <p:nvPr/>
            </p:nvSpPr>
            <p:spPr>
              <a:xfrm>
                <a:off x="-2" y="0"/>
                <a:ext cx="486139" cy="68580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19" name="Прямоугольник 18">
                <a:extLst>
                  <a:ext uri="{FF2B5EF4-FFF2-40B4-BE49-F238E27FC236}">
                    <a16:creationId xmlns:a16="http://schemas.microsoft.com/office/drawing/2014/main" id="{383311ED-9D1D-4FBE-9986-1228A12EC5BE}"/>
                  </a:ext>
                </a:extLst>
              </p:cNvPr>
              <p:cNvSpPr/>
              <p:nvPr/>
            </p:nvSpPr>
            <p:spPr>
              <a:xfrm>
                <a:off x="486137" y="0"/>
                <a:ext cx="486139" cy="68580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20" name="Прямоугольник 19">
                <a:extLst>
                  <a:ext uri="{FF2B5EF4-FFF2-40B4-BE49-F238E27FC236}">
                    <a16:creationId xmlns:a16="http://schemas.microsoft.com/office/drawing/2014/main" id="{3D3A6D47-E623-417C-AF26-6356086B4A4C}"/>
                  </a:ext>
                </a:extLst>
              </p:cNvPr>
              <p:cNvSpPr/>
              <p:nvPr/>
            </p:nvSpPr>
            <p:spPr>
              <a:xfrm>
                <a:off x="972276" y="0"/>
                <a:ext cx="486139" cy="68580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21" name="Прямоугольник 20">
                <a:extLst>
                  <a:ext uri="{FF2B5EF4-FFF2-40B4-BE49-F238E27FC236}">
                    <a16:creationId xmlns:a16="http://schemas.microsoft.com/office/drawing/2014/main" id="{771DDD40-CB71-466A-BAB7-BFDF8548D333}"/>
                  </a:ext>
                </a:extLst>
              </p:cNvPr>
              <p:cNvSpPr/>
              <p:nvPr/>
            </p:nvSpPr>
            <p:spPr>
              <a:xfrm>
                <a:off x="1458415" y="0"/>
                <a:ext cx="486139" cy="68580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22" name="Прямоугольник 21">
                <a:extLst>
                  <a:ext uri="{FF2B5EF4-FFF2-40B4-BE49-F238E27FC236}">
                    <a16:creationId xmlns:a16="http://schemas.microsoft.com/office/drawing/2014/main" id="{A8544190-7CC9-4B5E-A97F-14E8B2A09888}"/>
                  </a:ext>
                </a:extLst>
              </p:cNvPr>
              <p:cNvSpPr/>
              <p:nvPr/>
            </p:nvSpPr>
            <p:spPr>
              <a:xfrm>
                <a:off x="1944554" y="0"/>
                <a:ext cx="486139" cy="68580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23" name="Прямоугольник 22">
                <a:extLst>
                  <a:ext uri="{FF2B5EF4-FFF2-40B4-BE49-F238E27FC236}">
                    <a16:creationId xmlns:a16="http://schemas.microsoft.com/office/drawing/2014/main" id="{50B7B3E2-D833-476C-BE86-53CF4497ED46}"/>
                  </a:ext>
                </a:extLst>
              </p:cNvPr>
              <p:cNvSpPr/>
              <p:nvPr/>
            </p:nvSpPr>
            <p:spPr>
              <a:xfrm>
                <a:off x="2430693" y="0"/>
                <a:ext cx="486139" cy="68580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24" name="Прямоугольник 23">
                <a:extLst>
                  <a:ext uri="{FF2B5EF4-FFF2-40B4-BE49-F238E27FC236}">
                    <a16:creationId xmlns:a16="http://schemas.microsoft.com/office/drawing/2014/main" id="{0E8745C2-72BC-43C7-8E1D-553262D8A1CC}"/>
                  </a:ext>
                </a:extLst>
              </p:cNvPr>
              <p:cNvSpPr/>
              <p:nvPr/>
            </p:nvSpPr>
            <p:spPr>
              <a:xfrm>
                <a:off x="2916832" y="0"/>
                <a:ext cx="486139" cy="68580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25" name="Прямоугольник 24">
                <a:extLst>
                  <a:ext uri="{FF2B5EF4-FFF2-40B4-BE49-F238E27FC236}">
                    <a16:creationId xmlns:a16="http://schemas.microsoft.com/office/drawing/2014/main" id="{820061A3-CA59-41E2-9F01-C120BE276011}"/>
                  </a:ext>
                </a:extLst>
              </p:cNvPr>
              <p:cNvSpPr/>
              <p:nvPr/>
            </p:nvSpPr>
            <p:spPr>
              <a:xfrm>
                <a:off x="3402971" y="0"/>
                <a:ext cx="486139" cy="68580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26" name="Прямоугольник 25">
                <a:extLst>
                  <a:ext uri="{FF2B5EF4-FFF2-40B4-BE49-F238E27FC236}">
                    <a16:creationId xmlns:a16="http://schemas.microsoft.com/office/drawing/2014/main" id="{9784F627-96D6-42F7-95D5-281CD27833F3}"/>
                  </a:ext>
                </a:extLst>
              </p:cNvPr>
              <p:cNvSpPr/>
              <p:nvPr/>
            </p:nvSpPr>
            <p:spPr>
              <a:xfrm>
                <a:off x="3889110" y="0"/>
                <a:ext cx="486139" cy="68580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27" name="Прямоугольник 26">
                <a:extLst>
                  <a:ext uri="{FF2B5EF4-FFF2-40B4-BE49-F238E27FC236}">
                    <a16:creationId xmlns:a16="http://schemas.microsoft.com/office/drawing/2014/main" id="{B0EC3FCC-3242-4A5F-BA9A-F5CB3D6DD528}"/>
                  </a:ext>
                </a:extLst>
              </p:cNvPr>
              <p:cNvSpPr/>
              <p:nvPr/>
            </p:nvSpPr>
            <p:spPr>
              <a:xfrm>
                <a:off x="4375249" y="0"/>
                <a:ext cx="486139" cy="68580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28" name="Прямоугольник 27">
                <a:extLst>
                  <a:ext uri="{FF2B5EF4-FFF2-40B4-BE49-F238E27FC236}">
                    <a16:creationId xmlns:a16="http://schemas.microsoft.com/office/drawing/2014/main" id="{62D52256-2091-4666-B455-AB3FBB190AA1}"/>
                  </a:ext>
                </a:extLst>
              </p:cNvPr>
              <p:cNvSpPr/>
              <p:nvPr/>
            </p:nvSpPr>
            <p:spPr>
              <a:xfrm>
                <a:off x="4861388" y="0"/>
                <a:ext cx="486139" cy="68580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29" name="Прямоугольник 28">
                <a:extLst>
                  <a:ext uri="{FF2B5EF4-FFF2-40B4-BE49-F238E27FC236}">
                    <a16:creationId xmlns:a16="http://schemas.microsoft.com/office/drawing/2014/main" id="{A79CB188-05E5-497F-80E2-C95B441C7AC0}"/>
                  </a:ext>
                </a:extLst>
              </p:cNvPr>
              <p:cNvSpPr/>
              <p:nvPr/>
            </p:nvSpPr>
            <p:spPr>
              <a:xfrm>
                <a:off x="5347527" y="0"/>
                <a:ext cx="486139" cy="68580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30" name="Прямоугольник 29">
                <a:extLst>
                  <a:ext uri="{FF2B5EF4-FFF2-40B4-BE49-F238E27FC236}">
                    <a16:creationId xmlns:a16="http://schemas.microsoft.com/office/drawing/2014/main" id="{38FDC722-3787-4DF2-8923-6A7C34AEF92B}"/>
                  </a:ext>
                </a:extLst>
              </p:cNvPr>
              <p:cNvSpPr/>
              <p:nvPr/>
            </p:nvSpPr>
            <p:spPr>
              <a:xfrm>
                <a:off x="5833666" y="0"/>
                <a:ext cx="486139" cy="68580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31" name="Прямоугольник 30">
                <a:extLst>
                  <a:ext uri="{FF2B5EF4-FFF2-40B4-BE49-F238E27FC236}">
                    <a16:creationId xmlns:a16="http://schemas.microsoft.com/office/drawing/2014/main" id="{BE88DBD0-26E3-449B-AF20-9C3C9D4F1638}"/>
                  </a:ext>
                </a:extLst>
              </p:cNvPr>
              <p:cNvSpPr/>
              <p:nvPr/>
            </p:nvSpPr>
            <p:spPr>
              <a:xfrm>
                <a:off x="6319805" y="0"/>
                <a:ext cx="486139" cy="68580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32" name="Прямоугольник 31">
                <a:extLst>
                  <a:ext uri="{FF2B5EF4-FFF2-40B4-BE49-F238E27FC236}">
                    <a16:creationId xmlns:a16="http://schemas.microsoft.com/office/drawing/2014/main" id="{776F27DC-E892-4D73-B0F8-118D14F67E32}"/>
                  </a:ext>
                </a:extLst>
              </p:cNvPr>
              <p:cNvSpPr/>
              <p:nvPr/>
            </p:nvSpPr>
            <p:spPr>
              <a:xfrm>
                <a:off x="6805944" y="0"/>
                <a:ext cx="486139" cy="68580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33" name="Прямоугольник 32">
                <a:extLst>
                  <a:ext uri="{FF2B5EF4-FFF2-40B4-BE49-F238E27FC236}">
                    <a16:creationId xmlns:a16="http://schemas.microsoft.com/office/drawing/2014/main" id="{152D549E-C182-431B-8732-F0705454200E}"/>
                  </a:ext>
                </a:extLst>
              </p:cNvPr>
              <p:cNvSpPr/>
              <p:nvPr/>
            </p:nvSpPr>
            <p:spPr>
              <a:xfrm>
                <a:off x="7292083" y="0"/>
                <a:ext cx="486139" cy="68580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34" name="Прямоугольник 33">
                <a:extLst>
                  <a:ext uri="{FF2B5EF4-FFF2-40B4-BE49-F238E27FC236}">
                    <a16:creationId xmlns:a16="http://schemas.microsoft.com/office/drawing/2014/main" id="{4E7C4C47-3AC0-44BC-98DC-E3D035569674}"/>
                  </a:ext>
                </a:extLst>
              </p:cNvPr>
              <p:cNvSpPr/>
              <p:nvPr/>
            </p:nvSpPr>
            <p:spPr>
              <a:xfrm>
                <a:off x="7778222" y="0"/>
                <a:ext cx="486139" cy="68580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35" name="Прямоугольник 34">
                <a:extLst>
                  <a:ext uri="{FF2B5EF4-FFF2-40B4-BE49-F238E27FC236}">
                    <a16:creationId xmlns:a16="http://schemas.microsoft.com/office/drawing/2014/main" id="{9643B8DE-ADFC-4106-8B2A-6B39CF7089EE}"/>
                  </a:ext>
                </a:extLst>
              </p:cNvPr>
              <p:cNvSpPr/>
              <p:nvPr/>
            </p:nvSpPr>
            <p:spPr>
              <a:xfrm>
                <a:off x="8264361" y="0"/>
                <a:ext cx="486139" cy="68580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</p:grpSp>
        <p:grpSp>
          <p:nvGrpSpPr>
            <p:cNvPr id="5" name="Группа 4">
              <a:extLst>
                <a:ext uri="{FF2B5EF4-FFF2-40B4-BE49-F238E27FC236}">
                  <a16:creationId xmlns:a16="http://schemas.microsoft.com/office/drawing/2014/main" id="{49791603-02CE-4D09-8544-98B85158BB13}"/>
                </a:ext>
              </a:extLst>
            </p:cNvPr>
            <p:cNvGrpSpPr/>
            <p:nvPr/>
          </p:nvGrpSpPr>
          <p:grpSpPr>
            <a:xfrm>
              <a:off x="0" y="0"/>
              <a:ext cx="12192000" cy="6858000"/>
              <a:chOff x="0" y="0"/>
              <a:chExt cx="12192000" cy="6400800"/>
            </a:xfrm>
            <a:noFill/>
          </p:grpSpPr>
          <p:sp>
            <p:nvSpPr>
              <p:cNvPr id="6" name="Прямоугольник 5">
                <a:extLst>
                  <a:ext uri="{FF2B5EF4-FFF2-40B4-BE49-F238E27FC236}">
                    <a16:creationId xmlns:a16="http://schemas.microsoft.com/office/drawing/2014/main" id="{92031D28-254C-471F-96DA-8CB271766BEE}"/>
                  </a:ext>
                </a:extLst>
              </p:cNvPr>
              <p:cNvSpPr/>
              <p:nvPr/>
            </p:nvSpPr>
            <p:spPr>
              <a:xfrm>
                <a:off x="0" y="0"/>
                <a:ext cx="12192000" cy="5334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7" name="Прямоугольник 6">
                <a:extLst>
                  <a:ext uri="{FF2B5EF4-FFF2-40B4-BE49-F238E27FC236}">
                    <a16:creationId xmlns:a16="http://schemas.microsoft.com/office/drawing/2014/main" id="{9CBDAA7A-D429-43F2-A2EE-1E07EB443F3E}"/>
                  </a:ext>
                </a:extLst>
              </p:cNvPr>
              <p:cNvSpPr/>
              <p:nvPr/>
            </p:nvSpPr>
            <p:spPr>
              <a:xfrm>
                <a:off x="0" y="533400"/>
                <a:ext cx="12192000" cy="5334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8" name="Прямоугольник 7">
                <a:extLst>
                  <a:ext uri="{FF2B5EF4-FFF2-40B4-BE49-F238E27FC236}">
                    <a16:creationId xmlns:a16="http://schemas.microsoft.com/office/drawing/2014/main" id="{1D10029B-6BAB-4E5E-9438-484EE11EF512}"/>
                  </a:ext>
                </a:extLst>
              </p:cNvPr>
              <p:cNvSpPr/>
              <p:nvPr/>
            </p:nvSpPr>
            <p:spPr>
              <a:xfrm>
                <a:off x="0" y="1066800"/>
                <a:ext cx="12192000" cy="5334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9" name="Прямоугольник 8">
                <a:extLst>
                  <a:ext uri="{FF2B5EF4-FFF2-40B4-BE49-F238E27FC236}">
                    <a16:creationId xmlns:a16="http://schemas.microsoft.com/office/drawing/2014/main" id="{E469515C-BABE-429E-BD96-D6201E064EE4}"/>
                  </a:ext>
                </a:extLst>
              </p:cNvPr>
              <p:cNvSpPr/>
              <p:nvPr/>
            </p:nvSpPr>
            <p:spPr>
              <a:xfrm>
                <a:off x="0" y="1600200"/>
                <a:ext cx="12192000" cy="5334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10" name="Прямоугольник 9">
                <a:extLst>
                  <a:ext uri="{FF2B5EF4-FFF2-40B4-BE49-F238E27FC236}">
                    <a16:creationId xmlns:a16="http://schemas.microsoft.com/office/drawing/2014/main" id="{83D20425-307C-44C1-94BC-2CF65A58DF57}"/>
                  </a:ext>
                </a:extLst>
              </p:cNvPr>
              <p:cNvSpPr/>
              <p:nvPr/>
            </p:nvSpPr>
            <p:spPr>
              <a:xfrm>
                <a:off x="0" y="2133600"/>
                <a:ext cx="12192000" cy="5334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11" name="Прямоугольник 10">
                <a:extLst>
                  <a:ext uri="{FF2B5EF4-FFF2-40B4-BE49-F238E27FC236}">
                    <a16:creationId xmlns:a16="http://schemas.microsoft.com/office/drawing/2014/main" id="{60897EA5-6CDE-4BE9-A4EA-331BE755ECB3}"/>
                  </a:ext>
                </a:extLst>
              </p:cNvPr>
              <p:cNvSpPr/>
              <p:nvPr/>
            </p:nvSpPr>
            <p:spPr>
              <a:xfrm>
                <a:off x="0" y="2667000"/>
                <a:ext cx="12192000" cy="5334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12" name="Прямоугольник 11">
                <a:extLst>
                  <a:ext uri="{FF2B5EF4-FFF2-40B4-BE49-F238E27FC236}">
                    <a16:creationId xmlns:a16="http://schemas.microsoft.com/office/drawing/2014/main" id="{F52D57F8-967A-465E-B2FD-95D3308E6B25}"/>
                  </a:ext>
                </a:extLst>
              </p:cNvPr>
              <p:cNvSpPr/>
              <p:nvPr/>
            </p:nvSpPr>
            <p:spPr>
              <a:xfrm>
                <a:off x="0" y="3200400"/>
                <a:ext cx="12192000" cy="5334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13" name="Прямоугольник 12">
                <a:extLst>
                  <a:ext uri="{FF2B5EF4-FFF2-40B4-BE49-F238E27FC236}">
                    <a16:creationId xmlns:a16="http://schemas.microsoft.com/office/drawing/2014/main" id="{E5E3D5BD-7AD4-4228-B7CA-E471F644A3BA}"/>
                  </a:ext>
                </a:extLst>
              </p:cNvPr>
              <p:cNvSpPr/>
              <p:nvPr/>
            </p:nvSpPr>
            <p:spPr>
              <a:xfrm>
                <a:off x="0" y="3733800"/>
                <a:ext cx="12192000" cy="5334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14" name="Прямоугольник 13">
                <a:extLst>
                  <a:ext uri="{FF2B5EF4-FFF2-40B4-BE49-F238E27FC236}">
                    <a16:creationId xmlns:a16="http://schemas.microsoft.com/office/drawing/2014/main" id="{CC0CCDAB-789D-4D99-BF0F-55067D6E55D2}"/>
                  </a:ext>
                </a:extLst>
              </p:cNvPr>
              <p:cNvSpPr/>
              <p:nvPr/>
            </p:nvSpPr>
            <p:spPr>
              <a:xfrm>
                <a:off x="0" y="4267200"/>
                <a:ext cx="12192000" cy="5334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15" name="Прямоугольник 14">
                <a:extLst>
                  <a:ext uri="{FF2B5EF4-FFF2-40B4-BE49-F238E27FC236}">
                    <a16:creationId xmlns:a16="http://schemas.microsoft.com/office/drawing/2014/main" id="{94B2E5C6-0BC0-4BAC-B0E1-A2FD92B91FC0}"/>
                  </a:ext>
                </a:extLst>
              </p:cNvPr>
              <p:cNvSpPr/>
              <p:nvPr/>
            </p:nvSpPr>
            <p:spPr>
              <a:xfrm>
                <a:off x="0" y="4800600"/>
                <a:ext cx="12192000" cy="5334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16" name="Прямоугольник 15">
                <a:extLst>
                  <a:ext uri="{FF2B5EF4-FFF2-40B4-BE49-F238E27FC236}">
                    <a16:creationId xmlns:a16="http://schemas.microsoft.com/office/drawing/2014/main" id="{DC6ABE7E-1967-4DE3-BA13-E016E8644F1B}"/>
                  </a:ext>
                </a:extLst>
              </p:cNvPr>
              <p:cNvSpPr/>
              <p:nvPr/>
            </p:nvSpPr>
            <p:spPr>
              <a:xfrm>
                <a:off x="0" y="5334000"/>
                <a:ext cx="12192000" cy="5334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17" name="Прямоугольник 16">
                <a:extLst>
                  <a:ext uri="{FF2B5EF4-FFF2-40B4-BE49-F238E27FC236}">
                    <a16:creationId xmlns:a16="http://schemas.microsoft.com/office/drawing/2014/main" id="{45B014AE-172C-41CD-8940-49259D24A242}"/>
                  </a:ext>
                </a:extLst>
              </p:cNvPr>
              <p:cNvSpPr/>
              <p:nvPr/>
            </p:nvSpPr>
            <p:spPr>
              <a:xfrm>
                <a:off x="0" y="5867400"/>
                <a:ext cx="12192000" cy="5334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</p:grpSp>
      </p:grpSp>
      <p:cxnSp>
        <p:nvCxnSpPr>
          <p:cNvPr id="46" name="вертикаль">
            <a:extLst>
              <a:ext uri="{FF2B5EF4-FFF2-40B4-BE49-F238E27FC236}">
                <a16:creationId xmlns:a16="http://schemas.microsoft.com/office/drawing/2014/main" id="{D331056E-1B7F-4627-84E3-3FD923030477}"/>
              </a:ext>
            </a:extLst>
          </p:cNvPr>
          <p:cNvCxnSpPr>
            <a:cxnSpLocks/>
          </p:cNvCxnSpPr>
          <p:nvPr/>
        </p:nvCxnSpPr>
        <p:spPr>
          <a:xfrm>
            <a:off x="11495307" y="21834"/>
            <a:ext cx="19354" cy="6872452"/>
          </a:xfrm>
          <a:prstGeom prst="line">
            <a:avLst/>
          </a:prstGeom>
          <a:ln w="12700">
            <a:solidFill>
              <a:srgbClr val="08EDE8">
                <a:alpha val="50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50" name="!!джойстик">
            <a:extLst>
              <a:ext uri="{FF2B5EF4-FFF2-40B4-BE49-F238E27FC236}">
                <a16:creationId xmlns:a16="http://schemas.microsoft.com/office/drawing/2014/main" id="{34633899-E252-4A3B-8200-76D79F353469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1077" t="15104" r="21770" b="11463"/>
          <a:stretch/>
        </p:blipFill>
        <p:spPr>
          <a:xfrm rot="19796414">
            <a:off x="5318877" y="1558753"/>
            <a:ext cx="6968054" cy="4883493"/>
          </a:xfrm>
          <a:prstGeom prst="rect">
            <a:avLst/>
          </a:prstGeom>
        </p:spPr>
      </p:pic>
      <p:sp>
        <p:nvSpPr>
          <p:cNvPr id="63" name="декор">
            <a:extLst>
              <a:ext uri="{FF2B5EF4-FFF2-40B4-BE49-F238E27FC236}">
                <a16:creationId xmlns:a16="http://schemas.microsoft.com/office/drawing/2014/main" id="{49274652-B192-EDCA-1B55-F082F3B88EF7}"/>
              </a:ext>
            </a:extLst>
          </p:cNvPr>
          <p:cNvSpPr txBox="1"/>
          <p:nvPr/>
        </p:nvSpPr>
        <p:spPr>
          <a:xfrm>
            <a:off x="1" y="6222657"/>
            <a:ext cx="12191994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600" dirty="0">
                <a:solidFill>
                  <a:srgbClr val="06A29E">
                    <a:alpha val="10000"/>
                  </a:srgbClr>
                </a:solidFill>
                <a:latin typeface="Segoe UI Black" panose="020B0A02040204020203" pitchFamily="34" charset="0"/>
                <a:ea typeface="Segoe UI Black" panose="020B0A02040204020203" pitchFamily="34" charset="0"/>
              </a:rPr>
              <a:t>Project: Artificial Intelligence</a:t>
            </a:r>
            <a:endParaRPr lang="ru-UA" sz="3600" dirty="0">
              <a:solidFill>
                <a:srgbClr val="06A29E">
                  <a:alpha val="10000"/>
                </a:srgbClr>
              </a:solidFill>
              <a:latin typeface="Segoe UI Black" panose="020B0A02040204020203" pitchFamily="34" charset="0"/>
              <a:ea typeface="Segoe UI Black" panose="020B0A02040204020203" pitchFamily="34" charset="0"/>
            </a:endParaRP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FCDD1373-C85B-4FE8-B6B4-106D61F11ACF}"/>
              </a:ext>
            </a:extLst>
          </p:cNvPr>
          <p:cNvSpPr txBox="1"/>
          <p:nvPr/>
        </p:nvSpPr>
        <p:spPr>
          <a:xfrm>
            <a:off x="607167" y="515157"/>
            <a:ext cx="5268686" cy="124649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ts val="4500"/>
              </a:lnSpc>
            </a:pPr>
            <a:r>
              <a:rPr lang="uk-UA" sz="4000" dirty="0">
                <a:solidFill>
                  <a:srgbClr val="08EDE8"/>
                </a:solidFill>
                <a:latin typeface="Montserrat SemiBold" panose="00000700000000000000" pitchFamily="2" charset="-52"/>
              </a:rPr>
              <a:t>Штучний Інтелект у ігровій індустрії</a:t>
            </a:r>
            <a:endParaRPr lang="ru-RU" sz="4000" dirty="0">
              <a:solidFill>
                <a:srgbClr val="08EDE8"/>
              </a:solidFill>
              <a:latin typeface="Montserrat SemiBold" panose="00000700000000000000" pitchFamily="2" charset="-52"/>
            </a:endParaRPr>
          </a:p>
        </p:txBody>
      </p:sp>
      <p:cxnSp>
        <p:nvCxnSpPr>
          <p:cNvPr id="47" name="горизонт">
            <a:extLst>
              <a:ext uri="{FF2B5EF4-FFF2-40B4-BE49-F238E27FC236}">
                <a16:creationId xmlns:a16="http://schemas.microsoft.com/office/drawing/2014/main" id="{BB5DFF05-9073-4595-8CCF-13AEEF9A8BA4}"/>
              </a:ext>
            </a:extLst>
          </p:cNvPr>
          <p:cNvCxnSpPr>
            <a:cxnSpLocks/>
          </p:cNvCxnSpPr>
          <p:nvPr/>
        </p:nvCxnSpPr>
        <p:spPr>
          <a:xfrm>
            <a:off x="19349" y="6286500"/>
            <a:ext cx="12191994" cy="0"/>
          </a:xfrm>
          <a:prstGeom prst="line">
            <a:avLst/>
          </a:prstGeom>
          <a:ln w="12700">
            <a:solidFill>
              <a:srgbClr val="08EDE8">
                <a:alpha val="50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55" name="миниДжойстик">
            <a:extLst>
              <a:ext uri="{FF2B5EF4-FFF2-40B4-BE49-F238E27FC236}">
                <a16:creationId xmlns:a16="http://schemas.microsoft.com/office/drawing/2014/main" id="{9A1D5D42-2D46-4333-9DF5-2C81659751CA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11682" t="-59241" r="54529" b="85809"/>
          <a:stretch/>
        </p:blipFill>
        <p:spPr>
          <a:xfrm rot="2335918">
            <a:off x="5397608" y="4268414"/>
            <a:ext cx="2180289" cy="1528035"/>
          </a:xfrm>
          <a:custGeom>
            <a:avLst/>
            <a:gdLst>
              <a:gd name="connsiteX0" fmla="*/ 0 w 1752174"/>
              <a:gd name="connsiteY0" fmla="*/ 0 h 1227994"/>
              <a:gd name="connsiteX1" fmla="*/ 1752174 w 1752174"/>
              <a:gd name="connsiteY1" fmla="*/ 0 h 1227994"/>
              <a:gd name="connsiteX2" fmla="*/ 1752174 w 1752174"/>
              <a:gd name="connsiteY2" fmla="*/ 606495 h 1227994"/>
              <a:gd name="connsiteX3" fmla="*/ 982821 w 1752174"/>
              <a:gd name="connsiteY3" fmla="*/ 1227994 h 1227994"/>
              <a:gd name="connsiteX4" fmla="*/ 55823 w 1752174"/>
              <a:gd name="connsiteY4" fmla="*/ 1227994 h 1227994"/>
              <a:gd name="connsiteX5" fmla="*/ 0 w 1752174"/>
              <a:gd name="connsiteY5" fmla="*/ 1158890 h 122799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1752174" h="1227994">
                <a:moveTo>
                  <a:pt x="0" y="0"/>
                </a:moveTo>
                <a:lnTo>
                  <a:pt x="1752174" y="0"/>
                </a:lnTo>
                <a:lnTo>
                  <a:pt x="1752174" y="606495"/>
                </a:lnTo>
                <a:lnTo>
                  <a:pt x="982821" y="1227994"/>
                </a:lnTo>
                <a:lnTo>
                  <a:pt x="55823" y="1227994"/>
                </a:lnTo>
                <a:lnTo>
                  <a:pt x="0" y="1158890"/>
                </a:lnTo>
                <a:close/>
              </a:path>
            </a:pathLst>
          </a:custGeom>
        </p:spPr>
      </p:pic>
      <p:pic>
        <p:nvPicPr>
          <p:cNvPr id="56" name="Рисунок 55">
            <a:extLst>
              <a:ext uri="{FF2B5EF4-FFF2-40B4-BE49-F238E27FC236}">
                <a16:creationId xmlns:a16="http://schemas.microsoft.com/office/drawing/2014/main" id="{8EE761CE-29AB-4451-B9F9-D950062E957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flipH="1">
            <a:off x="12349580" y="-10988"/>
            <a:ext cx="4570857" cy="6858000"/>
          </a:xfrm>
          <a:prstGeom prst="rect">
            <a:avLst/>
          </a:prstGeom>
        </p:spPr>
      </p:pic>
      <p:sp>
        <p:nvSpPr>
          <p:cNvPr id="69" name="Прямоугольник: скругленные углы 68">
            <a:extLst>
              <a:ext uri="{FF2B5EF4-FFF2-40B4-BE49-F238E27FC236}">
                <a16:creationId xmlns:a16="http://schemas.microsoft.com/office/drawing/2014/main" id="{4F519D8F-E5E2-4F98-B700-967E9F04204B}"/>
              </a:ext>
            </a:extLst>
          </p:cNvPr>
          <p:cNvSpPr/>
          <p:nvPr/>
        </p:nvSpPr>
        <p:spPr>
          <a:xfrm>
            <a:off x="677324" y="-2504616"/>
            <a:ext cx="4741336" cy="1891553"/>
          </a:xfrm>
          <a:prstGeom prst="roundRect">
            <a:avLst>
              <a:gd name="adj" fmla="val 10843"/>
            </a:avLst>
          </a:prstGeom>
          <a:solidFill>
            <a:schemeClr val="bg1">
              <a:alpha val="20000"/>
            </a:schemeClr>
          </a:solidFill>
          <a:ln w="12700">
            <a:gradFill>
              <a:gsLst>
                <a:gs pos="0">
                  <a:schemeClr val="accent1">
                    <a:lumMod val="5000"/>
                    <a:lumOff val="95000"/>
                  </a:schemeClr>
                </a:gs>
                <a:gs pos="74000">
                  <a:schemeClr val="accent1">
                    <a:lumMod val="45000"/>
                    <a:lumOff val="55000"/>
                  </a:schemeClr>
                </a:gs>
                <a:gs pos="83000">
                  <a:schemeClr val="accent1">
                    <a:lumMod val="45000"/>
                    <a:lumOff val="55000"/>
                  </a:schemeClr>
                </a:gs>
                <a:gs pos="100000">
                  <a:schemeClr val="accent1">
                    <a:lumMod val="30000"/>
                    <a:lumOff val="70000"/>
                  </a:schemeClr>
                </a:gs>
              </a:gsLst>
              <a:lin ang="5400000" scaled="1"/>
            </a:gra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70" name="Прямоугольник: скругленные углы 69">
            <a:extLst>
              <a:ext uri="{FF2B5EF4-FFF2-40B4-BE49-F238E27FC236}">
                <a16:creationId xmlns:a16="http://schemas.microsoft.com/office/drawing/2014/main" id="{8FDD9DCD-01CB-4CEA-B327-903C2CD7A1C1}"/>
              </a:ext>
            </a:extLst>
          </p:cNvPr>
          <p:cNvSpPr/>
          <p:nvPr/>
        </p:nvSpPr>
        <p:spPr>
          <a:xfrm>
            <a:off x="14765366" y="1714240"/>
            <a:ext cx="3171586" cy="4000500"/>
          </a:xfrm>
          <a:prstGeom prst="roundRect">
            <a:avLst>
              <a:gd name="adj" fmla="val 5898"/>
            </a:avLst>
          </a:prstGeom>
          <a:solidFill>
            <a:schemeClr val="bg1">
              <a:alpha val="20000"/>
            </a:schemeClr>
          </a:solidFill>
          <a:ln w="12700">
            <a:gradFill>
              <a:gsLst>
                <a:gs pos="0">
                  <a:schemeClr val="accent1">
                    <a:lumMod val="5000"/>
                    <a:lumOff val="95000"/>
                  </a:schemeClr>
                </a:gs>
                <a:gs pos="74000">
                  <a:schemeClr val="accent1">
                    <a:lumMod val="45000"/>
                    <a:lumOff val="55000"/>
                  </a:schemeClr>
                </a:gs>
                <a:gs pos="83000">
                  <a:schemeClr val="accent1">
                    <a:lumMod val="45000"/>
                    <a:lumOff val="55000"/>
                  </a:schemeClr>
                </a:gs>
                <a:gs pos="100000">
                  <a:schemeClr val="accent1">
                    <a:lumMod val="30000"/>
                    <a:lumOff val="70000"/>
                  </a:schemeClr>
                </a:gs>
              </a:gsLst>
              <a:lin ang="5400000" scaled="1"/>
            </a:gra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71" name="Прямоугольник: скругленные углы 70">
            <a:extLst>
              <a:ext uri="{FF2B5EF4-FFF2-40B4-BE49-F238E27FC236}">
                <a16:creationId xmlns:a16="http://schemas.microsoft.com/office/drawing/2014/main" id="{E4373872-CD7A-4596-9D04-5A60AD95F98C}"/>
              </a:ext>
            </a:extLst>
          </p:cNvPr>
          <p:cNvSpPr/>
          <p:nvPr/>
        </p:nvSpPr>
        <p:spPr>
          <a:xfrm>
            <a:off x="677324" y="7603171"/>
            <a:ext cx="4741336" cy="1891553"/>
          </a:xfrm>
          <a:prstGeom prst="roundRect">
            <a:avLst>
              <a:gd name="adj" fmla="val 10843"/>
            </a:avLst>
          </a:prstGeom>
          <a:solidFill>
            <a:schemeClr val="bg1">
              <a:alpha val="20000"/>
            </a:schemeClr>
          </a:solidFill>
          <a:ln w="12700">
            <a:gradFill>
              <a:gsLst>
                <a:gs pos="0">
                  <a:schemeClr val="accent1">
                    <a:lumMod val="5000"/>
                    <a:lumOff val="95000"/>
                  </a:schemeClr>
                </a:gs>
                <a:gs pos="74000">
                  <a:schemeClr val="accent1">
                    <a:lumMod val="45000"/>
                    <a:lumOff val="55000"/>
                  </a:schemeClr>
                </a:gs>
                <a:gs pos="83000">
                  <a:schemeClr val="accent1">
                    <a:lumMod val="45000"/>
                    <a:lumOff val="55000"/>
                  </a:schemeClr>
                </a:gs>
                <a:gs pos="100000">
                  <a:schemeClr val="accent1">
                    <a:lumMod val="30000"/>
                    <a:lumOff val="70000"/>
                  </a:schemeClr>
                </a:gs>
              </a:gsLst>
              <a:lin ang="5400000" scaled="1"/>
            </a:gra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5EAF2D5D-3E5B-419E-ABD7-7728B2E6D8DF}"/>
              </a:ext>
            </a:extLst>
          </p:cNvPr>
          <p:cNvSpPr txBox="1"/>
          <p:nvPr/>
        </p:nvSpPr>
        <p:spPr>
          <a:xfrm>
            <a:off x="1229876" y="-2356437"/>
            <a:ext cx="2012648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2000" dirty="0">
                <a:solidFill>
                  <a:srgbClr val="08EDE8"/>
                </a:solidFill>
                <a:latin typeface="Montserrat Medium" panose="00000600000000000000" pitchFamily="2" charset="-52"/>
              </a:rPr>
              <a:t>Імерсивність</a:t>
            </a: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BE002D6D-2370-41FE-BD7F-A3610D055C9E}"/>
              </a:ext>
            </a:extLst>
          </p:cNvPr>
          <p:cNvSpPr txBox="1"/>
          <p:nvPr/>
        </p:nvSpPr>
        <p:spPr>
          <a:xfrm>
            <a:off x="1229875" y="7781137"/>
            <a:ext cx="3322765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2000" dirty="0" err="1">
                <a:solidFill>
                  <a:srgbClr val="08EDE8"/>
                </a:solidFill>
                <a:latin typeface="Montserrat Medium" panose="00000600000000000000" pitchFamily="2" charset="-52"/>
              </a:rPr>
              <a:t>Доступність</a:t>
            </a:r>
            <a:r>
              <a:rPr lang="ru-RU" sz="2000" dirty="0">
                <a:solidFill>
                  <a:srgbClr val="08EDE8"/>
                </a:solidFill>
                <a:latin typeface="Montserrat Medium" panose="00000600000000000000" pitchFamily="2" charset="-52"/>
              </a:rPr>
              <a:t> </a:t>
            </a:r>
            <a:r>
              <a:rPr lang="ru-RU" sz="2000" dirty="0" err="1">
                <a:solidFill>
                  <a:srgbClr val="08EDE8"/>
                </a:solidFill>
                <a:latin typeface="Montserrat Medium" panose="00000600000000000000" pitchFamily="2" charset="-52"/>
              </a:rPr>
              <a:t>розробки</a:t>
            </a:r>
            <a:endParaRPr lang="ru-RU" sz="2000" dirty="0">
              <a:solidFill>
                <a:srgbClr val="08EDE8"/>
              </a:solidFill>
              <a:latin typeface="Montserrat Medium" panose="00000600000000000000" pitchFamily="2" charset="-52"/>
            </a:endParaRP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A81CA4A4-222A-4ABD-938C-3E2A6C852109}"/>
              </a:ext>
            </a:extLst>
          </p:cNvPr>
          <p:cNvSpPr txBox="1"/>
          <p:nvPr/>
        </p:nvSpPr>
        <p:spPr>
          <a:xfrm>
            <a:off x="14765365" y="1865195"/>
            <a:ext cx="317158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uk-UA" sz="1400" dirty="0">
                <a:solidFill>
                  <a:schemeClr val="bg1"/>
                </a:solidFill>
                <a:latin typeface="Montserrat Medium" panose="00000600000000000000" pitchFamily="2" charset="-52"/>
              </a:rPr>
              <a:t>П</a:t>
            </a:r>
            <a:r>
              <a:rPr lang="ru-RU" sz="1400" dirty="0" err="1">
                <a:solidFill>
                  <a:schemeClr val="bg1"/>
                </a:solidFill>
                <a:latin typeface="Montserrat Medium" panose="00000600000000000000" pitchFamily="2" charset="-52"/>
              </a:rPr>
              <a:t>рогноз</a:t>
            </a:r>
            <a:r>
              <a:rPr lang="ru-RU" sz="1400" dirty="0">
                <a:solidFill>
                  <a:schemeClr val="bg1"/>
                </a:solidFill>
                <a:latin typeface="Montserrat Medium" panose="00000600000000000000" pitchFamily="2" charset="-52"/>
              </a:rPr>
              <a:t> ринку до 2034</a:t>
            </a:r>
            <a:r>
              <a:rPr lang="en-US" sz="1400" dirty="0">
                <a:solidFill>
                  <a:schemeClr val="bg1"/>
                </a:solidFill>
                <a:latin typeface="Montserrat Medium" panose="00000600000000000000" pitchFamily="2" charset="-52"/>
              </a:rPr>
              <a:t> </a:t>
            </a:r>
            <a:r>
              <a:rPr lang="uk-UA" sz="1400" dirty="0">
                <a:solidFill>
                  <a:schemeClr val="bg1"/>
                </a:solidFill>
                <a:latin typeface="Montserrat Medium" panose="00000600000000000000" pitchFamily="2" charset="-52"/>
              </a:rPr>
              <a:t>року</a:t>
            </a:r>
            <a:endParaRPr lang="ru-RU" sz="1400" dirty="0">
              <a:solidFill>
                <a:schemeClr val="bg1"/>
              </a:solidFill>
              <a:latin typeface="Montserrat Medium" panose="00000600000000000000" pitchFamily="2" charset="-52"/>
            </a:endParaRPr>
          </a:p>
        </p:txBody>
      </p:sp>
      <p:pic>
        <p:nvPicPr>
          <p:cNvPr id="75" name="Рисунок 74">
            <a:extLst>
              <a:ext uri="{FF2B5EF4-FFF2-40B4-BE49-F238E27FC236}">
                <a16:creationId xmlns:a16="http://schemas.microsoft.com/office/drawing/2014/main" id="{568F89D9-6AA9-44FC-9052-41ECBAE0894B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745635" y="-2460609"/>
            <a:ext cx="531424" cy="531424"/>
          </a:xfrm>
          <a:prstGeom prst="rect">
            <a:avLst/>
          </a:prstGeom>
        </p:spPr>
      </p:pic>
      <p:pic>
        <p:nvPicPr>
          <p:cNvPr id="76" name="Рисунок 75">
            <a:extLst>
              <a:ext uri="{FF2B5EF4-FFF2-40B4-BE49-F238E27FC236}">
                <a16:creationId xmlns:a16="http://schemas.microsoft.com/office/drawing/2014/main" id="{2F3E2239-56A9-42C9-84AB-B34367898B09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745709" y="7656033"/>
            <a:ext cx="531424" cy="531424"/>
          </a:xfrm>
          <a:prstGeom prst="rect">
            <a:avLst/>
          </a:prstGeom>
        </p:spPr>
      </p:pic>
      <p:sp>
        <p:nvSpPr>
          <p:cNvPr id="77" name="TextBox 76">
            <a:extLst>
              <a:ext uri="{FF2B5EF4-FFF2-40B4-BE49-F238E27FC236}">
                <a16:creationId xmlns:a16="http://schemas.microsoft.com/office/drawing/2014/main" id="{58BA9B6C-3D34-47BD-91D2-2C8C2FB38EB6}"/>
              </a:ext>
            </a:extLst>
          </p:cNvPr>
          <p:cNvSpPr txBox="1"/>
          <p:nvPr/>
        </p:nvSpPr>
        <p:spPr>
          <a:xfrm>
            <a:off x="664817" y="8283199"/>
            <a:ext cx="4741336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1400" dirty="0">
                <a:solidFill>
                  <a:schemeClr val="bg1"/>
                </a:solidFill>
                <a:latin typeface="Montserrat Medium" panose="00000600000000000000" pitchFamily="2" charset="-52"/>
              </a:rPr>
              <a:t>ШІ </a:t>
            </a:r>
            <a:r>
              <a:rPr lang="ru-RU" sz="1400" dirty="0" err="1">
                <a:solidFill>
                  <a:schemeClr val="bg1"/>
                </a:solidFill>
                <a:latin typeface="Montserrat Medium" panose="00000600000000000000" pitchFamily="2" charset="-52"/>
              </a:rPr>
              <a:t>змінює</a:t>
            </a:r>
            <a:r>
              <a:rPr lang="ru-RU" sz="1400" dirty="0">
                <a:solidFill>
                  <a:schemeClr val="bg1"/>
                </a:solidFill>
                <a:latin typeface="Montserrat Medium" panose="00000600000000000000" pitchFamily="2" charset="-52"/>
              </a:rPr>
              <a:t> </a:t>
            </a:r>
            <a:r>
              <a:rPr lang="ru-RU" sz="1400" dirty="0" err="1">
                <a:solidFill>
                  <a:schemeClr val="bg1"/>
                </a:solidFill>
                <a:latin typeface="Montserrat Medium" panose="00000600000000000000" pitchFamily="2" charset="-52"/>
              </a:rPr>
              <a:t>сприйняття</a:t>
            </a:r>
            <a:r>
              <a:rPr lang="ru-RU" sz="1400" dirty="0">
                <a:solidFill>
                  <a:schemeClr val="bg1"/>
                </a:solidFill>
                <a:latin typeface="Montserrat Medium" panose="00000600000000000000" pitchFamily="2" charset="-52"/>
              </a:rPr>
              <a:t>: </a:t>
            </a:r>
            <a:r>
              <a:rPr lang="ru-RU" sz="1400" dirty="0" err="1">
                <a:solidFill>
                  <a:schemeClr val="bg1"/>
                </a:solidFill>
                <a:latin typeface="Montserrat Medium" panose="00000600000000000000" pitchFamily="2" charset="-52"/>
              </a:rPr>
              <a:t>світ</a:t>
            </a:r>
            <a:r>
              <a:rPr lang="ru-RU" sz="1400" dirty="0">
                <a:solidFill>
                  <a:schemeClr val="bg1"/>
                </a:solidFill>
                <a:latin typeface="Montserrat Medium" panose="00000600000000000000" pitchFamily="2" charset="-52"/>
              </a:rPr>
              <a:t> </a:t>
            </a:r>
            <a:r>
              <a:rPr lang="ru-RU" sz="1400" dirty="0" err="1">
                <a:solidFill>
                  <a:schemeClr val="bg1"/>
                </a:solidFill>
                <a:latin typeface="Montserrat Medium" panose="00000600000000000000" pitchFamily="2" charset="-52"/>
              </a:rPr>
              <a:t>перестає</a:t>
            </a:r>
            <a:r>
              <a:rPr lang="ru-RU" sz="1400" dirty="0">
                <a:solidFill>
                  <a:schemeClr val="bg1"/>
                </a:solidFill>
                <a:latin typeface="Montserrat Medium" panose="00000600000000000000" pitchFamily="2" charset="-52"/>
              </a:rPr>
              <a:t> бути </a:t>
            </a:r>
            <a:r>
              <a:rPr lang="ru-RU" sz="1400" dirty="0" err="1">
                <a:solidFill>
                  <a:schemeClr val="bg1"/>
                </a:solidFill>
                <a:latin typeface="Montserrat Medium" panose="00000600000000000000" pitchFamily="2" charset="-52"/>
              </a:rPr>
              <a:t>декорацією</a:t>
            </a:r>
            <a:r>
              <a:rPr lang="ru-RU" sz="1400" dirty="0">
                <a:solidFill>
                  <a:schemeClr val="bg1"/>
                </a:solidFill>
                <a:latin typeface="Montserrat Medium" panose="00000600000000000000" pitchFamily="2" charset="-52"/>
              </a:rPr>
              <a:t>. </a:t>
            </a:r>
            <a:r>
              <a:rPr lang="ru-RU" sz="1400" dirty="0" err="1">
                <a:solidFill>
                  <a:schemeClr val="bg1"/>
                </a:solidFill>
                <a:latin typeface="Montserrat Medium" panose="00000600000000000000" pitchFamily="2" charset="-52"/>
              </a:rPr>
              <a:t>Гравець</a:t>
            </a:r>
            <a:r>
              <a:rPr lang="ru-RU" sz="1400" dirty="0">
                <a:solidFill>
                  <a:schemeClr val="bg1"/>
                </a:solidFill>
                <a:latin typeface="Montserrat Medium" panose="00000600000000000000" pitchFamily="2" charset="-52"/>
              </a:rPr>
              <a:t> </a:t>
            </a:r>
            <a:r>
              <a:rPr lang="ru-RU" sz="1400" dirty="0" err="1">
                <a:solidFill>
                  <a:schemeClr val="bg1"/>
                </a:solidFill>
                <a:latin typeface="Montserrat Medium" panose="00000600000000000000" pitchFamily="2" charset="-52"/>
              </a:rPr>
              <a:t>відчуває</a:t>
            </a:r>
            <a:r>
              <a:rPr lang="ru-RU" sz="1400" dirty="0">
                <a:solidFill>
                  <a:schemeClr val="bg1"/>
                </a:solidFill>
                <a:latin typeface="Montserrat Medium" panose="00000600000000000000" pitchFamily="2" charset="-52"/>
              </a:rPr>
              <a:t> </a:t>
            </a:r>
            <a:r>
              <a:rPr lang="ru-RU" sz="1400" dirty="0" err="1">
                <a:solidFill>
                  <a:schemeClr val="bg1"/>
                </a:solidFill>
                <a:latin typeface="Montserrat Medium" panose="00000600000000000000" pitchFamily="2" charset="-52"/>
              </a:rPr>
              <a:t>віддачу</a:t>
            </a:r>
            <a:r>
              <a:rPr lang="ru-RU" sz="1400" dirty="0">
                <a:solidFill>
                  <a:schemeClr val="bg1"/>
                </a:solidFill>
                <a:latin typeface="Montserrat Medium" panose="00000600000000000000" pitchFamily="2" charset="-52"/>
              </a:rPr>
              <a:t>, коли NPC </a:t>
            </a:r>
            <a:r>
              <a:rPr lang="ru-RU" sz="1400" dirty="0" err="1">
                <a:solidFill>
                  <a:schemeClr val="bg1"/>
                </a:solidFill>
                <a:latin typeface="Montserrat Medium" panose="00000600000000000000" pitchFamily="2" charset="-52"/>
              </a:rPr>
              <a:t>реагують</a:t>
            </a:r>
            <a:r>
              <a:rPr lang="ru-RU" sz="1400" dirty="0">
                <a:solidFill>
                  <a:schemeClr val="bg1"/>
                </a:solidFill>
                <a:latin typeface="Montserrat Medium" panose="00000600000000000000" pitchFamily="2" charset="-52"/>
              </a:rPr>
              <a:t> на </a:t>
            </a:r>
            <a:r>
              <a:rPr lang="ru-RU" sz="1400" dirty="0" err="1">
                <a:solidFill>
                  <a:schemeClr val="bg1"/>
                </a:solidFill>
                <a:latin typeface="Montserrat Medium" panose="00000600000000000000" pitchFamily="2" charset="-52"/>
              </a:rPr>
              <a:t>його</a:t>
            </a:r>
            <a:r>
              <a:rPr lang="ru-RU" sz="1400" dirty="0">
                <a:solidFill>
                  <a:schemeClr val="bg1"/>
                </a:solidFill>
                <a:latin typeface="Montserrat Medium" panose="00000600000000000000" pitchFamily="2" charset="-52"/>
              </a:rPr>
              <a:t> стиль </a:t>
            </a:r>
            <a:r>
              <a:rPr lang="ru-RU" sz="1400" dirty="0" err="1">
                <a:solidFill>
                  <a:schemeClr val="bg1"/>
                </a:solidFill>
                <a:latin typeface="Montserrat Medium" panose="00000600000000000000" pitchFamily="2" charset="-52"/>
              </a:rPr>
              <a:t>гри</a:t>
            </a:r>
            <a:r>
              <a:rPr lang="ru-RU" sz="1400" dirty="0">
                <a:solidFill>
                  <a:schemeClr val="bg1"/>
                </a:solidFill>
                <a:latin typeface="Montserrat Medium" panose="00000600000000000000" pitchFamily="2" charset="-52"/>
              </a:rPr>
              <a:t>, а не просто </a:t>
            </a:r>
            <a:r>
              <a:rPr lang="ru-RU" sz="1400" dirty="0" err="1">
                <a:solidFill>
                  <a:schemeClr val="bg1"/>
                </a:solidFill>
                <a:latin typeface="Montserrat Medium" panose="00000600000000000000" pitchFamily="2" charset="-52"/>
              </a:rPr>
              <a:t>ходять</a:t>
            </a:r>
            <a:r>
              <a:rPr lang="ru-RU" sz="1400" dirty="0">
                <a:solidFill>
                  <a:schemeClr val="bg1"/>
                </a:solidFill>
                <a:latin typeface="Montserrat Medium" panose="00000600000000000000" pitchFamily="2" charset="-52"/>
              </a:rPr>
              <a:t> по колу.</a:t>
            </a:r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32756F12-9949-4C18-A990-C81B17979E68}"/>
              </a:ext>
            </a:extLst>
          </p:cNvPr>
          <p:cNvSpPr txBox="1"/>
          <p:nvPr/>
        </p:nvSpPr>
        <p:spPr>
          <a:xfrm>
            <a:off x="664817" y="-1907554"/>
            <a:ext cx="4741336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1400" dirty="0">
                <a:solidFill>
                  <a:schemeClr val="bg1"/>
                </a:solidFill>
                <a:latin typeface="Montserrat Medium" panose="00000600000000000000" pitchFamily="2" charset="-52"/>
              </a:rPr>
              <a:t>ШІ </a:t>
            </a:r>
            <a:r>
              <a:rPr lang="ru-RU" sz="1400" dirty="0" err="1">
                <a:solidFill>
                  <a:schemeClr val="bg1"/>
                </a:solidFill>
                <a:latin typeface="Montserrat Medium" panose="00000600000000000000" pitchFamily="2" charset="-52"/>
              </a:rPr>
              <a:t>змінює</a:t>
            </a:r>
            <a:r>
              <a:rPr lang="ru-RU" sz="1400" dirty="0">
                <a:solidFill>
                  <a:schemeClr val="bg1"/>
                </a:solidFill>
                <a:latin typeface="Montserrat Medium" panose="00000600000000000000" pitchFamily="2" charset="-52"/>
              </a:rPr>
              <a:t> </a:t>
            </a:r>
            <a:r>
              <a:rPr lang="ru-RU" sz="1400" dirty="0" err="1">
                <a:solidFill>
                  <a:schemeClr val="bg1"/>
                </a:solidFill>
                <a:latin typeface="Montserrat Medium" panose="00000600000000000000" pitchFamily="2" charset="-52"/>
              </a:rPr>
              <a:t>сприйняття</a:t>
            </a:r>
            <a:r>
              <a:rPr lang="ru-RU" sz="1400" dirty="0">
                <a:solidFill>
                  <a:schemeClr val="bg1"/>
                </a:solidFill>
                <a:latin typeface="Montserrat Medium" panose="00000600000000000000" pitchFamily="2" charset="-52"/>
              </a:rPr>
              <a:t>: </a:t>
            </a:r>
            <a:r>
              <a:rPr lang="ru-RU" sz="1400" dirty="0" err="1">
                <a:solidFill>
                  <a:schemeClr val="bg1"/>
                </a:solidFill>
                <a:latin typeface="Montserrat Medium" panose="00000600000000000000" pitchFamily="2" charset="-52"/>
              </a:rPr>
              <a:t>світ</a:t>
            </a:r>
            <a:r>
              <a:rPr lang="ru-RU" sz="1400" dirty="0">
                <a:solidFill>
                  <a:schemeClr val="bg1"/>
                </a:solidFill>
                <a:latin typeface="Montserrat Medium" panose="00000600000000000000" pitchFamily="2" charset="-52"/>
              </a:rPr>
              <a:t> </a:t>
            </a:r>
            <a:r>
              <a:rPr lang="ru-RU" sz="1400" dirty="0" err="1">
                <a:solidFill>
                  <a:schemeClr val="bg1"/>
                </a:solidFill>
                <a:latin typeface="Montserrat Medium" panose="00000600000000000000" pitchFamily="2" charset="-52"/>
              </a:rPr>
              <a:t>перестає</a:t>
            </a:r>
            <a:r>
              <a:rPr lang="ru-RU" sz="1400" dirty="0">
                <a:solidFill>
                  <a:schemeClr val="bg1"/>
                </a:solidFill>
                <a:latin typeface="Montserrat Medium" panose="00000600000000000000" pitchFamily="2" charset="-52"/>
              </a:rPr>
              <a:t> бути </a:t>
            </a:r>
            <a:r>
              <a:rPr lang="ru-RU" sz="1400" dirty="0" err="1">
                <a:solidFill>
                  <a:schemeClr val="bg1"/>
                </a:solidFill>
                <a:latin typeface="Montserrat Medium" panose="00000600000000000000" pitchFamily="2" charset="-52"/>
              </a:rPr>
              <a:t>декорацією</a:t>
            </a:r>
            <a:r>
              <a:rPr lang="ru-RU" sz="1400" dirty="0">
                <a:solidFill>
                  <a:schemeClr val="bg1"/>
                </a:solidFill>
                <a:latin typeface="Montserrat Medium" panose="00000600000000000000" pitchFamily="2" charset="-52"/>
              </a:rPr>
              <a:t>. </a:t>
            </a:r>
            <a:r>
              <a:rPr lang="ru-RU" sz="1400" dirty="0" err="1">
                <a:solidFill>
                  <a:schemeClr val="bg1"/>
                </a:solidFill>
                <a:latin typeface="Montserrat Medium" panose="00000600000000000000" pitchFamily="2" charset="-52"/>
              </a:rPr>
              <a:t>Гравець</a:t>
            </a:r>
            <a:r>
              <a:rPr lang="ru-RU" sz="1400" dirty="0">
                <a:solidFill>
                  <a:schemeClr val="bg1"/>
                </a:solidFill>
                <a:latin typeface="Montserrat Medium" panose="00000600000000000000" pitchFamily="2" charset="-52"/>
              </a:rPr>
              <a:t> </a:t>
            </a:r>
            <a:r>
              <a:rPr lang="ru-RU" sz="1400" dirty="0" err="1">
                <a:solidFill>
                  <a:schemeClr val="bg1"/>
                </a:solidFill>
                <a:latin typeface="Montserrat Medium" panose="00000600000000000000" pitchFamily="2" charset="-52"/>
              </a:rPr>
              <a:t>відчуває</a:t>
            </a:r>
            <a:r>
              <a:rPr lang="ru-RU" sz="1400" dirty="0">
                <a:solidFill>
                  <a:schemeClr val="bg1"/>
                </a:solidFill>
                <a:latin typeface="Montserrat Medium" panose="00000600000000000000" pitchFamily="2" charset="-52"/>
              </a:rPr>
              <a:t> </a:t>
            </a:r>
            <a:r>
              <a:rPr lang="ru-RU" sz="1400" dirty="0" err="1">
                <a:solidFill>
                  <a:schemeClr val="bg1"/>
                </a:solidFill>
                <a:latin typeface="Montserrat Medium" panose="00000600000000000000" pitchFamily="2" charset="-52"/>
              </a:rPr>
              <a:t>віддачу</a:t>
            </a:r>
            <a:r>
              <a:rPr lang="ru-RU" sz="1400" dirty="0">
                <a:solidFill>
                  <a:schemeClr val="bg1"/>
                </a:solidFill>
                <a:latin typeface="Montserrat Medium" panose="00000600000000000000" pitchFamily="2" charset="-52"/>
              </a:rPr>
              <a:t>, коли NPC </a:t>
            </a:r>
            <a:r>
              <a:rPr lang="ru-RU" sz="1400" dirty="0" err="1">
                <a:solidFill>
                  <a:schemeClr val="bg1"/>
                </a:solidFill>
                <a:latin typeface="Montserrat Medium" panose="00000600000000000000" pitchFamily="2" charset="-52"/>
              </a:rPr>
              <a:t>реагують</a:t>
            </a:r>
            <a:r>
              <a:rPr lang="ru-RU" sz="1400" dirty="0">
                <a:solidFill>
                  <a:schemeClr val="bg1"/>
                </a:solidFill>
                <a:latin typeface="Montserrat Medium" panose="00000600000000000000" pitchFamily="2" charset="-52"/>
              </a:rPr>
              <a:t> на </a:t>
            </a:r>
            <a:r>
              <a:rPr lang="ru-RU" sz="1400" dirty="0" err="1">
                <a:solidFill>
                  <a:schemeClr val="bg1"/>
                </a:solidFill>
                <a:latin typeface="Montserrat Medium" panose="00000600000000000000" pitchFamily="2" charset="-52"/>
              </a:rPr>
              <a:t>його</a:t>
            </a:r>
            <a:r>
              <a:rPr lang="ru-RU" sz="1400" dirty="0">
                <a:solidFill>
                  <a:schemeClr val="bg1"/>
                </a:solidFill>
                <a:latin typeface="Montserrat Medium" panose="00000600000000000000" pitchFamily="2" charset="-52"/>
              </a:rPr>
              <a:t> стиль </a:t>
            </a:r>
            <a:r>
              <a:rPr lang="ru-RU" sz="1400" dirty="0" err="1">
                <a:solidFill>
                  <a:schemeClr val="bg1"/>
                </a:solidFill>
                <a:latin typeface="Montserrat Medium" panose="00000600000000000000" pitchFamily="2" charset="-52"/>
              </a:rPr>
              <a:t>гри</a:t>
            </a:r>
            <a:r>
              <a:rPr lang="ru-RU" sz="1400" dirty="0">
                <a:solidFill>
                  <a:schemeClr val="bg1"/>
                </a:solidFill>
                <a:latin typeface="Montserrat Medium" panose="00000600000000000000" pitchFamily="2" charset="-52"/>
              </a:rPr>
              <a:t>, а не просто </a:t>
            </a:r>
            <a:r>
              <a:rPr lang="ru-RU" sz="1400" dirty="0" err="1">
                <a:solidFill>
                  <a:schemeClr val="bg1"/>
                </a:solidFill>
                <a:latin typeface="Montserrat Medium" panose="00000600000000000000" pitchFamily="2" charset="-52"/>
              </a:rPr>
              <a:t>ходять</a:t>
            </a:r>
            <a:r>
              <a:rPr lang="ru-RU" sz="1400" dirty="0">
                <a:solidFill>
                  <a:schemeClr val="bg1"/>
                </a:solidFill>
                <a:latin typeface="Montserrat Medium" panose="00000600000000000000" pitchFamily="2" charset="-52"/>
              </a:rPr>
              <a:t> по колу.</a:t>
            </a:r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62E7FE00-CA89-4583-B718-AD1FD112AFB0}"/>
              </a:ext>
            </a:extLst>
          </p:cNvPr>
          <p:cNvSpPr txBox="1"/>
          <p:nvPr/>
        </p:nvSpPr>
        <p:spPr>
          <a:xfrm>
            <a:off x="14765365" y="2190291"/>
            <a:ext cx="3171586" cy="523220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pPr algn="ctr"/>
            <a:r>
              <a:rPr lang="uk-UA" sz="2800" dirty="0">
                <a:gradFill>
                  <a:gsLst>
                    <a:gs pos="51000">
                      <a:schemeClr val="accent1">
                        <a:lumMod val="5000"/>
                        <a:lumOff val="95000"/>
                      </a:schemeClr>
                    </a:gs>
                    <a:gs pos="39000">
                      <a:srgbClr val="08EDE8"/>
                    </a:gs>
                    <a:gs pos="0">
                      <a:srgbClr val="5FF4FF"/>
                    </a:gs>
                    <a:gs pos="62000">
                      <a:srgbClr val="08EDE8"/>
                    </a:gs>
                    <a:gs pos="100000">
                      <a:srgbClr val="08EDE8"/>
                    </a:gs>
                  </a:gsLst>
                  <a:lin ang="13200000" scaled="0"/>
                </a:gradFill>
                <a:latin typeface="Segoe UI Black" panose="020B0A02040204020203" pitchFamily="34" charset="0"/>
                <a:ea typeface="Segoe UI Black" panose="020B0A02040204020203" pitchFamily="34" charset="0"/>
              </a:rPr>
              <a:t>$37.89млрд</a:t>
            </a:r>
            <a:endParaRPr lang="ru-RU" sz="2800" dirty="0">
              <a:gradFill>
                <a:gsLst>
                  <a:gs pos="51000">
                    <a:schemeClr val="accent1">
                      <a:lumMod val="5000"/>
                      <a:lumOff val="95000"/>
                    </a:schemeClr>
                  </a:gs>
                  <a:gs pos="39000">
                    <a:srgbClr val="08EDE8"/>
                  </a:gs>
                  <a:gs pos="0">
                    <a:srgbClr val="5FF4FF"/>
                  </a:gs>
                  <a:gs pos="62000">
                    <a:srgbClr val="08EDE8"/>
                  </a:gs>
                  <a:gs pos="100000">
                    <a:srgbClr val="08EDE8"/>
                  </a:gs>
                </a:gsLst>
                <a:lin ang="13200000" scaled="0"/>
              </a:gradFill>
              <a:latin typeface="Segoe UI Black" panose="020B0A02040204020203" pitchFamily="34" charset="0"/>
              <a:ea typeface="Segoe UI Black" panose="020B0A02040204020203" pitchFamily="34" charset="0"/>
            </a:endParaRPr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B228E8F3-E2E4-45EE-A01B-EA4AB7CA6226}"/>
              </a:ext>
            </a:extLst>
          </p:cNvPr>
          <p:cNvSpPr txBox="1"/>
          <p:nvPr/>
        </p:nvSpPr>
        <p:spPr>
          <a:xfrm>
            <a:off x="14832584" y="2780645"/>
            <a:ext cx="3104366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1400" dirty="0" err="1">
                <a:solidFill>
                  <a:schemeClr val="bg1"/>
                </a:solidFill>
                <a:latin typeface="Montserrat Medium" panose="00000600000000000000" pitchFamily="2" charset="-52"/>
              </a:rPr>
              <a:t>Стрімке</a:t>
            </a:r>
            <a:r>
              <a:rPr lang="ru-RU" sz="1400" dirty="0">
                <a:solidFill>
                  <a:schemeClr val="bg1"/>
                </a:solidFill>
                <a:latin typeface="Montserrat Medium" panose="00000600000000000000" pitchFamily="2" charset="-52"/>
              </a:rPr>
              <a:t> </a:t>
            </a:r>
            <a:r>
              <a:rPr lang="ru-RU" sz="1400" dirty="0" err="1">
                <a:solidFill>
                  <a:schemeClr val="bg1"/>
                </a:solidFill>
                <a:latin typeface="Montserrat Medium" panose="00000600000000000000" pitchFamily="2" charset="-52"/>
              </a:rPr>
              <a:t>зростання</a:t>
            </a:r>
            <a:r>
              <a:rPr lang="ru-RU" sz="1400" dirty="0">
                <a:solidFill>
                  <a:schemeClr val="bg1"/>
                </a:solidFill>
                <a:latin typeface="Montserrat Medium" panose="00000600000000000000" pitchFamily="2" charset="-52"/>
              </a:rPr>
              <a:t> </a:t>
            </a:r>
            <a:r>
              <a:rPr lang="ru-RU" sz="1400" dirty="0" err="1">
                <a:solidFill>
                  <a:schemeClr val="bg1"/>
                </a:solidFill>
                <a:latin typeface="Montserrat Medium" panose="00000600000000000000" pitchFamily="2" charset="-52"/>
              </a:rPr>
              <a:t>від</a:t>
            </a:r>
            <a:r>
              <a:rPr lang="ru-RU" sz="1400" dirty="0">
                <a:solidFill>
                  <a:schemeClr val="bg1"/>
                </a:solidFill>
                <a:latin typeface="Montserrat Medium" panose="00000600000000000000" pitchFamily="2" charset="-52"/>
              </a:rPr>
              <a:t> </a:t>
            </a:r>
            <a:r>
              <a:rPr lang="ru-RU" sz="1400" dirty="0" err="1">
                <a:solidFill>
                  <a:schemeClr val="bg1"/>
                </a:solidFill>
                <a:latin typeface="Montserrat Medium" panose="00000600000000000000" pitchFamily="2" charset="-52"/>
              </a:rPr>
              <a:t>простих</a:t>
            </a:r>
            <a:r>
              <a:rPr lang="ru-RU" sz="1400" dirty="0">
                <a:solidFill>
                  <a:schemeClr val="bg1"/>
                </a:solidFill>
                <a:latin typeface="Montserrat Medium" panose="00000600000000000000" pitchFamily="2" charset="-52"/>
              </a:rPr>
              <a:t> </a:t>
            </a:r>
            <a:r>
              <a:rPr lang="ru-RU" sz="1400" dirty="0" err="1">
                <a:solidFill>
                  <a:schemeClr val="bg1"/>
                </a:solidFill>
                <a:latin typeface="Montserrat Medium" panose="00000600000000000000" pitchFamily="2" charset="-52"/>
              </a:rPr>
              <a:t>ботів</a:t>
            </a:r>
            <a:r>
              <a:rPr lang="ru-RU" sz="1400" dirty="0">
                <a:solidFill>
                  <a:schemeClr val="bg1"/>
                </a:solidFill>
                <a:latin typeface="Montserrat Medium" panose="00000600000000000000" pitchFamily="2" charset="-52"/>
              </a:rPr>
              <a:t> до систем, </a:t>
            </a:r>
            <a:r>
              <a:rPr lang="ru-RU" sz="1400" dirty="0" err="1">
                <a:solidFill>
                  <a:schemeClr val="bg1"/>
                </a:solidFill>
                <a:latin typeface="Montserrat Medium" panose="00000600000000000000" pitchFamily="2" charset="-52"/>
              </a:rPr>
              <a:t>що</a:t>
            </a:r>
            <a:r>
              <a:rPr lang="ru-RU" sz="1400" dirty="0">
                <a:solidFill>
                  <a:schemeClr val="bg1"/>
                </a:solidFill>
                <a:latin typeface="Montserrat Medium" panose="00000600000000000000" pitchFamily="2" charset="-52"/>
              </a:rPr>
              <a:t> </a:t>
            </a:r>
            <a:r>
              <a:rPr lang="ru-RU" sz="1400" dirty="0" err="1">
                <a:solidFill>
                  <a:schemeClr val="bg1"/>
                </a:solidFill>
                <a:latin typeface="Montserrat Medium" panose="00000600000000000000" pitchFamily="2" charset="-52"/>
              </a:rPr>
              <a:t>генерують</a:t>
            </a:r>
            <a:r>
              <a:rPr lang="ru-RU" sz="1400" dirty="0">
                <a:solidFill>
                  <a:schemeClr val="bg1"/>
                </a:solidFill>
                <a:latin typeface="Montserrat Medium" panose="00000600000000000000" pitchFamily="2" charset="-52"/>
              </a:rPr>
              <a:t> </a:t>
            </a:r>
            <a:r>
              <a:rPr lang="ru-RU" sz="1400" dirty="0" err="1">
                <a:solidFill>
                  <a:schemeClr val="bg1"/>
                </a:solidFill>
                <a:latin typeface="Montserrat Medium" panose="00000600000000000000" pitchFamily="2" charset="-52"/>
              </a:rPr>
              <a:t>цілі</a:t>
            </a:r>
            <a:r>
              <a:rPr lang="ru-RU" sz="1400" dirty="0">
                <a:solidFill>
                  <a:schemeClr val="bg1"/>
                </a:solidFill>
                <a:latin typeface="Montserrat Medium" panose="00000600000000000000" pitchFamily="2" charset="-52"/>
              </a:rPr>
              <a:t> </a:t>
            </a:r>
            <a:r>
              <a:rPr lang="ru-RU" sz="1400" dirty="0" err="1">
                <a:solidFill>
                  <a:schemeClr val="bg1"/>
                </a:solidFill>
                <a:latin typeface="Montserrat Medium" panose="00000600000000000000" pitchFamily="2" charset="-52"/>
              </a:rPr>
              <a:t>світи</a:t>
            </a:r>
            <a:r>
              <a:rPr lang="ru-RU" sz="1400" dirty="0">
                <a:solidFill>
                  <a:schemeClr val="bg1"/>
                </a:solidFill>
                <a:latin typeface="Montserrat Medium" panose="00000600000000000000" pitchFamily="2" charset="-52"/>
              </a:rPr>
              <a:t> в реальному </a:t>
            </a:r>
            <a:r>
              <a:rPr lang="ru-RU" sz="1400" dirty="0" err="1">
                <a:solidFill>
                  <a:schemeClr val="bg1"/>
                </a:solidFill>
                <a:latin typeface="Montserrat Medium" panose="00000600000000000000" pitchFamily="2" charset="-52"/>
              </a:rPr>
              <a:t>часі</a:t>
            </a:r>
            <a:r>
              <a:rPr lang="ru-RU" sz="1400" dirty="0">
                <a:solidFill>
                  <a:schemeClr val="bg1"/>
                </a:solidFill>
                <a:latin typeface="Montserrat Medium" panose="00000600000000000000" pitchFamily="2" charset="-52"/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2627794813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med">
        <p159:morph option="byObject"/>
      </p:transition>
    </mc:Choice>
    <mc:Fallback xmlns="">
      <p:transition spd="med">
        <p:fade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фон">
            <a:extLst>
              <a:ext uri="{FF2B5EF4-FFF2-40B4-BE49-F238E27FC236}">
                <a16:creationId xmlns:a16="http://schemas.microsoft.com/office/drawing/2014/main" id="{123AAA31-15E5-4CD4-90E0-8BA1499E8700}"/>
              </a:ext>
            </a:extLst>
          </p:cNvPr>
          <p:cNvSpPr/>
          <p:nvPr/>
        </p:nvSpPr>
        <p:spPr>
          <a:xfrm>
            <a:off x="-5" y="0"/>
            <a:ext cx="12192000" cy="6858000"/>
          </a:xfrm>
          <a:prstGeom prst="rect">
            <a:avLst/>
          </a:prstGeom>
          <a:gradFill>
            <a:gsLst>
              <a:gs pos="0">
                <a:srgbClr val="1D1D1D"/>
              </a:gs>
              <a:gs pos="100000">
                <a:srgbClr val="1D1D1D"/>
              </a:gs>
            </a:gsLst>
            <a:path path="circle">
              <a:fillToRect r="100000" b="100000"/>
            </a:path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pic>
        <p:nvPicPr>
          <p:cNvPr id="88" name="!!PlayPhoto" descr="F.E.A.R. on Steam">
            <a:extLst>
              <a:ext uri="{FF2B5EF4-FFF2-40B4-BE49-F238E27FC236}">
                <a16:creationId xmlns:a16="http://schemas.microsoft.com/office/drawing/2014/main" id="{45607217-64CA-4EA9-8ABC-91181C724267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alphaModFix amt="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-132" b="219"/>
          <a:stretch/>
        </p:blipFill>
        <p:spPr bwMode="auto">
          <a:xfrm>
            <a:off x="-6484" y="-10989"/>
            <a:ext cx="12183427" cy="6847155"/>
          </a:xfrm>
          <a:prstGeom prst="rect">
            <a:avLst/>
          </a:prstGeom>
          <a:noFill/>
        </p:spPr>
      </p:pic>
      <p:sp>
        <p:nvSpPr>
          <p:cNvPr id="89" name="затемнение">
            <a:extLst>
              <a:ext uri="{FF2B5EF4-FFF2-40B4-BE49-F238E27FC236}">
                <a16:creationId xmlns:a16="http://schemas.microsoft.com/office/drawing/2014/main" id="{925B68E4-B395-47B3-878C-4BAB6CF80F3F}"/>
              </a:ext>
            </a:extLst>
          </p:cNvPr>
          <p:cNvSpPr/>
          <p:nvPr/>
        </p:nvSpPr>
        <p:spPr>
          <a:xfrm>
            <a:off x="-9590" y="0"/>
            <a:ext cx="12220933" cy="6858000"/>
          </a:xfrm>
          <a:prstGeom prst="rect">
            <a:avLst/>
          </a:prstGeom>
          <a:solidFill>
            <a:schemeClr val="tx1">
              <a:alpha val="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90" name="Затемнение низ">
            <a:extLst>
              <a:ext uri="{FF2B5EF4-FFF2-40B4-BE49-F238E27FC236}">
                <a16:creationId xmlns:a16="http://schemas.microsoft.com/office/drawing/2014/main" id="{1D455E75-6F96-446A-BA9E-C03A63EA135B}"/>
              </a:ext>
            </a:extLst>
          </p:cNvPr>
          <p:cNvSpPr/>
          <p:nvPr/>
        </p:nvSpPr>
        <p:spPr>
          <a:xfrm>
            <a:off x="-9590" y="0"/>
            <a:ext cx="12220933" cy="6847155"/>
          </a:xfrm>
          <a:prstGeom prst="rect">
            <a:avLst/>
          </a:prstGeom>
          <a:gradFill flip="none" rotWithShape="1">
            <a:gsLst>
              <a:gs pos="61000">
                <a:schemeClr val="tx1">
                  <a:alpha val="0"/>
                </a:schemeClr>
              </a:gs>
              <a:gs pos="97000">
                <a:schemeClr val="tx1">
                  <a:alpha val="0"/>
                </a:schemeClr>
              </a:gs>
            </a:gsLst>
            <a:lin ang="81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grpSp>
        <p:nvGrpSpPr>
          <p:cNvPr id="3" name="18х12 сетка">
            <a:extLst>
              <a:ext uri="{FF2B5EF4-FFF2-40B4-BE49-F238E27FC236}">
                <a16:creationId xmlns:a16="http://schemas.microsoft.com/office/drawing/2014/main" id="{04138851-021C-4CAD-990D-6CB3C7ABD4FF}"/>
              </a:ext>
            </a:extLst>
          </p:cNvPr>
          <p:cNvGrpSpPr/>
          <p:nvPr/>
        </p:nvGrpSpPr>
        <p:grpSpPr>
          <a:xfrm>
            <a:off x="-8" y="0"/>
            <a:ext cx="12192007" cy="6858000"/>
            <a:chOff x="-2" y="0"/>
            <a:chExt cx="12192002" cy="6858000"/>
          </a:xfrm>
        </p:grpSpPr>
        <p:grpSp>
          <p:nvGrpSpPr>
            <p:cNvPr id="4" name="Группа 3">
              <a:extLst>
                <a:ext uri="{FF2B5EF4-FFF2-40B4-BE49-F238E27FC236}">
                  <a16:creationId xmlns:a16="http://schemas.microsoft.com/office/drawing/2014/main" id="{9973B303-2C4F-412C-A298-275073DCC8EE}"/>
                </a:ext>
              </a:extLst>
            </p:cNvPr>
            <p:cNvGrpSpPr/>
            <p:nvPr/>
          </p:nvGrpSpPr>
          <p:grpSpPr>
            <a:xfrm>
              <a:off x="-2" y="0"/>
              <a:ext cx="12192000" cy="6858000"/>
              <a:chOff x="-2" y="0"/>
              <a:chExt cx="8750502" cy="6858000"/>
            </a:xfrm>
            <a:noFill/>
          </p:grpSpPr>
          <p:sp>
            <p:nvSpPr>
              <p:cNvPr id="18" name="Прямоугольник 17">
                <a:extLst>
                  <a:ext uri="{FF2B5EF4-FFF2-40B4-BE49-F238E27FC236}">
                    <a16:creationId xmlns:a16="http://schemas.microsoft.com/office/drawing/2014/main" id="{46CB7FAC-6B87-48C5-8713-3C7386F75E63}"/>
                  </a:ext>
                </a:extLst>
              </p:cNvPr>
              <p:cNvSpPr/>
              <p:nvPr/>
            </p:nvSpPr>
            <p:spPr>
              <a:xfrm>
                <a:off x="-2" y="0"/>
                <a:ext cx="486139" cy="68580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19" name="Прямоугольник 18">
                <a:extLst>
                  <a:ext uri="{FF2B5EF4-FFF2-40B4-BE49-F238E27FC236}">
                    <a16:creationId xmlns:a16="http://schemas.microsoft.com/office/drawing/2014/main" id="{383311ED-9D1D-4FBE-9986-1228A12EC5BE}"/>
                  </a:ext>
                </a:extLst>
              </p:cNvPr>
              <p:cNvSpPr/>
              <p:nvPr/>
            </p:nvSpPr>
            <p:spPr>
              <a:xfrm>
                <a:off x="486137" y="0"/>
                <a:ext cx="486139" cy="68580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20" name="Прямоугольник 19">
                <a:extLst>
                  <a:ext uri="{FF2B5EF4-FFF2-40B4-BE49-F238E27FC236}">
                    <a16:creationId xmlns:a16="http://schemas.microsoft.com/office/drawing/2014/main" id="{3D3A6D47-E623-417C-AF26-6356086B4A4C}"/>
                  </a:ext>
                </a:extLst>
              </p:cNvPr>
              <p:cNvSpPr/>
              <p:nvPr/>
            </p:nvSpPr>
            <p:spPr>
              <a:xfrm>
                <a:off x="972276" y="0"/>
                <a:ext cx="486139" cy="68580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21" name="Прямоугольник 20">
                <a:extLst>
                  <a:ext uri="{FF2B5EF4-FFF2-40B4-BE49-F238E27FC236}">
                    <a16:creationId xmlns:a16="http://schemas.microsoft.com/office/drawing/2014/main" id="{771DDD40-CB71-466A-BAB7-BFDF8548D333}"/>
                  </a:ext>
                </a:extLst>
              </p:cNvPr>
              <p:cNvSpPr/>
              <p:nvPr/>
            </p:nvSpPr>
            <p:spPr>
              <a:xfrm>
                <a:off x="1458415" y="0"/>
                <a:ext cx="486139" cy="68580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22" name="Прямоугольник 21">
                <a:extLst>
                  <a:ext uri="{FF2B5EF4-FFF2-40B4-BE49-F238E27FC236}">
                    <a16:creationId xmlns:a16="http://schemas.microsoft.com/office/drawing/2014/main" id="{A8544190-7CC9-4B5E-A97F-14E8B2A09888}"/>
                  </a:ext>
                </a:extLst>
              </p:cNvPr>
              <p:cNvSpPr/>
              <p:nvPr/>
            </p:nvSpPr>
            <p:spPr>
              <a:xfrm>
                <a:off x="1944554" y="0"/>
                <a:ext cx="486139" cy="68580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23" name="Прямоугольник 22">
                <a:extLst>
                  <a:ext uri="{FF2B5EF4-FFF2-40B4-BE49-F238E27FC236}">
                    <a16:creationId xmlns:a16="http://schemas.microsoft.com/office/drawing/2014/main" id="{50B7B3E2-D833-476C-BE86-53CF4497ED46}"/>
                  </a:ext>
                </a:extLst>
              </p:cNvPr>
              <p:cNvSpPr/>
              <p:nvPr/>
            </p:nvSpPr>
            <p:spPr>
              <a:xfrm>
                <a:off x="2430693" y="0"/>
                <a:ext cx="486139" cy="68580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24" name="Прямоугольник 23">
                <a:extLst>
                  <a:ext uri="{FF2B5EF4-FFF2-40B4-BE49-F238E27FC236}">
                    <a16:creationId xmlns:a16="http://schemas.microsoft.com/office/drawing/2014/main" id="{0E8745C2-72BC-43C7-8E1D-553262D8A1CC}"/>
                  </a:ext>
                </a:extLst>
              </p:cNvPr>
              <p:cNvSpPr/>
              <p:nvPr/>
            </p:nvSpPr>
            <p:spPr>
              <a:xfrm>
                <a:off x="2916832" y="0"/>
                <a:ext cx="486139" cy="68580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25" name="Прямоугольник 24">
                <a:extLst>
                  <a:ext uri="{FF2B5EF4-FFF2-40B4-BE49-F238E27FC236}">
                    <a16:creationId xmlns:a16="http://schemas.microsoft.com/office/drawing/2014/main" id="{820061A3-CA59-41E2-9F01-C120BE276011}"/>
                  </a:ext>
                </a:extLst>
              </p:cNvPr>
              <p:cNvSpPr/>
              <p:nvPr/>
            </p:nvSpPr>
            <p:spPr>
              <a:xfrm>
                <a:off x="3402971" y="0"/>
                <a:ext cx="486139" cy="68580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26" name="Прямоугольник 25">
                <a:extLst>
                  <a:ext uri="{FF2B5EF4-FFF2-40B4-BE49-F238E27FC236}">
                    <a16:creationId xmlns:a16="http://schemas.microsoft.com/office/drawing/2014/main" id="{9784F627-96D6-42F7-95D5-281CD27833F3}"/>
                  </a:ext>
                </a:extLst>
              </p:cNvPr>
              <p:cNvSpPr/>
              <p:nvPr/>
            </p:nvSpPr>
            <p:spPr>
              <a:xfrm>
                <a:off x="3889110" y="0"/>
                <a:ext cx="486139" cy="68580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27" name="Прямоугольник 26">
                <a:extLst>
                  <a:ext uri="{FF2B5EF4-FFF2-40B4-BE49-F238E27FC236}">
                    <a16:creationId xmlns:a16="http://schemas.microsoft.com/office/drawing/2014/main" id="{B0EC3FCC-3242-4A5F-BA9A-F5CB3D6DD528}"/>
                  </a:ext>
                </a:extLst>
              </p:cNvPr>
              <p:cNvSpPr/>
              <p:nvPr/>
            </p:nvSpPr>
            <p:spPr>
              <a:xfrm>
                <a:off x="4375249" y="0"/>
                <a:ext cx="486139" cy="68580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28" name="Прямоугольник 27">
                <a:extLst>
                  <a:ext uri="{FF2B5EF4-FFF2-40B4-BE49-F238E27FC236}">
                    <a16:creationId xmlns:a16="http://schemas.microsoft.com/office/drawing/2014/main" id="{62D52256-2091-4666-B455-AB3FBB190AA1}"/>
                  </a:ext>
                </a:extLst>
              </p:cNvPr>
              <p:cNvSpPr/>
              <p:nvPr/>
            </p:nvSpPr>
            <p:spPr>
              <a:xfrm>
                <a:off x="4861388" y="0"/>
                <a:ext cx="486139" cy="68580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29" name="Прямоугольник 28">
                <a:extLst>
                  <a:ext uri="{FF2B5EF4-FFF2-40B4-BE49-F238E27FC236}">
                    <a16:creationId xmlns:a16="http://schemas.microsoft.com/office/drawing/2014/main" id="{A79CB188-05E5-497F-80E2-C95B441C7AC0}"/>
                  </a:ext>
                </a:extLst>
              </p:cNvPr>
              <p:cNvSpPr/>
              <p:nvPr/>
            </p:nvSpPr>
            <p:spPr>
              <a:xfrm>
                <a:off x="5347527" y="0"/>
                <a:ext cx="486139" cy="68580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30" name="Прямоугольник 29">
                <a:extLst>
                  <a:ext uri="{FF2B5EF4-FFF2-40B4-BE49-F238E27FC236}">
                    <a16:creationId xmlns:a16="http://schemas.microsoft.com/office/drawing/2014/main" id="{38FDC722-3787-4DF2-8923-6A7C34AEF92B}"/>
                  </a:ext>
                </a:extLst>
              </p:cNvPr>
              <p:cNvSpPr/>
              <p:nvPr/>
            </p:nvSpPr>
            <p:spPr>
              <a:xfrm>
                <a:off x="5833666" y="0"/>
                <a:ext cx="486139" cy="68580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31" name="Прямоугольник 30">
                <a:extLst>
                  <a:ext uri="{FF2B5EF4-FFF2-40B4-BE49-F238E27FC236}">
                    <a16:creationId xmlns:a16="http://schemas.microsoft.com/office/drawing/2014/main" id="{BE88DBD0-26E3-449B-AF20-9C3C9D4F1638}"/>
                  </a:ext>
                </a:extLst>
              </p:cNvPr>
              <p:cNvSpPr/>
              <p:nvPr/>
            </p:nvSpPr>
            <p:spPr>
              <a:xfrm>
                <a:off x="6319805" y="0"/>
                <a:ext cx="486139" cy="68580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32" name="Прямоугольник 31">
                <a:extLst>
                  <a:ext uri="{FF2B5EF4-FFF2-40B4-BE49-F238E27FC236}">
                    <a16:creationId xmlns:a16="http://schemas.microsoft.com/office/drawing/2014/main" id="{776F27DC-E892-4D73-B0F8-118D14F67E32}"/>
                  </a:ext>
                </a:extLst>
              </p:cNvPr>
              <p:cNvSpPr/>
              <p:nvPr/>
            </p:nvSpPr>
            <p:spPr>
              <a:xfrm>
                <a:off x="6805944" y="0"/>
                <a:ext cx="486139" cy="68580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33" name="Прямоугольник 32">
                <a:extLst>
                  <a:ext uri="{FF2B5EF4-FFF2-40B4-BE49-F238E27FC236}">
                    <a16:creationId xmlns:a16="http://schemas.microsoft.com/office/drawing/2014/main" id="{152D549E-C182-431B-8732-F0705454200E}"/>
                  </a:ext>
                </a:extLst>
              </p:cNvPr>
              <p:cNvSpPr/>
              <p:nvPr/>
            </p:nvSpPr>
            <p:spPr>
              <a:xfrm>
                <a:off x="7292083" y="0"/>
                <a:ext cx="486139" cy="68580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34" name="Прямоугольник 33">
                <a:extLst>
                  <a:ext uri="{FF2B5EF4-FFF2-40B4-BE49-F238E27FC236}">
                    <a16:creationId xmlns:a16="http://schemas.microsoft.com/office/drawing/2014/main" id="{4E7C4C47-3AC0-44BC-98DC-E3D035569674}"/>
                  </a:ext>
                </a:extLst>
              </p:cNvPr>
              <p:cNvSpPr/>
              <p:nvPr/>
            </p:nvSpPr>
            <p:spPr>
              <a:xfrm>
                <a:off x="7778222" y="0"/>
                <a:ext cx="486139" cy="68580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35" name="Прямоугольник 34">
                <a:extLst>
                  <a:ext uri="{FF2B5EF4-FFF2-40B4-BE49-F238E27FC236}">
                    <a16:creationId xmlns:a16="http://schemas.microsoft.com/office/drawing/2014/main" id="{9643B8DE-ADFC-4106-8B2A-6B39CF7089EE}"/>
                  </a:ext>
                </a:extLst>
              </p:cNvPr>
              <p:cNvSpPr/>
              <p:nvPr/>
            </p:nvSpPr>
            <p:spPr>
              <a:xfrm>
                <a:off x="8264361" y="0"/>
                <a:ext cx="486139" cy="68580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</p:grpSp>
        <p:grpSp>
          <p:nvGrpSpPr>
            <p:cNvPr id="5" name="Группа 4">
              <a:extLst>
                <a:ext uri="{FF2B5EF4-FFF2-40B4-BE49-F238E27FC236}">
                  <a16:creationId xmlns:a16="http://schemas.microsoft.com/office/drawing/2014/main" id="{49791603-02CE-4D09-8544-98B85158BB13}"/>
                </a:ext>
              </a:extLst>
            </p:cNvPr>
            <p:cNvGrpSpPr/>
            <p:nvPr/>
          </p:nvGrpSpPr>
          <p:grpSpPr>
            <a:xfrm>
              <a:off x="0" y="0"/>
              <a:ext cx="12192000" cy="6858000"/>
              <a:chOff x="0" y="0"/>
              <a:chExt cx="12192000" cy="6400800"/>
            </a:xfrm>
            <a:noFill/>
          </p:grpSpPr>
          <p:sp>
            <p:nvSpPr>
              <p:cNvPr id="6" name="Прямоугольник 5">
                <a:extLst>
                  <a:ext uri="{FF2B5EF4-FFF2-40B4-BE49-F238E27FC236}">
                    <a16:creationId xmlns:a16="http://schemas.microsoft.com/office/drawing/2014/main" id="{92031D28-254C-471F-96DA-8CB271766BEE}"/>
                  </a:ext>
                </a:extLst>
              </p:cNvPr>
              <p:cNvSpPr/>
              <p:nvPr/>
            </p:nvSpPr>
            <p:spPr>
              <a:xfrm>
                <a:off x="0" y="0"/>
                <a:ext cx="12192000" cy="5334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7" name="Прямоугольник 6">
                <a:extLst>
                  <a:ext uri="{FF2B5EF4-FFF2-40B4-BE49-F238E27FC236}">
                    <a16:creationId xmlns:a16="http://schemas.microsoft.com/office/drawing/2014/main" id="{9CBDAA7A-D429-43F2-A2EE-1E07EB443F3E}"/>
                  </a:ext>
                </a:extLst>
              </p:cNvPr>
              <p:cNvSpPr/>
              <p:nvPr/>
            </p:nvSpPr>
            <p:spPr>
              <a:xfrm>
                <a:off x="0" y="533400"/>
                <a:ext cx="12192000" cy="5334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8" name="Прямоугольник 7">
                <a:extLst>
                  <a:ext uri="{FF2B5EF4-FFF2-40B4-BE49-F238E27FC236}">
                    <a16:creationId xmlns:a16="http://schemas.microsoft.com/office/drawing/2014/main" id="{1D10029B-6BAB-4E5E-9438-484EE11EF512}"/>
                  </a:ext>
                </a:extLst>
              </p:cNvPr>
              <p:cNvSpPr/>
              <p:nvPr/>
            </p:nvSpPr>
            <p:spPr>
              <a:xfrm>
                <a:off x="0" y="1066800"/>
                <a:ext cx="12192000" cy="5334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9" name="Прямоугольник 8">
                <a:extLst>
                  <a:ext uri="{FF2B5EF4-FFF2-40B4-BE49-F238E27FC236}">
                    <a16:creationId xmlns:a16="http://schemas.microsoft.com/office/drawing/2014/main" id="{E469515C-BABE-429E-BD96-D6201E064EE4}"/>
                  </a:ext>
                </a:extLst>
              </p:cNvPr>
              <p:cNvSpPr/>
              <p:nvPr/>
            </p:nvSpPr>
            <p:spPr>
              <a:xfrm>
                <a:off x="0" y="1600200"/>
                <a:ext cx="12192000" cy="5334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10" name="Прямоугольник 9">
                <a:extLst>
                  <a:ext uri="{FF2B5EF4-FFF2-40B4-BE49-F238E27FC236}">
                    <a16:creationId xmlns:a16="http://schemas.microsoft.com/office/drawing/2014/main" id="{83D20425-307C-44C1-94BC-2CF65A58DF57}"/>
                  </a:ext>
                </a:extLst>
              </p:cNvPr>
              <p:cNvSpPr/>
              <p:nvPr/>
            </p:nvSpPr>
            <p:spPr>
              <a:xfrm>
                <a:off x="0" y="2133600"/>
                <a:ext cx="12192000" cy="5334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11" name="Прямоугольник 10">
                <a:extLst>
                  <a:ext uri="{FF2B5EF4-FFF2-40B4-BE49-F238E27FC236}">
                    <a16:creationId xmlns:a16="http://schemas.microsoft.com/office/drawing/2014/main" id="{60897EA5-6CDE-4BE9-A4EA-331BE755ECB3}"/>
                  </a:ext>
                </a:extLst>
              </p:cNvPr>
              <p:cNvSpPr/>
              <p:nvPr/>
            </p:nvSpPr>
            <p:spPr>
              <a:xfrm>
                <a:off x="0" y="2667000"/>
                <a:ext cx="12192000" cy="5334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12" name="Прямоугольник 11">
                <a:extLst>
                  <a:ext uri="{FF2B5EF4-FFF2-40B4-BE49-F238E27FC236}">
                    <a16:creationId xmlns:a16="http://schemas.microsoft.com/office/drawing/2014/main" id="{F52D57F8-967A-465E-B2FD-95D3308E6B25}"/>
                  </a:ext>
                </a:extLst>
              </p:cNvPr>
              <p:cNvSpPr/>
              <p:nvPr/>
            </p:nvSpPr>
            <p:spPr>
              <a:xfrm>
                <a:off x="0" y="3200400"/>
                <a:ext cx="12192000" cy="5334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13" name="Прямоугольник 12">
                <a:extLst>
                  <a:ext uri="{FF2B5EF4-FFF2-40B4-BE49-F238E27FC236}">
                    <a16:creationId xmlns:a16="http://schemas.microsoft.com/office/drawing/2014/main" id="{E5E3D5BD-7AD4-4228-B7CA-E471F644A3BA}"/>
                  </a:ext>
                </a:extLst>
              </p:cNvPr>
              <p:cNvSpPr/>
              <p:nvPr/>
            </p:nvSpPr>
            <p:spPr>
              <a:xfrm>
                <a:off x="0" y="3733800"/>
                <a:ext cx="12192000" cy="5334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14" name="Прямоугольник 13">
                <a:extLst>
                  <a:ext uri="{FF2B5EF4-FFF2-40B4-BE49-F238E27FC236}">
                    <a16:creationId xmlns:a16="http://schemas.microsoft.com/office/drawing/2014/main" id="{CC0CCDAB-789D-4D99-BF0F-55067D6E55D2}"/>
                  </a:ext>
                </a:extLst>
              </p:cNvPr>
              <p:cNvSpPr/>
              <p:nvPr/>
            </p:nvSpPr>
            <p:spPr>
              <a:xfrm>
                <a:off x="0" y="4267200"/>
                <a:ext cx="12192000" cy="5334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15" name="Прямоугольник 14">
                <a:extLst>
                  <a:ext uri="{FF2B5EF4-FFF2-40B4-BE49-F238E27FC236}">
                    <a16:creationId xmlns:a16="http://schemas.microsoft.com/office/drawing/2014/main" id="{94B2E5C6-0BC0-4BAC-B0E1-A2FD92B91FC0}"/>
                  </a:ext>
                </a:extLst>
              </p:cNvPr>
              <p:cNvSpPr/>
              <p:nvPr/>
            </p:nvSpPr>
            <p:spPr>
              <a:xfrm>
                <a:off x="0" y="4800600"/>
                <a:ext cx="12192000" cy="5334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16" name="Прямоугольник 15">
                <a:extLst>
                  <a:ext uri="{FF2B5EF4-FFF2-40B4-BE49-F238E27FC236}">
                    <a16:creationId xmlns:a16="http://schemas.microsoft.com/office/drawing/2014/main" id="{DC6ABE7E-1967-4DE3-BA13-E016E8644F1B}"/>
                  </a:ext>
                </a:extLst>
              </p:cNvPr>
              <p:cNvSpPr/>
              <p:nvPr/>
            </p:nvSpPr>
            <p:spPr>
              <a:xfrm>
                <a:off x="0" y="5334000"/>
                <a:ext cx="12192000" cy="5334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17" name="Прямоугольник 16">
                <a:extLst>
                  <a:ext uri="{FF2B5EF4-FFF2-40B4-BE49-F238E27FC236}">
                    <a16:creationId xmlns:a16="http://schemas.microsoft.com/office/drawing/2014/main" id="{45B014AE-172C-41CD-8940-49259D24A242}"/>
                  </a:ext>
                </a:extLst>
              </p:cNvPr>
              <p:cNvSpPr/>
              <p:nvPr/>
            </p:nvSpPr>
            <p:spPr>
              <a:xfrm>
                <a:off x="0" y="5867400"/>
                <a:ext cx="12192000" cy="5334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</p:grpSp>
      </p:grpSp>
      <p:cxnSp>
        <p:nvCxnSpPr>
          <p:cNvPr id="83" name="вертикаль">
            <a:extLst>
              <a:ext uri="{FF2B5EF4-FFF2-40B4-BE49-F238E27FC236}">
                <a16:creationId xmlns:a16="http://schemas.microsoft.com/office/drawing/2014/main" id="{DCD21CE6-7B73-44C8-ABED-2B45E79B26CF}"/>
              </a:ext>
            </a:extLst>
          </p:cNvPr>
          <p:cNvCxnSpPr>
            <a:cxnSpLocks/>
          </p:cNvCxnSpPr>
          <p:nvPr/>
        </p:nvCxnSpPr>
        <p:spPr>
          <a:xfrm>
            <a:off x="11495307" y="21834"/>
            <a:ext cx="19354" cy="6872452"/>
          </a:xfrm>
          <a:prstGeom prst="line">
            <a:avLst/>
          </a:prstGeom>
          <a:ln w="12700">
            <a:solidFill>
              <a:srgbClr val="08EDE8">
                <a:alpha val="50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4" name="горизонт">
            <a:extLst>
              <a:ext uri="{FF2B5EF4-FFF2-40B4-BE49-F238E27FC236}">
                <a16:creationId xmlns:a16="http://schemas.microsoft.com/office/drawing/2014/main" id="{8E24FD12-6F19-4398-B603-22615E908799}"/>
              </a:ext>
            </a:extLst>
          </p:cNvPr>
          <p:cNvCxnSpPr>
            <a:cxnSpLocks/>
          </p:cNvCxnSpPr>
          <p:nvPr/>
        </p:nvCxnSpPr>
        <p:spPr>
          <a:xfrm>
            <a:off x="19349" y="6286500"/>
            <a:ext cx="12191994" cy="0"/>
          </a:xfrm>
          <a:prstGeom prst="line">
            <a:avLst/>
          </a:prstGeom>
          <a:ln w="12700">
            <a:solidFill>
              <a:srgbClr val="08EDE8">
                <a:alpha val="50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82" name="Рисунок 81">
            <a:extLst>
              <a:ext uri="{FF2B5EF4-FFF2-40B4-BE49-F238E27FC236}">
                <a16:creationId xmlns:a16="http://schemas.microsoft.com/office/drawing/2014/main" id="{39704819-94F2-4591-BEB1-8661E55DAD6C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flipH="1">
            <a:off x="8571251" y="-10988"/>
            <a:ext cx="4570857" cy="6858000"/>
          </a:xfrm>
          <a:prstGeom prst="rect">
            <a:avLst/>
          </a:prstGeom>
        </p:spPr>
      </p:pic>
      <p:sp>
        <p:nvSpPr>
          <p:cNvPr id="63" name="декор">
            <a:extLst>
              <a:ext uri="{FF2B5EF4-FFF2-40B4-BE49-F238E27FC236}">
                <a16:creationId xmlns:a16="http://schemas.microsoft.com/office/drawing/2014/main" id="{49274652-B192-EDCA-1B55-F082F3B88EF7}"/>
              </a:ext>
            </a:extLst>
          </p:cNvPr>
          <p:cNvSpPr txBox="1"/>
          <p:nvPr/>
        </p:nvSpPr>
        <p:spPr>
          <a:xfrm>
            <a:off x="1" y="6222657"/>
            <a:ext cx="12191994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600" dirty="0">
                <a:solidFill>
                  <a:srgbClr val="06A29E">
                    <a:alpha val="10000"/>
                  </a:srgbClr>
                </a:solidFill>
                <a:latin typeface="Segoe UI Black" panose="020B0A02040204020203" pitchFamily="34" charset="0"/>
                <a:ea typeface="Segoe UI Black" panose="020B0A02040204020203" pitchFamily="34" charset="0"/>
              </a:rPr>
              <a:t>Project: Artificial Intelligence</a:t>
            </a:r>
            <a:endParaRPr lang="ru-UA" sz="3600" dirty="0">
              <a:solidFill>
                <a:srgbClr val="06A29E">
                  <a:alpha val="10000"/>
                </a:srgbClr>
              </a:solidFill>
              <a:latin typeface="Segoe UI Black" panose="020B0A02040204020203" pitchFamily="34" charset="0"/>
              <a:ea typeface="Segoe UI Black" panose="020B0A02040204020203" pitchFamily="34" charset="0"/>
            </a:endParaRP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D62BF7BF-BC4B-4325-B8D1-9BAC365E2B8B}"/>
              </a:ext>
            </a:extLst>
          </p:cNvPr>
          <p:cNvSpPr txBox="1"/>
          <p:nvPr/>
        </p:nvSpPr>
        <p:spPr>
          <a:xfrm>
            <a:off x="583655" y="442911"/>
            <a:ext cx="5023692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2800" dirty="0" err="1">
                <a:solidFill>
                  <a:srgbClr val="08EDE8"/>
                </a:solidFill>
                <a:latin typeface="Montserrat SemiBold" panose="00000700000000000000" pitchFamily="2" charset="-52"/>
              </a:rPr>
              <a:t>Чому</a:t>
            </a:r>
            <a:r>
              <a:rPr lang="ru-RU" sz="2800" dirty="0">
                <a:solidFill>
                  <a:srgbClr val="08EDE8"/>
                </a:solidFill>
                <a:latin typeface="Montserrat SemiBold" panose="00000700000000000000" pitchFamily="2" charset="-52"/>
              </a:rPr>
              <a:t> ШІ – </a:t>
            </a:r>
            <a:r>
              <a:rPr lang="ru-RU" sz="2800" dirty="0" err="1">
                <a:solidFill>
                  <a:srgbClr val="08EDE8"/>
                </a:solidFill>
                <a:latin typeface="Montserrat SemiBold" panose="00000700000000000000" pitchFamily="2" charset="-52"/>
              </a:rPr>
              <a:t>це</a:t>
            </a:r>
            <a:r>
              <a:rPr lang="ru-RU" sz="2800" dirty="0">
                <a:solidFill>
                  <a:srgbClr val="08EDE8"/>
                </a:solidFill>
                <a:latin typeface="Montserrat SemiBold" panose="00000700000000000000" pitchFamily="2" charset="-52"/>
              </a:rPr>
              <a:t> </a:t>
            </a:r>
            <a:r>
              <a:rPr lang="ru-RU" sz="2800" dirty="0" err="1">
                <a:solidFill>
                  <a:srgbClr val="08EDE8"/>
                </a:solidFill>
                <a:latin typeface="Montserrat SemiBold" panose="00000700000000000000" pitchFamily="2" charset="-52"/>
              </a:rPr>
              <a:t>серце</a:t>
            </a:r>
            <a:r>
              <a:rPr lang="ru-RU" sz="2800" dirty="0">
                <a:solidFill>
                  <a:srgbClr val="08EDE8"/>
                </a:solidFill>
                <a:latin typeface="Montserrat SemiBold" panose="00000700000000000000" pitchFamily="2" charset="-52"/>
              </a:rPr>
              <a:t> </a:t>
            </a:r>
            <a:r>
              <a:rPr lang="ru-RU" sz="2800" dirty="0" err="1">
                <a:solidFill>
                  <a:srgbClr val="08EDE8"/>
                </a:solidFill>
                <a:latin typeface="Montserrat SemiBold" panose="00000700000000000000" pitchFamily="2" charset="-52"/>
              </a:rPr>
              <a:t>сучасного</a:t>
            </a:r>
            <a:r>
              <a:rPr lang="ru-RU" sz="2800" dirty="0">
                <a:solidFill>
                  <a:srgbClr val="08EDE8"/>
                </a:solidFill>
                <a:latin typeface="Montserrat SemiBold" panose="00000700000000000000" pitchFamily="2" charset="-52"/>
              </a:rPr>
              <a:t> </a:t>
            </a:r>
            <a:r>
              <a:rPr lang="ru-RU" sz="2800" dirty="0" err="1">
                <a:solidFill>
                  <a:srgbClr val="08EDE8"/>
                </a:solidFill>
                <a:latin typeface="Montserrat SemiBold" panose="00000700000000000000" pitchFamily="2" charset="-52"/>
              </a:rPr>
              <a:t>геймдеву</a:t>
            </a:r>
            <a:r>
              <a:rPr lang="ru-RU" sz="2800" dirty="0">
                <a:solidFill>
                  <a:srgbClr val="08EDE8"/>
                </a:solidFill>
                <a:latin typeface="Montserrat SemiBold" panose="00000700000000000000" pitchFamily="2" charset="-52"/>
              </a:rPr>
              <a:t>?</a:t>
            </a:r>
          </a:p>
        </p:txBody>
      </p:sp>
      <p:sp>
        <p:nvSpPr>
          <p:cNvPr id="48" name="Прямоугольник: скругленные углы 47">
            <a:extLst>
              <a:ext uri="{FF2B5EF4-FFF2-40B4-BE49-F238E27FC236}">
                <a16:creationId xmlns:a16="http://schemas.microsoft.com/office/drawing/2014/main" id="{EEB094A8-DD98-4681-A8FA-2D6D77FACA84}"/>
              </a:ext>
            </a:extLst>
          </p:cNvPr>
          <p:cNvSpPr/>
          <p:nvPr/>
        </p:nvSpPr>
        <p:spPr>
          <a:xfrm>
            <a:off x="677324" y="1725200"/>
            <a:ext cx="4741336" cy="1891553"/>
          </a:xfrm>
          <a:prstGeom prst="roundRect">
            <a:avLst>
              <a:gd name="adj" fmla="val 10843"/>
            </a:avLst>
          </a:prstGeom>
          <a:solidFill>
            <a:schemeClr val="bg1">
              <a:alpha val="20000"/>
            </a:schemeClr>
          </a:solidFill>
          <a:ln w="12700">
            <a:gradFill>
              <a:gsLst>
                <a:gs pos="0">
                  <a:schemeClr val="accent1">
                    <a:lumMod val="5000"/>
                    <a:lumOff val="95000"/>
                  </a:schemeClr>
                </a:gs>
                <a:gs pos="74000">
                  <a:schemeClr val="accent1">
                    <a:lumMod val="45000"/>
                    <a:lumOff val="55000"/>
                  </a:schemeClr>
                </a:gs>
                <a:gs pos="83000">
                  <a:schemeClr val="accent1">
                    <a:lumMod val="45000"/>
                    <a:lumOff val="55000"/>
                  </a:schemeClr>
                </a:gs>
                <a:gs pos="100000">
                  <a:schemeClr val="accent1">
                    <a:lumMod val="30000"/>
                    <a:lumOff val="70000"/>
                  </a:schemeClr>
                </a:gs>
              </a:gsLst>
              <a:lin ang="5400000" scaled="1"/>
            </a:gra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56" name="Прямоугольник: скругленные углы 55">
            <a:extLst>
              <a:ext uri="{FF2B5EF4-FFF2-40B4-BE49-F238E27FC236}">
                <a16:creationId xmlns:a16="http://schemas.microsoft.com/office/drawing/2014/main" id="{E8B6D647-6B07-45B8-AE36-C6DB0C184D53}"/>
              </a:ext>
            </a:extLst>
          </p:cNvPr>
          <p:cNvSpPr/>
          <p:nvPr/>
        </p:nvSpPr>
        <p:spPr>
          <a:xfrm>
            <a:off x="5633743" y="1714240"/>
            <a:ext cx="3171586" cy="4000500"/>
          </a:xfrm>
          <a:prstGeom prst="roundRect">
            <a:avLst>
              <a:gd name="adj" fmla="val 5898"/>
            </a:avLst>
          </a:prstGeom>
          <a:solidFill>
            <a:schemeClr val="bg1">
              <a:alpha val="20000"/>
            </a:schemeClr>
          </a:solidFill>
          <a:ln w="12700">
            <a:gradFill>
              <a:gsLst>
                <a:gs pos="0">
                  <a:schemeClr val="accent1">
                    <a:lumMod val="5000"/>
                    <a:lumOff val="95000"/>
                  </a:schemeClr>
                </a:gs>
                <a:gs pos="74000">
                  <a:schemeClr val="accent1">
                    <a:lumMod val="45000"/>
                    <a:lumOff val="55000"/>
                  </a:schemeClr>
                </a:gs>
                <a:gs pos="83000">
                  <a:schemeClr val="accent1">
                    <a:lumMod val="45000"/>
                    <a:lumOff val="55000"/>
                  </a:schemeClr>
                </a:gs>
                <a:gs pos="100000">
                  <a:schemeClr val="accent1">
                    <a:lumMod val="30000"/>
                    <a:lumOff val="70000"/>
                  </a:schemeClr>
                </a:gs>
              </a:gsLst>
              <a:lin ang="5400000" scaled="1"/>
            </a:gra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57" name="Прямоугольник: скругленные углы 56">
            <a:extLst>
              <a:ext uri="{FF2B5EF4-FFF2-40B4-BE49-F238E27FC236}">
                <a16:creationId xmlns:a16="http://schemas.microsoft.com/office/drawing/2014/main" id="{3EB25760-E152-4741-ACA5-FE5B90F3E1E3}"/>
              </a:ext>
            </a:extLst>
          </p:cNvPr>
          <p:cNvSpPr/>
          <p:nvPr/>
        </p:nvSpPr>
        <p:spPr>
          <a:xfrm>
            <a:off x="677324" y="3823317"/>
            <a:ext cx="4741336" cy="1891553"/>
          </a:xfrm>
          <a:prstGeom prst="roundRect">
            <a:avLst>
              <a:gd name="adj" fmla="val 10843"/>
            </a:avLst>
          </a:prstGeom>
          <a:solidFill>
            <a:schemeClr val="bg1">
              <a:alpha val="20000"/>
            </a:schemeClr>
          </a:solidFill>
          <a:ln w="12700">
            <a:gradFill>
              <a:gsLst>
                <a:gs pos="0">
                  <a:schemeClr val="accent1">
                    <a:lumMod val="5000"/>
                    <a:lumOff val="95000"/>
                  </a:schemeClr>
                </a:gs>
                <a:gs pos="74000">
                  <a:schemeClr val="accent1">
                    <a:lumMod val="45000"/>
                    <a:lumOff val="55000"/>
                  </a:schemeClr>
                </a:gs>
                <a:gs pos="83000">
                  <a:schemeClr val="accent1">
                    <a:lumMod val="45000"/>
                    <a:lumOff val="55000"/>
                  </a:schemeClr>
                </a:gs>
                <a:gs pos="100000">
                  <a:schemeClr val="accent1">
                    <a:lumMod val="30000"/>
                    <a:lumOff val="70000"/>
                  </a:schemeClr>
                </a:gs>
              </a:gsLst>
              <a:lin ang="5400000" scaled="1"/>
            </a:gra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A88F6501-BDC2-4A86-954D-9629362586D3}"/>
              </a:ext>
            </a:extLst>
          </p:cNvPr>
          <p:cNvSpPr txBox="1"/>
          <p:nvPr/>
        </p:nvSpPr>
        <p:spPr>
          <a:xfrm>
            <a:off x="1229876" y="1873379"/>
            <a:ext cx="2012648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2000" dirty="0">
                <a:solidFill>
                  <a:srgbClr val="08EDE8"/>
                </a:solidFill>
                <a:latin typeface="Montserrat Medium" panose="00000600000000000000" pitchFamily="2" charset="-52"/>
              </a:rPr>
              <a:t>Імерсивність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A513FD88-390E-41FE-8B89-D8330CF26328}"/>
              </a:ext>
            </a:extLst>
          </p:cNvPr>
          <p:cNvSpPr txBox="1"/>
          <p:nvPr/>
        </p:nvSpPr>
        <p:spPr>
          <a:xfrm>
            <a:off x="1229875" y="4001283"/>
            <a:ext cx="3322765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2000" dirty="0" err="1">
                <a:solidFill>
                  <a:srgbClr val="08EDE8"/>
                </a:solidFill>
                <a:latin typeface="Montserrat Medium" panose="00000600000000000000" pitchFamily="2" charset="-52"/>
              </a:rPr>
              <a:t>Доступність</a:t>
            </a:r>
            <a:r>
              <a:rPr lang="ru-RU" sz="2000" dirty="0">
                <a:solidFill>
                  <a:srgbClr val="08EDE8"/>
                </a:solidFill>
                <a:latin typeface="Montserrat Medium" panose="00000600000000000000" pitchFamily="2" charset="-52"/>
              </a:rPr>
              <a:t> </a:t>
            </a:r>
            <a:r>
              <a:rPr lang="ru-RU" sz="2000" dirty="0" err="1">
                <a:solidFill>
                  <a:srgbClr val="08EDE8"/>
                </a:solidFill>
                <a:latin typeface="Montserrat Medium" panose="00000600000000000000" pitchFamily="2" charset="-52"/>
              </a:rPr>
              <a:t>розробки</a:t>
            </a:r>
            <a:endParaRPr lang="ru-RU" sz="2000" dirty="0">
              <a:solidFill>
                <a:srgbClr val="08EDE8"/>
              </a:solidFill>
              <a:latin typeface="Montserrat Medium" panose="00000600000000000000" pitchFamily="2" charset="-52"/>
            </a:endParaRP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405EFB26-48E4-4249-A83C-83CC3A8E136C}"/>
              </a:ext>
            </a:extLst>
          </p:cNvPr>
          <p:cNvSpPr txBox="1"/>
          <p:nvPr/>
        </p:nvSpPr>
        <p:spPr>
          <a:xfrm>
            <a:off x="5633742" y="1865195"/>
            <a:ext cx="317158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uk-UA" sz="1400" dirty="0">
                <a:solidFill>
                  <a:schemeClr val="bg1"/>
                </a:solidFill>
                <a:latin typeface="Montserrat Medium" panose="00000600000000000000" pitchFamily="2" charset="-52"/>
              </a:rPr>
              <a:t>П</a:t>
            </a:r>
            <a:r>
              <a:rPr lang="ru-RU" sz="1400" dirty="0" err="1">
                <a:solidFill>
                  <a:schemeClr val="bg1"/>
                </a:solidFill>
                <a:latin typeface="Montserrat Medium" panose="00000600000000000000" pitchFamily="2" charset="-52"/>
              </a:rPr>
              <a:t>рогноз</a:t>
            </a:r>
            <a:r>
              <a:rPr lang="ru-RU" sz="1400" dirty="0">
                <a:solidFill>
                  <a:schemeClr val="bg1"/>
                </a:solidFill>
                <a:latin typeface="Montserrat Medium" panose="00000600000000000000" pitchFamily="2" charset="-52"/>
              </a:rPr>
              <a:t> ринку до 2034</a:t>
            </a:r>
            <a:r>
              <a:rPr lang="en-US" sz="1400" dirty="0">
                <a:solidFill>
                  <a:schemeClr val="bg1"/>
                </a:solidFill>
                <a:latin typeface="Montserrat Medium" panose="00000600000000000000" pitchFamily="2" charset="-52"/>
              </a:rPr>
              <a:t> </a:t>
            </a:r>
            <a:r>
              <a:rPr lang="uk-UA" sz="1400" dirty="0">
                <a:solidFill>
                  <a:schemeClr val="bg1"/>
                </a:solidFill>
                <a:latin typeface="Montserrat Medium" panose="00000600000000000000" pitchFamily="2" charset="-52"/>
              </a:rPr>
              <a:t>року</a:t>
            </a:r>
            <a:endParaRPr lang="ru-RU" sz="1400" dirty="0">
              <a:solidFill>
                <a:schemeClr val="bg1"/>
              </a:solidFill>
              <a:latin typeface="Montserrat Medium" panose="00000600000000000000" pitchFamily="2" charset="-52"/>
            </a:endParaRPr>
          </a:p>
        </p:txBody>
      </p:sp>
      <p:pic>
        <p:nvPicPr>
          <p:cNvPr id="68" name="Рисунок 67">
            <a:extLst>
              <a:ext uri="{FF2B5EF4-FFF2-40B4-BE49-F238E27FC236}">
                <a16:creationId xmlns:a16="http://schemas.microsoft.com/office/drawing/2014/main" id="{1976138C-329C-4E83-92D0-4F26E7373FD8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745635" y="1769207"/>
            <a:ext cx="531424" cy="531424"/>
          </a:xfrm>
          <a:prstGeom prst="rect">
            <a:avLst/>
          </a:prstGeom>
        </p:spPr>
      </p:pic>
      <p:pic>
        <p:nvPicPr>
          <p:cNvPr id="70" name="Рисунок 69">
            <a:extLst>
              <a:ext uri="{FF2B5EF4-FFF2-40B4-BE49-F238E27FC236}">
                <a16:creationId xmlns:a16="http://schemas.microsoft.com/office/drawing/2014/main" id="{5532B5DF-2062-4B98-BCAB-6BEBDFFE84C5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745709" y="3876179"/>
            <a:ext cx="531424" cy="531424"/>
          </a:xfrm>
          <a:prstGeom prst="rect">
            <a:avLst/>
          </a:prstGeom>
        </p:spPr>
      </p:pic>
      <p:sp>
        <p:nvSpPr>
          <p:cNvPr id="71" name="TextBox 70">
            <a:extLst>
              <a:ext uri="{FF2B5EF4-FFF2-40B4-BE49-F238E27FC236}">
                <a16:creationId xmlns:a16="http://schemas.microsoft.com/office/drawing/2014/main" id="{31446FF1-A034-4C40-A33C-EE260818F6C1}"/>
              </a:ext>
            </a:extLst>
          </p:cNvPr>
          <p:cNvSpPr txBox="1"/>
          <p:nvPr/>
        </p:nvSpPr>
        <p:spPr>
          <a:xfrm>
            <a:off x="664817" y="4503345"/>
            <a:ext cx="4741336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1400" dirty="0">
                <a:solidFill>
                  <a:srgbClr val="FF0000"/>
                </a:solidFill>
                <a:latin typeface="Montserrat Medium" panose="00000600000000000000" pitchFamily="2" charset="-52"/>
              </a:rPr>
              <a:t>ШІ </a:t>
            </a:r>
            <a:r>
              <a:rPr lang="ru-RU" sz="1400" dirty="0" err="1">
                <a:solidFill>
                  <a:srgbClr val="FF0000"/>
                </a:solidFill>
                <a:latin typeface="Montserrat Medium" panose="00000600000000000000" pitchFamily="2" charset="-52"/>
              </a:rPr>
              <a:t>змінює</a:t>
            </a:r>
            <a:r>
              <a:rPr lang="ru-RU" sz="1400" dirty="0">
                <a:solidFill>
                  <a:srgbClr val="FF0000"/>
                </a:solidFill>
                <a:latin typeface="Montserrat Medium" panose="00000600000000000000" pitchFamily="2" charset="-52"/>
              </a:rPr>
              <a:t> </a:t>
            </a:r>
            <a:r>
              <a:rPr lang="ru-RU" sz="1400" dirty="0" err="1">
                <a:solidFill>
                  <a:srgbClr val="FF0000"/>
                </a:solidFill>
                <a:latin typeface="Montserrat Medium" panose="00000600000000000000" pitchFamily="2" charset="-52"/>
              </a:rPr>
              <a:t>сприйняття</a:t>
            </a:r>
            <a:r>
              <a:rPr lang="ru-RU" sz="1400" dirty="0">
                <a:solidFill>
                  <a:srgbClr val="FF0000"/>
                </a:solidFill>
                <a:latin typeface="Montserrat Medium" panose="00000600000000000000" pitchFamily="2" charset="-52"/>
              </a:rPr>
              <a:t>: </a:t>
            </a:r>
            <a:r>
              <a:rPr lang="ru-RU" sz="1400" dirty="0" err="1">
                <a:solidFill>
                  <a:srgbClr val="FF0000"/>
                </a:solidFill>
                <a:latin typeface="Montserrat Medium" panose="00000600000000000000" pitchFamily="2" charset="-52"/>
              </a:rPr>
              <a:t>світ</a:t>
            </a:r>
            <a:r>
              <a:rPr lang="ru-RU" sz="1400" dirty="0">
                <a:solidFill>
                  <a:srgbClr val="FF0000"/>
                </a:solidFill>
                <a:latin typeface="Montserrat Medium" panose="00000600000000000000" pitchFamily="2" charset="-52"/>
              </a:rPr>
              <a:t> </a:t>
            </a:r>
            <a:r>
              <a:rPr lang="ru-RU" sz="1400" dirty="0" err="1">
                <a:solidFill>
                  <a:srgbClr val="FF0000"/>
                </a:solidFill>
                <a:latin typeface="Montserrat Medium" panose="00000600000000000000" pitchFamily="2" charset="-52"/>
              </a:rPr>
              <a:t>перестає</a:t>
            </a:r>
            <a:r>
              <a:rPr lang="ru-RU" sz="1400" dirty="0">
                <a:solidFill>
                  <a:srgbClr val="FF0000"/>
                </a:solidFill>
                <a:latin typeface="Montserrat Medium" panose="00000600000000000000" pitchFamily="2" charset="-52"/>
              </a:rPr>
              <a:t> бути </a:t>
            </a:r>
            <a:r>
              <a:rPr lang="ru-RU" sz="1400" dirty="0" err="1">
                <a:solidFill>
                  <a:srgbClr val="FF0000"/>
                </a:solidFill>
                <a:latin typeface="Montserrat Medium" panose="00000600000000000000" pitchFamily="2" charset="-52"/>
              </a:rPr>
              <a:t>декорацією</a:t>
            </a:r>
            <a:r>
              <a:rPr lang="ru-RU" sz="1400" dirty="0">
                <a:solidFill>
                  <a:srgbClr val="FF0000"/>
                </a:solidFill>
                <a:latin typeface="Montserrat Medium" panose="00000600000000000000" pitchFamily="2" charset="-52"/>
              </a:rPr>
              <a:t>. </a:t>
            </a:r>
            <a:r>
              <a:rPr lang="ru-RU" sz="1400" dirty="0" err="1">
                <a:solidFill>
                  <a:srgbClr val="FF0000"/>
                </a:solidFill>
                <a:latin typeface="Montserrat Medium" panose="00000600000000000000" pitchFamily="2" charset="-52"/>
              </a:rPr>
              <a:t>Гравець</a:t>
            </a:r>
            <a:r>
              <a:rPr lang="ru-RU" sz="1400" dirty="0">
                <a:solidFill>
                  <a:srgbClr val="FF0000"/>
                </a:solidFill>
                <a:latin typeface="Montserrat Medium" panose="00000600000000000000" pitchFamily="2" charset="-52"/>
              </a:rPr>
              <a:t> </a:t>
            </a:r>
            <a:r>
              <a:rPr lang="ru-RU" sz="1400" dirty="0" err="1">
                <a:solidFill>
                  <a:srgbClr val="FF0000"/>
                </a:solidFill>
                <a:latin typeface="Montserrat Medium" panose="00000600000000000000" pitchFamily="2" charset="-52"/>
              </a:rPr>
              <a:t>відчуває</a:t>
            </a:r>
            <a:r>
              <a:rPr lang="ru-RU" sz="1400" dirty="0">
                <a:solidFill>
                  <a:srgbClr val="FF0000"/>
                </a:solidFill>
                <a:latin typeface="Montserrat Medium" panose="00000600000000000000" pitchFamily="2" charset="-52"/>
              </a:rPr>
              <a:t> </a:t>
            </a:r>
            <a:r>
              <a:rPr lang="ru-RU" sz="1400" dirty="0" err="1">
                <a:solidFill>
                  <a:srgbClr val="FF0000"/>
                </a:solidFill>
                <a:latin typeface="Montserrat Medium" panose="00000600000000000000" pitchFamily="2" charset="-52"/>
              </a:rPr>
              <a:t>віддачу</a:t>
            </a:r>
            <a:r>
              <a:rPr lang="ru-RU" sz="1400" dirty="0">
                <a:solidFill>
                  <a:srgbClr val="FF0000"/>
                </a:solidFill>
                <a:latin typeface="Montserrat Medium" panose="00000600000000000000" pitchFamily="2" charset="-52"/>
              </a:rPr>
              <a:t>, коли NPC </a:t>
            </a:r>
            <a:r>
              <a:rPr lang="ru-RU" sz="1400" dirty="0" err="1">
                <a:solidFill>
                  <a:srgbClr val="FF0000"/>
                </a:solidFill>
                <a:latin typeface="Montserrat Medium" panose="00000600000000000000" pitchFamily="2" charset="-52"/>
              </a:rPr>
              <a:t>реагують</a:t>
            </a:r>
            <a:r>
              <a:rPr lang="ru-RU" sz="1400" dirty="0">
                <a:solidFill>
                  <a:srgbClr val="FF0000"/>
                </a:solidFill>
                <a:latin typeface="Montserrat Medium" panose="00000600000000000000" pitchFamily="2" charset="-52"/>
              </a:rPr>
              <a:t> на </a:t>
            </a:r>
            <a:r>
              <a:rPr lang="ru-RU" sz="1400" dirty="0" err="1">
                <a:solidFill>
                  <a:srgbClr val="FF0000"/>
                </a:solidFill>
                <a:latin typeface="Montserrat Medium" panose="00000600000000000000" pitchFamily="2" charset="-52"/>
              </a:rPr>
              <a:t>його</a:t>
            </a:r>
            <a:r>
              <a:rPr lang="ru-RU" sz="1400" dirty="0">
                <a:solidFill>
                  <a:srgbClr val="FF0000"/>
                </a:solidFill>
                <a:latin typeface="Montserrat Medium" panose="00000600000000000000" pitchFamily="2" charset="-52"/>
              </a:rPr>
              <a:t> стиль </a:t>
            </a:r>
            <a:r>
              <a:rPr lang="ru-RU" sz="1400" dirty="0" err="1">
                <a:solidFill>
                  <a:srgbClr val="FF0000"/>
                </a:solidFill>
                <a:latin typeface="Montserrat Medium" panose="00000600000000000000" pitchFamily="2" charset="-52"/>
              </a:rPr>
              <a:t>гри</a:t>
            </a:r>
            <a:r>
              <a:rPr lang="ru-RU" sz="1400" dirty="0">
                <a:solidFill>
                  <a:srgbClr val="FF0000"/>
                </a:solidFill>
                <a:latin typeface="Montserrat Medium" panose="00000600000000000000" pitchFamily="2" charset="-52"/>
              </a:rPr>
              <a:t>, а не просто </a:t>
            </a:r>
            <a:r>
              <a:rPr lang="ru-RU" sz="1400" dirty="0" err="1">
                <a:solidFill>
                  <a:srgbClr val="FF0000"/>
                </a:solidFill>
                <a:latin typeface="Montserrat Medium" panose="00000600000000000000" pitchFamily="2" charset="-52"/>
              </a:rPr>
              <a:t>ходять</a:t>
            </a:r>
            <a:r>
              <a:rPr lang="ru-RU" sz="1400" dirty="0">
                <a:solidFill>
                  <a:srgbClr val="FF0000"/>
                </a:solidFill>
                <a:latin typeface="Montserrat Medium" panose="00000600000000000000" pitchFamily="2" charset="-52"/>
              </a:rPr>
              <a:t> по колу.</a:t>
            </a: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8405E7FA-EED3-48D0-ADD3-E8B90F7E30D2}"/>
              </a:ext>
            </a:extLst>
          </p:cNvPr>
          <p:cNvSpPr txBox="1"/>
          <p:nvPr/>
        </p:nvSpPr>
        <p:spPr>
          <a:xfrm>
            <a:off x="664817" y="2322262"/>
            <a:ext cx="4741336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1400" dirty="0">
                <a:solidFill>
                  <a:schemeClr val="bg1"/>
                </a:solidFill>
                <a:latin typeface="Montserrat Medium" panose="00000600000000000000" pitchFamily="2" charset="-52"/>
              </a:rPr>
              <a:t>ШІ </a:t>
            </a:r>
            <a:r>
              <a:rPr lang="ru-RU" sz="1400" dirty="0" err="1">
                <a:solidFill>
                  <a:schemeClr val="bg1"/>
                </a:solidFill>
                <a:latin typeface="Montserrat Medium" panose="00000600000000000000" pitchFamily="2" charset="-52"/>
              </a:rPr>
              <a:t>змінює</a:t>
            </a:r>
            <a:r>
              <a:rPr lang="ru-RU" sz="1400" dirty="0">
                <a:solidFill>
                  <a:schemeClr val="bg1"/>
                </a:solidFill>
                <a:latin typeface="Montserrat Medium" panose="00000600000000000000" pitchFamily="2" charset="-52"/>
              </a:rPr>
              <a:t> </a:t>
            </a:r>
            <a:r>
              <a:rPr lang="ru-RU" sz="1400" dirty="0" err="1">
                <a:solidFill>
                  <a:schemeClr val="bg1"/>
                </a:solidFill>
                <a:latin typeface="Montserrat Medium" panose="00000600000000000000" pitchFamily="2" charset="-52"/>
              </a:rPr>
              <a:t>сприйняття</a:t>
            </a:r>
            <a:r>
              <a:rPr lang="ru-RU" sz="1400" dirty="0">
                <a:solidFill>
                  <a:schemeClr val="bg1"/>
                </a:solidFill>
                <a:latin typeface="Montserrat Medium" panose="00000600000000000000" pitchFamily="2" charset="-52"/>
              </a:rPr>
              <a:t>: </a:t>
            </a:r>
            <a:r>
              <a:rPr lang="ru-RU" sz="1400" dirty="0" err="1">
                <a:solidFill>
                  <a:schemeClr val="bg1"/>
                </a:solidFill>
                <a:latin typeface="Montserrat Medium" panose="00000600000000000000" pitchFamily="2" charset="-52"/>
              </a:rPr>
              <a:t>світ</a:t>
            </a:r>
            <a:r>
              <a:rPr lang="ru-RU" sz="1400" dirty="0">
                <a:solidFill>
                  <a:schemeClr val="bg1"/>
                </a:solidFill>
                <a:latin typeface="Montserrat Medium" panose="00000600000000000000" pitchFamily="2" charset="-52"/>
              </a:rPr>
              <a:t> </a:t>
            </a:r>
            <a:r>
              <a:rPr lang="ru-RU" sz="1400" dirty="0" err="1">
                <a:solidFill>
                  <a:schemeClr val="bg1"/>
                </a:solidFill>
                <a:latin typeface="Montserrat Medium" panose="00000600000000000000" pitchFamily="2" charset="-52"/>
              </a:rPr>
              <a:t>перестає</a:t>
            </a:r>
            <a:r>
              <a:rPr lang="ru-RU" sz="1400" dirty="0">
                <a:solidFill>
                  <a:schemeClr val="bg1"/>
                </a:solidFill>
                <a:latin typeface="Montserrat Medium" panose="00000600000000000000" pitchFamily="2" charset="-52"/>
              </a:rPr>
              <a:t> бути </a:t>
            </a:r>
            <a:r>
              <a:rPr lang="ru-RU" sz="1400" dirty="0" err="1">
                <a:solidFill>
                  <a:schemeClr val="bg1"/>
                </a:solidFill>
                <a:latin typeface="Montserrat Medium" panose="00000600000000000000" pitchFamily="2" charset="-52"/>
              </a:rPr>
              <a:t>декорацією</a:t>
            </a:r>
            <a:r>
              <a:rPr lang="ru-RU" sz="1400" dirty="0">
                <a:solidFill>
                  <a:schemeClr val="bg1"/>
                </a:solidFill>
                <a:latin typeface="Montserrat Medium" panose="00000600000000000000" pitchFamily="2" charset="-52"/>
              </a:rPr>
              <a:t>. </a:t>
            </a:r>
            <a:r>
              <a:rPr lang="ru-RU" sz="1400" dirty="0" err="1">
                <a:solidFill>
                  <a:schemeClr val="bg1"/>
                </a:solidFill>
                <a:latin typeface="Montserrat Medium" panose="00000600000000000000" pitchFamily="2" charset="-52"/>
              </a:rPr>
              <a:t>Гравець</a:t>
            </a:r>
            <a:r>
              <a:rPr lang="ru-RU" sz="1400" dirty="0">
                <a:solidFill>
                  <a:schemeClr val="bg1"/>
                </a:solidFill>
                <a:latin typeface="Montserrat Medium" panose="00000600000000000000" pitchFamily="2" charset="-52"/>
              </a:rPr>
              <a:t> </a:t>
            </a:r>
            <a:r>
              <a:rPr lang="ru-RU" sz="1400" dirty="0" err="1">
                <a:solidFill>
                  <a:schemeClr val="bg1"/>
                </a:solidFill>
                <a:latin typeface="Montserrat Medium" panose="00000600000000000000" pitchFamily="2" charset="-52"/>
              </a:rPr>
              <a:t>відчуває</a:t>
            </a:r>
            <a:r>
              <a:rPr lang="ru-RU" sz="1400" dirty="0">
                <a:solidFill>
                  <a:schemeClr val="bg1"/>
                </a:solidFill>
                <a:latin typeface="Montserrat Medium" panose="00000600000000000000" pitchFamily="2" charset="-52"/>
              </a:rPr>
              <a:t> </a:t>
            </a:r>
            <a:r>
              <a:rPr lang="ru-RU" sz="1400" dirty="0" err="1">
                <a:solidFill>
                  <a:schemeClr val="bg1"/>
                </a:solidFill>
                <a:latin typeface="Montserrat Medium" panose="00000600000000000000" pitchFamily="2" charset="-52"/>
              </a:rPr>
              <a:t>віддачу</a:t>
            </a:r>
            <a:r>
              <a:rPr lang="ru-RU" sz="1400" dirty="0">
                <a:solidFill>
                  <a:schemeClr val="bg1"/>
                </a:solidFill>
                <a:latin typeface="Montserrat Medium" panose="00000600000000000000" pitchFamily="2" charset="-52"/>
              </a:rPr>
              <a:t>, коли NPC </a:t>
            </a:r>
            <a:r>
              <a:rPr lang="ru-RU" sz="1400" dirty="0" err="1">
                <a:solidFill>
                  <a:schemeClr val="bg1"/>
                </a:solidFill>
                <a:latin typeface="Montserrat Medium" panose="00000600000000000000" pitchFamily="2" charset="-52"/>
              </a:rPr>
              <a:t>реагують</a:t>
            </a:r>
            <a:r>
              <a:rPr lang="ru-RU" sz="1400" dirty="0">
                <a:solidFill>
                  <a:schemeClr val="bg1"/>
                </a:solidFill>
                <a:latin typeface="Montserrat Medium" panose="00000600000000000000" pitchFamily="2" charset="-52"/>
              </a:rPr>
              <a:t> на </a:t>
            </a:r>
            <a:r>
              <a:rPr lang="ru-RU" sz="1400" dirty="0" err="1">
                <a:solidFill>
                  <a:schemeClr val="bg1"/>
                </a:solidFill>
                <a:latin typeface="Montserrat Medium" panose="00000600000000000000" pitchFamily="2" charset="-52"/>
              </a:rPr>
              <a:t>його</a:t>
            </a:r>
            <a:r>
              <a:rPr lang="ru-RU" sz="1400" dirty="0">
                <a:solidFill>
                  <a:schemeClr val="bg1"/>
                </a:solidFill>
                <a:latin typeface="Montserrat Medium" panose="00000600000000000000" pitchFamily="2" charset="-52"/>
              </a:rPr>
              <a:t> стиль </a:t>
            </a:r>
            <a:r>
              <a:rPr lang="ru-RU" sz="1400" dirty="0" err="1">
                <a:solidFill>
                  <a:schemeClr val="bg1"/>
                </a:solidFill>
                <a:latin typeface="Montserrat Medium" panose="00000600000000000000" pitchFamily="2" charset="-52"/>
              </a:rPr>
              <a:t>гри</a:t>
            </a:r>
            <a:r>
              <a:rPr lang="ru-RU" sz="1400" dirty="0">
                <a:solidFill>
                  <a:schemeClr val="bg1"/>
                </a:solidFill>
                <a:latin typeface="Montserrat Medium" panose="00000600000000000000" pitchFamily="2" charset="-52"/>
              </a:rPr>
              <a:t>, а не просто </a:t>
            </a:r>
            <a:r>
              <a:rPr lang="ru-RU" sz="1400" dirty="0" err="1">
                <a:solidFill>
                  <a:schemeClr val="bg1"/>
                </a:solidFill>
                <a:latin typeface="Montserrat Medium" panose="00000600000000000000" pitchFamily="2" charset="-52"/>
              </a:rPr>
              <a:t>ходять</a:t>
            </a:r>
            <a:r>
              <a:rPr lang="ru-RU" sz="1400" dirty="0">
                <a:solidFill>
                  <a:schemeClr val="bg1"/>
                </a:solidFill>
                <a:latin typeface="Montserrat Medium" panose="00000600000000000000" pitchFamily="2" charset="-52"/>
              </a:rPr>
              <a:t> по колу.</a:t>
            </a: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B37F7E35-9E07-412F-912C-88C1A3A461CF}"/>
              </a:ext>
            </a:extLst>
          </p:cNvPr>
          <p:cNvSpPr txBox="1"/>
          <p:nvPr/>
        </p:nvSpPr>
        <p:spPr>
          <a:xfrm>
            <a:off x="5633742" y="2190291"/>
            <a:ext cx="3171586" cy="523220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pPr algn="ctr"/>
            <a:r>
              <a:rPr lang="uk-UA" sz="2800" dirty="0">
                <a:gradFill>
                  <a:gsLst>
                    <a:gs pos="51000">
                      <a:schemeClr val="accent1">
                        <a:lumMod val="5000"/>
                        <a:lumOff val="95000"/>
                      </a:schemeClr>
                    </a:gs>
                    <a:gs pos="39000">
                      <a:srgbClr val="08EDE8"/>
                    </a:gs>
                    <a:gs pos="0">
                      <a:srgbClr val="5FF4FF"/>
                    </a:gs>
                    <a:gs pos="62000">
                      <a:srgbClr val="08EDE8"/>
                    </a:gs>
                    <a:gs pos="100000">
                      <a:srgbClr val="08EDE8"/>
                    </a:gs>
                  </a:gsLst>
                  <a:lin ang="13200000" scaled="0"/>
                </a:gradFill>
                <a:latin typeface="Segoe UI Black" panose="020B0A02040204020203" pitchFamily="34" charset="0"/>
                <a:ea typeface="Segoe UI Black" panose="020B0A02040204020203" pitchFamily="34" charset="0"/>
              </a:rPr>
              <a:t>$37.89млрд</a:t>
            </a:r>
            <a:endParaRPr lang="ru-RU" sz="2800" dirty="0">
              <a:gradFill>
                <a:gsLst>
                  <a:gs pos="51000">
                    <a:schemeClr val="accent1">
                      <a:lumMod val="5000"/>
                      <a:lumOff val="95000"/>
                    </a:schemeClr>
                  </a:gs>
                  <a:gs pos="39000">
                    <a:srgbClr val="08EDE8"/>
                  </a:gs>
                  <a:gs pos="0">
                    <a:srgbClr val="5FF4FF"/>
                  </a:gs>
                  <a:gs pos="62000">
                    <a:srgbClr val="08EDE8"/>
                  </a:gs>
                  <a:gs pos="100000">
                    <a:srgbClr val="08EDE8"/>
                  </a:gs>
                </a:gsLst>
                <a:lin ang="13200000" scaled="0"/>
              </a:gradFill>
              <a:latin typeface="Segoe UI Black" panose="020B0A02040204020203" pitchFamily="34" charset="0"/>
              <a:ea typeface="Segoe UI Black" panose="020B0A02040204020203" pitchFamily="34" charset="0"/>
            </a:endParaRP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5898A89E-0318-4A61-97FA-5B0DD95F32CD}"/>
              </a:ext>
            </a:extLst>
          </p:cNvPr>
          <p:cNvSpPr txBox="1"/>
          <p:nvPr/>
        </p:nvSpPr>
        <p:spPr>
          <a:xfrm>
            <a:off x="5700961" y="2780645"/>
            <a:ext cx="3104366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1400" dirty="0" err="1">
                <a:solidFill>
                  <a:schemeClr val="bg1"/>
                </a:solidFill>
                <a:latin typeface="Montserrat Medium" panose="00000600000000000000" pitchFamily="2" charset="-52"/>
              </a:rPr>
              <a:t>Стрімке</a:t>
            </a:r>
            <a:r>
              <a:rPr lang="ru-RU" sz="1400" dirty="0">
                <a:solidFill>
                  <a:schemeClr val="bg1"/>
                </a:solidFill>
                <a:latin typeface="Montserrat Medium" panose="00000600000000000000" pitchFamily="2" charset="-52"/>
              </a:rPr>
              <a:t> </a:t>
            </a:r>
            <a:r>
              <a:rPr lang="ru-RU" sz="1400" dirty="0" err="1">
                <a:solidFill>
                  <a:schemeClr val="bg1"/>
                </a:solidFill>
                <a:latin typeface="Montserrat Medium" panose="00000600000000000000" pitchFamily="2" charset="-52"/>
              </a:rPr>
              <a:t>зростання</a:t>
            </a:r>
            <a:r>
              <a:rPr lang="ru-RU" sz="1400" dirty="0">
                <a:solidFill>
                  <a:schemeClr val="bg1"/>
                </a:solidFill>
                <a:latin typeface="Montserrat Medium" panose="00000600000000000000" pitchFamily="2" charset="-52"/>
              </a:rPr>
              <a:t> </a:t>
            </a:r>
            <a:r>
              <a:rPr lang="ru-RU" sz="1400" dirty="0" err="1">
                <a:solidFill>
                  <a:schemeClr val="bg1"/>
                </a:solidFill>
                <a:latin typeface="Montserrat Medium" panose="00000600000000000000" pitchFamily="2" charset="-52"/>
              </a:rPr>
              <a:t>від</a:t>
            </a:r>
            <a:r>
              <a:rPr lang="ru-RU" sz="1400" dirty="0">
                <a:solidFill>
                  <a:schemeClr val="bg1"/>
                </a:solidFill>
                <a:latin typeface="Montserrat Medium" panose="00000600000000000000" pitchFamily="2" charset="-52"/>
              </a:rPr>
              <a:t> </a:t>
            </a:r>
            <a:r>
              <a:rPr lang="ru-RU" sz="1400" dirty="0" err="1">
                <a:solidFill>
                  <a:schemeClr val="bg1"/>
                </a:solidFill>
                <a:latin typeface="Montserrat Medium" panose="00000600000000000000" pitchFamily="2" charset="-52"/>
              </a:rPr>
              <a:t>простих</a:t>
            </a:r>
            <a:r>
              <a:rPr lang="ru-RU" sz="1400" dirty="0">
                <a:solidFill>
                  <a:schemeClr val="bg1"/>
                </a:solidFill>
                <a:latin typeface="Montserrat Medium" panose="00000600000000000000" pitchFamily="2" charset="-52"/>
              </a:rPr>
              <a:t> </a:t>
            </a:r>
            <a:r>
              <a:rPr lang="ru-RU" sz="1400" dirty="0" err="1">
                <a:solidFill>
                  <a:schemeClr val="bg1"/>
                </a:solidFill>
                <a:latin typeface="Montserrat Medium" panose="00000600000000000000" pitchFamily="2" charset="-52"/>
              </a:rPr>
              <a:t>ботів</a:t>
            </a:r>
            <a:r>
              <a:rPr lang="ru-RU" sz="1400" dirty="0">
                <a:solidFill>
                  <a:schemeClr val="bg1"/>
                </a:solidFill>
                <a:latin typeface="Montserrat Medium" panose="00000600000000000000" pitchFamily="2" charset="-52"/>
              </a:rPr>
              <a:t> до систем, </a:t>
            </a:r>
            <a:r>
              <a:rPr lang="ru-RU" sz="1400" dirty="0" err="1">
                <a:solidFill>
                  <a:schemeClr val="bg1"/>
                </a:solidFill>
                <a:latin typeface="Montserrat Medium" panose="00000600000000000000" pitchFamily="2" charset="-52"/>
              </a:rPr>
              <a:t>що</a:t>
            </a:r>
            <a:r>
              <a:rPr lang="ru-RU" sz="1400" dirty="0">
                <a:solidFill>
                  <a:schemeClr val="bg1"/>
                </a:solidFill>
                <a:latin typeface="Montserrat Medium" panose="00000600000000000000" pitchFamily="2" charset="-52"/>
              </a:rPr>
              <a:t> </a:t>
            </a:r>
            <a:r>
              <a:rPr lang="ru-RU" sz="1400" dirty="0" err="1">
                <a:solidFill>
                  <a:schemeClr val="bg1"/>
                </a:solidFill>
                <a:latin typeface="Montserrat Medium" panose="00000600000000000000" pitchFamily="2" charset="-52"/>
              </a:rPr>
              <a:t>генерують</a:t>
            </a:r>
            <a:r>
              <a:rPr lang="ru-RU" sz="1400" dirty="0">
                <a:solidFill>
                  <a:schemeClr val="bg1"/>
                </a:solidFill>
                <a:latin typeface="Montserrat Medium" panose="00000600000000000000" pitchFamily="2" charset="-52"/>
              </a:rPr>
              <a:t> </a:t>
            </a:r>
            <a:r>
              <a:rPr lang="ru-RU" sz="1400" dirty="0" err="1">
                <a:solidFill>
                  <a:schemeClr val="bg1"/>
                </a:solidFill>
                <a:latin typeface="Montserrat Medium" panose="00000600000000000000" pitchFamily="2" charset="-52"/>
              </a:rPr>
              <a:t>цілі</a:t>
            </a:r>
            <a:r>
              <a:rPr lang="ru-RU" sz="1400" dirty="0">
                <a:solidFill>
                  <a:schemeClr val="bg1"/>
                </a:solidFill>
                <a:latin typeface="Montserrat Medium" panose="00000600000000000000" pitchFamily="2" charset="-52"/>
              </a:rPr>
              <a:t> </a:t>
            </a:r>
            <a:r>
              <a:rPr lang="ru-RU" sz="1400" dirty="0" err="1">
                <a:solidFill>
                  <a:schemeClr val="bg1"/>
                </a:solidFill>
                <a:latin typeface="Montserrat Medium" panose="00000600000000000000" pitchFamily="2" charset="-52"/>
              </a:rPr>
              <a:t>світи</a:t>
            </a:r>
            <a:r>
              <a:rPr lang="ru-RU" sz="1400" dirty="0">
                <a:solidFill>
                  <a:schemeClr val="bg1"/>
                </a:solidFill>
                <a:latin typeface="Montserrat Medium" panose="00000600000000000000" pitchFamily="2" charset="-52"/>
              </a:rPr>
              <a:t> в реальному </a:t>
            </a:r>
            <a:r>
              <a:rPr lang="ru-RU" sz="1400" dirty="0" err="1">
                <a:solidFill>
                  <a:schemeClr val="bg1"/>
                </a:solidFill>
                <a:latin typeface="Montserrat Medium" panose="00000600000000000000" pitchFamily="2" charset="-52"/>
              </a:rPr>
              <a:t>часі</a:t>
            </a:r>
            <a:r>
              <a:rPr lang="ru-RU" sz="1400" dirty="0">
                <a:solidFill>
                  <a:schemeClr val="bg1"/>
                </a:solidFill>
                <a:latin typeface="Montserrat Medium" panose="00000600000000000000" pitchFamily="2" charset="-52"/>
              </a:rPr>
              <a:t>.</a:t>
            </a:r>
          </a:p>
        </p:txBody>
      </p:sp>
      <p:pic>
        <p:nvPicPr>
          <p:cNvPr id="80" name="миниДжойстик">
            <a:extLst>
              <a:ext uri="{FF2B5EF4-FFF2-40B4-BE49-F238E27FC236}">
                <a16:creationId xmlns:a16="http://schemas.microsoft.com/office/drawing/2014/main" id="{071CC80B-E9D6-4514-95D5-B61F61B7292E}"/>
              </a:ext>
            </a:extLst>
          </p:cNvPr>
          <p:cNvPicPr>
            <a:picLocks noChangeAspect="1"/>
          </p:cNvPicPr>
          <p:nvPr/>
        </p:nvPicPr>
        <p:blipFill rotWithShape="1"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1077" t="15104" r="21770" b="11463"/>
          <a:stretch/>
        </p:blipFill>
        <p:spPr>
          <a:xfrm rot="2335918">
            <a:off x="5397608" y="4268414"/>
            <a:ext cx="2180289" cy="1528035"/>
          </a:xfrm>
          <a:custGeom>
            <a:avLst/>
            <a:gdLst>
              <a:gd name="connsiteX0" fmla="*/ 0 w 1752174"/>
              <a:gd name="connsiteY0" fmla="*/ 0 h 1227994"/>
              <a:gd name="connsiteX1" fmla="*/ 1752174 w 1752174"/>
              <a:gd name="connsiteY1" fmla="*/ 0 h 1227994"/>
              <a:gd name="connsiteX2" fmla="*/ 1752174 w 1752174"/>
              <a:gd name="connsiteY2" fmla="*/ 606495 h 1227994"/>
              <a:gd name="connsiteX3" fmla="*/ 982821 w 1752174"/>
              <a:gd name="connsiteY3" fmla="*/ 1227994 h 1227994"/>
              <a:gd name="connsiteX4" fmla="*/ 55823 w 1752174"/>
              <a:gd name="connsiteY4" fmla="*/ 1227994 h 1227994"/>
              <a:gd name="connsiteX5" fmla="*/ 0 w 1752174"/>
              <a:gd name="connsiteY5" fmla="*/ 1158890 h 122799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1752174" h="1227994">
                <a:moveTo>
                  <a:pt x="0" y="0"/>
                </a:moveTo>
                <a:lnTo>
                  <a:pt x="1752174" y="0"/>
                </a:lnTo>
                <a:lnTo>
                  <a:pt x="1752174" y="606495"/>
                </a:lnTo>
                <a:lnTo>
                  <a:pt x="982821" y="1227994"/>
                </a:lnTo>
                <a:lnTo>
                  <a:pt x="55823" y="1227994"/>
                </a:lnTo>
                <a:lnTo>
                  <a:pt x="0" y="1158890"/>
                </a:lnTo>
                <a:close/>
              </a:path>
            </a:pathLst>
          </a:custGeom>
        </p:spPr>
      </p:pic>
      <p:pic>
        <p:nvPicPr>
          <p:cNvPr id="85" name="!!джойстик">
            <a:extLst>
              <a:ext uri="{FF2B5EF4-FFF2-40B4-BE49-F238E27FC236}">
                <a16:creationId xmlns:a16="http://schemas.microsoft.com/office/drawing/2014/main" id="{994BAFB3-08E6-4AE0-A1F9-ACD8F1F50922}"/>
              </a:ext>
            </a:extLst>
          </p:cNvPr>
          <p:cNvPicPr>
            <a:picLocks noChangeAspect="1"/>
          </p:cNvPicPr>
          <p:nvPr/>
        </p:nvPicPr>
        <p:blipFill rotWithShape="1"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1077" t="15104" r="21770" b="11463"/>
          <a:stretch/>
        </p:blipFill>
        <p:spPr>
          <a:xfrm rot="3559542">
            <a:off x="14436184" y="1558752"/>
            <a:ext cx="6968054" cy="4883493"/>
          </a:xfrm>
          <a:prstGeom prst="rect">
            <a:avLst/>
          </a:prstGeom>
        </p:spPr>
      </p:pic>
      <p:sp>
        <p:nvSpPr>
          <p:cNvPr id="91" name="!!рам1">
            <a:extLst>
              <a:ext uri="{FF2B5EF4-FFF2-40B4-BE49-F238E27FC236}">
                <a16:creationId xmlns:a16="http://schemas.microsoft.com/office/drawing/2014/main" id="{D614AA44-CA25-4A90-B1E2-7441B324712A}"/>
              </a:ext>
            </a:extLst>
          </p:cNvPr>
          <p:cNvSpPr/>
          <p:nvPr/>
        </p:nvSpPr>
        <p:spPr>
          <a:xfrm>
            <a:off x="-5989583" y="853777"/>
            <a:ext cx="2042613" cy="433765"/>
          </a:xfrm>
          <a:prstGeom prst="roundRect">
            <a:avLst>
              <a:gd name="adj" fmla="val 27335"/>
            </a:avLst>
          </a:prstGeom>
          <a:solidFill>
            <a:schemeClr val="bg1">
              <a:alpha val="20000"/>
            </a:schemeClr>
          </a:solidFill>
          <a:ln w="12700">
            <a:gradFill>
              <a:gsLst>
                <a:gs pos="0">
                  <a:schemeClr val="accent1">
                    <a:lumMod val="5000"/>
                    <a:lumOff val="95000"/>
                  </a:schemeClr>
                </a:gs>
                <a:gs pos="74000">
                  <a:schemeClr val="accent1">
                    <a:lumMod val="45000"/>
                    <a:lumOff val="55000"/>
                  </a:schemeClr>
                </a:gs>
                <a:gs pos="83000">
                  <a:schemeClr val="accent1">
                    <a:lumMod val="45000"/>
                    <a:lumOff val="55000"/>
                  </a:schemeClr>
                </a:gs>
                <a:gs pos="100000">
                  <a:schemeClr val="accent1">
                    <a:lumMod val="30000"/>
                    <a:lumOff val="70000"/>
                  </a:schemeClr>
                </a:gs>
              </a:gsLst>
              <a:lin ang="5400000" scaled="1"/>
            </a:gra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92" name="TextBox 91">
            <a:extLst>
              <a:ext uri="{FF2B5EF4-FFF2-40B4-BE49-F238E27FC236}">
                <a16:creationId xmlns:a16="http://schemas.microsoft.com/office/drawing/2014/main" id="{4815A72B-A107-4507-AE01-76A62E8D96FC}"/>
              </a:ext>
            </a:extLst>
          </p:cNvPr>
          <p:cNvSpPr txBox="1"/>
          <p:nvPr/>
        </p:nvSpPr>
        <p:spPr>
          <a:xfrm>
            <a:off x="-6020946" y="862763"/>
            <a:ext cx="2073976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>
                <a:solidFill>
                  <a:srgbClr val="08EDE8"/>
                </a:solidFill>
                <a:latin typeface="Montserrat Medium" panose="00000600000000000000" pitchFamily="2" charset="-52"/>
              </a:rPr>
              <a:t>F.E.A.R</a:t>
            </a:r>
            <a:endParaRPr lang="ru-RU" sz="2000" dirty="0">
              <a:solidFill>
                <a:srgbClr val="08EDE8"/>
              </a:solidFill>
              <a:latin typeface="Montserrat Medium" panose="00000600000000000000" pitchFamily="2" charset="-52"/>
            </a:endParaRPr>
          </a:p>
        </p:txBody>
      </p:sp>
      <p:sp>
        <p:nvSpPr>
          <p:cNvPr id="93" name="!!рам2">
            <a:extLst>
              <a:ext uri="{FF2B5EF4-FFF2-40B4-BE49-F238E27FC236}">
                <a16:creationId xmlns:a16="http://schemas.microsoft.com/office/drawing/2014/main" id="{E73E495F-BF27-4D6E-9164-8CC6FFDF00A4}"/>
              </a:ext>
            </a:extLst>
          </p:cNvPr>
          <p:cNvSpPr/>
          <p:nvPr/>
        </p:nvSpPr>
        <p:spPr>
          <a:xfrm>
            <a:off x="-5419612" y="1334598"/>
            <a:ext cx="2042613" cy="433765"/>
          </a:xfrm>
          <a:prstGeom prst="roundRect">
            <a:avLst>
              <a:gd name="adj" fmla="val 27335"/>
            </a:avLst>
          </a:prstGeom>
          <a:solidFill>
            <a:schemeClr val="bg1">
              <a:alpha val="20000"/>
            </a:schemeClr>
          </a:solidFill>
          <a:ln w="12700">
            <a:gradFill>
              <a:gsLst>
                <a:gs pos="0">
                  <a:schemeClr val="accent1">
                    <a:lumMod val="5000"/>
                    <a:lumOff val="95000"/>
                  </a:schemeClr>
                </a:gs>
                <a:gs pos="74000">
                  <a:schemeClr val="accent1">
                    <a:lumMod val="45000"/>
                    <a:lumOff val="55000"/>
                  </a:schemeClr>
                </a:gs>
                <a:gs pos="83000">
                  <a:schemeClr val="accent1">
                    <a:lumMod val="45000"/>
                    <a:lumOff val="55000"/>
                  </a:schemeClr>
                </a:gs>
                <a:gs pos="100000">
                  <a:schemeClr val="accent1">
                    <a:lumMod val="30000"/>
                    <a:lumOff val="70000"/>
                  </a:schemeClr>
                </a:gs>
              </a:gsLst>
              <a:lin ang="5400000" scaled="1"/>
            </a:gra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94" name="TextBox 93">
            <a:extLst>
              <a:ext uri="{FF2B5EF4-FFF2-40B4-BE49-F238E27FC236}">
                <a16:creationId xmlns:a16="http://schemas.microsoft.com/office/drawing/2014/main" id="{D7E647AB-D756-4EA3-96AB-78B5E8DC4C0A}"/>
              </a:ext>
            </a:extLst>
          </p:cNvPr>
          <p:cNvSpPr txBox="1"/>
          <p:nvPr/>
        </p:nvSpPr>
        <p:spPr>
          <a:xfrm>
            <a:off x="-5450975" y="1343584"/>
            <a:ext cx="2073976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>
                <a:solidFill>
                  <a:srgbClr val="669E9A"/>
                </a:solidFill>
                <a:latin typeface="Montserrat Medium" panose="00000600000000000000" pitchFamily="2" charset="-52"/>
              </a:rPr>
              <a:t>Forza Horizon</a:t>
            </a:r>
            <a:endParaRPr lang="ru-RU" sz="2000" dirty="0">
              <a:solidFill>
                <a:srgbClr val="669E9A"/>
              </a:solidFill>
              <a:latin typeface="Montserrat Medium" panose="00000600000000000000" pitchFamily="2" charset="-52"/>
            </a:endParaRPr>
          </a:p>
        </p:txBody>
      </p:sp>
      <p:sp>
        <p:nvSpPr>
          <p:cNvPr id="95" name="!!рам3">
            <a:extLst>
              <a:ext uri="{FF2B5EF4-FFF2-40B4-BE49-F238E27FC236}">
                <a16:creationId xmlns:a16="http://schemas.microsoft.com/office/drawing/2014/main" id="{14C16A24-DB09-4992-8143-D45C311D2499}"/>
              </a:ext>
            </a:extLst>
          </p:cNvPr>
          <p:cNvSpPr/>
          <p:nvPr/>
        </p:nvSpPr>
        <p:spPr>
          <a:xfrm>
            <a:off x="-4382624" y="1815419"/>
            <a:ext cx="2042613" cy="433765"/>
          </a:xfrm>
          <a:prstGeom prst="roundRect">
            <a:avLst>
              <a:gd name="adj" fmla="val 27335"/>
            </a:avLst>
          </a:prstGeom>
          <a:solidFill>
            <a:schemeClr val="bg1">
              <a:alpha val="20000"/>
            </a:schemeClr>
          </a:solidFill>
          <a:ln w="12700">
            <a:gradFill>
              <a:gsLst>
                <a:gs pos="0">
                  <a:schemeClr val="accent1">
                    <a:lumMod val="5000"/>
                    <a:lumOff val="95000"/>
                  </a:schemeClr>
                </a:gs>
                <a:gs pos="74000">
                  <a:schemeClr val="accent1">
                    <a:lumMod val="45000"/>
                    <a:lumOff val="55000"/>
                  </a:schemeClr>
                </a:gs>
                <a:gs pos="83000">
                  <a:schemeClr val="accent1">
                    <a:lumMod val="45000"/>
                    <a:lumOff val="55000"/>
                  </a:schemeClr>
                </a:gs>
                <a:gs pos="100000">
                  <a:schemeClr val="accent1">
                    <a:lumMod val="30000"/>
                    <a:lumOff val="70000"/>
                  </a:schemeClr>
                </a:gs>
              </a:gsLst>
              <a:lin ang="5400000" scaled="1"/>
            </a:gra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96" name="TextBox 95">
            <a:extLst>
              <a:ext uri="{FF2B5EF4-FFF2-40B4-BE49-F238E27FC236}">
                <a16:creationId xmlns:a16="http://schemas.microsoft.com/office/drawing/2014/main" id="{5CA74FF1-3F6C-446B-AFCE-8F333C54890B}"/>
              </a:ext>
            </a:extLst>
          </p:cNvPr>
          <p:cNvSpPr txBox="1"/>
          <p:nvPr/>
        </p:nvSpPr>
        <p:spPr>
          <a:xfrm>
            <a:off x="-4413987" y="1824405"/>
            <a:ext cx="2073976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>
                <a:solidFill>
                  <a:srgbClr val="669E9A"/>
                </a:solidFill>
                <a:latin typeface="Montserrat Medium" panose="00000600000000000000" pitchFamily="2" charset="-52"/>
              </a:rPr>
              <a:t>Alien: Isolation</a:t>
            </a:r>
            <a:endParaRPr lang="ru-RU" sz="2000" dirty="0">
              <a:solidFill>
                <a:srgbClr val="669E9A"/>
              </a:solidFill>
              <a:latin typeface="Montserrat Medium" panose="00000600000000000000" pitchFamily="2" charset="-52"/>
            </a:endParaRPr>
          </a:p>
        </p:txBody>
      </p:sp>
      <p:sp>
        <p:nvSpPr>
          <p:cNvPr id="97" name="!!рам4">
            <a:extLst>
              <a:ext uri="{FF2B5EF4-FFF2-40B4-BE49-F238E27FC236}">
                <a16:creationId xmlns:a16="http://schemas.microsoft.com/office/drawing/2014/main" id="{E32ACDCA-3E06-4669-8D4A-89FBC1F4D105}"/>
              </a:ext>
            </a:extLst>
          </p:cNvPr>
          <p:cNvSpPr/>
          <p:nvPr/>
        </p:nvSpPr>
        <p:spPr>
          <a:xfrm>
            <a:off x="-3610447" y="2296240"/>
            <a:ext cx="2042613" cy="433765"/>
          </a:xfrm>
          <a:prstGeom prst="roundRect">
            <a:avLst>
              <a:gd name="adj" fmla="val 27335"/>
            </a:avLst>
          </a:prstGeom>
          <a:solidFill>
            <a:schemeClr val="bg1">
              <a:alpha val="20000"/>
            </a:schemeClr>
          </a:solidFill>
          <a:ln w="12700">
            <a:gradFill>
              <a:gsLst>
                <a:gs pos="0">
                  <a:schemeClr val="accent1">
                    <a:lumMod val="5000"/>
                    <a:lumOff val="95000"/>
                  </a:schemeClr>
                </a:gs>
                <a:gs pos="74000">
                  <a:schemeClr val="accent1">
                    <a:lumMod val="45000"/>
                    <a:lumOff val="55000"/>
                  </a:schemeClr>
                </a:gs>
                <a:gs pos="83000">
                  <a:schemeClr val="accent1">
                    <a:lumMod val="45000"/>
                    <a:lumOff val="55000"/>
                  </a:schemeClr>
                </a:gs>
                <a:gs pos="100000">
                  <a:schemeClr val="accent1">
                    <a:lumMod val="30000"/>
                    <a:lumOff val="70000"/>
                  </a:schemeClr>
                </a:gs>
              </a:gsLst>
              <a:lin ang="5400000" scaled="1"/>
            </a:gra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98" name="TextBox 97">
            <a:extLst>
              <a:ext uri="{FF2B5EF4-FFF2-40B4-BE49-F238E27FC236}">
                <a16:creationId xmlns:a16="http://schemas.microsoft.com/office/drawing/2014/main" id="{EEE328E6-D538-4DCA-AE14-42CEAC46E750}"/>
              </a:ext>
            </a:extLst>
          </p:cNvPr>
          <p:cNvSpPr txBox="1"/>
          <p:nvPr/>
        </p:nvSpPr>
        <p:spPr>
          <a:xfrm>
            <a:off x="-3641810" y="2305226"/>
            <a:ext cx="2073976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>
                <a:solidFill>
                  <a:srgbClr val="669E9A"/>
                </a:solidFill>
                <a:latin typeface="Montserrat Medium" panose="00000600000000000000" pitchFamily="2" charset="-52"/>
              </a:rPr>
              <a:t>Pac-Man</a:t>
            </a:r>
            <a:endParaRPr lang="ru-RU" sz="2000" dirty="0">
              <a:solidFill>
                <a:srgbClr val="669E9A"/>
              </a:solidFill>
              <a:latin typeface="Montserrat Medium" panose="00000600000000000000" pitchFamily="2" charset="-52"/>
            </a:endParaRPr>
          </a:p>
        </p:txBody>
      </p:sp>
      <p:sp>
        <p:nvSpPr>
          <p:cNvPr id="99" name="!!рам5">
            <a:extLst>
              <a:ext uri="{FF2B5EF4-FFF2-40B4-BE49-F238E27FC236}">
                <a16:creationId xmlns:a16="http://schemas.microsoft.com/office/drawing/2014/main" id="{836331C0-F0F9-46BC-816B-814F7218618E}"/>
              </a:ext>
            </a:extLst>
          </p:cNvPr>
          <p:cNvSpPr/>
          <p:nvPr/>
        </p:nvSpPr>
        <p:spPr>
          <a:xfrm>
            <a:off x="-2788924" y="2777061"/>
            <a:ext cx="2042613" cy="433765"/>
          </a:xfrm>
          <a:prstGeom prst="roundRect">
            <a:avLst>
              <a:gd name="adj" fmla="val 27335"/>
            </a:avLst>
          </a:prstGeom>
          <a:solidFill>
            <a:schemeClr val="bg1">
              <a:alpha val="20000"/>
            </a:schemeClr>
          </a:solidFill>
          <a:ln w="12700">
            <a:gradFill>
              <a:gsLst>
                <a:gs pos="0">
                  <a:schemeClr val="accent1">
                    <a:lumMod val="5000"/>
                    <a:lumOff val="95000"/>
                  </a:schemeClr>
                </a:gs>
                <a:gs pos="74000">
                  <a:schemeClr val="accent1">
                    <a:lumMod val="45000"/>
                    <a:lumOff val="55000"/>
                  </a:schemeClr>
                </a:gs>
                <a:gs pos="83000">
                  <a:schemeClr val="accent1">
                    <a:lumMod val="45000"/>
                    <a:lumOff val="55000"/>
                  </a:schemeClr>
                </a:gs>
                <a:gs pos="100000">
                  <a:schemeClr val="accent1">
                    <a:lumMod val="30000"/>
                    <a:lumOff val="70000"/>
                  </a:schemeClr>
                </a:gs>
              </a:gsLst>
              <a:lin ang="5400000" scaled="1"/>
            </a:gra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00" name="TextBox 99">
            <a:extLst>
              <a:ext uri="{FF2B5EF4-FFF2-40B4-BE49-F238E27FC236}">
                <a16:creationId xmlns:a16="http://schemas.microsoft.com/office/drawing/2014/main" id="{CE44E3D9-DB62-4539-A2B6-7E2CAE789E65}"/>
              </a:ext>
            </a:extLst>
          </p:cNvPr>
          <p:cNvSpPr txBox="1"/>
          <p:nvPr/>
        </p:nvSpPr>
        <p:spPr>
          <a:xfrm>
            <a:off x="-2820287" y="2786047"/>
            <a:ext cx="2073976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>
                <a:solidFill>
                  <a:srgbClr val="669E9A"/>
                </a:solidFill>
                <a:latin typeface="Montserrat Medium" panose="00000600000000000000" pitchFamily="2" charset="-52"/>
              </a:rPr>
              <a:t>The Sims</a:t>
            </a:r>
            <a:endParaRPr lang="ru-RU" sz="2000" dirty="0">
              <a:solidFill>
                <a:srgbClr val="669E9A"/>
              </a:solidFill>
              <a:latin typeface="Montserrat Medium" panose="00000600000000000000" pitchFamily="2" charset="-52"/>
            </a:endParaRPr>
          </a:p>
        </p:txBody>
      </p:sp>
    </p:spTree>
    <p:extLst>
      <p:ext uri="{BB962C8B-B14F-4D97-AF65-F5344CB8AC3E}">
        <p14:creationId xmlns:p14="http://schemas.microsoft.com/office/powerpoint/2010/main" val="4038755394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med">
        <p159:morph option="byObject"/>
      </p:transition>
    </mc:Choice>
    <mc:Fallback xmlns="">
      <p:transition spd="med">
        <p:fade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фон">
            <a:extLst>
              <a:ext uri="{FF2B5EF4-FFF2-40B4-BE49-F238E27FC236}">
                <a16:creationId xmlns:a16="http://schemas.microsoft.com/office/drawing/2014/main" id="{123AAA31-15E5-4CD4-90E0-8BA1499E8700}"/>
              </a:ext>
            </a:extLst>
          </p:cNvPr>
          <p:cNvSpPr/>
          <p:nvPr/>
        </p:nvSpPr>
        <p:spPr>
          <a:xfrm>
            <a:off x="-5" y="0"/>
            <a:ext cx="12192000" cy="6858000"/>
          </a:xfrm>
          <a:prstGeom prst="rect">
            <a:avLst/>
          </a:prstGeom>
          <a:gradFill>
            <a:gsLst>
              <a:gs pos="0">
                <a:srgbClr val="1D1D1D"/>
              </a:gs>
              <a:gs pos="100000">
                <a:srgbClr val="1D1D1D"/>
              </a:gs>
            </a:gsLst>
            <a:path path="circle">
              <a:fillToRect r="100000" b="100000"/>
            </a:path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pic>
        <p:nvPicPr>
          <p:cNvPr id="62" name="!!PlayPhoto" descr="F.E.A.R. on Steam">
            <a:extLst>
              <a:ext uri="{FF2B5EF4-FFF2-40B4-BE49-F238E27FC236}">
                <a16:creationId xmlns:a16="http://schemas.microsoft.com/office/drawing/2014/main" id="{347B6F47-1AB9-4E7B-92B1-40010BF68CA5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-132" b="219"/>
          <a:stretch/>
        </p:blipFill>
        <p:spPr bwMode="auto">
          <a:xfrm>
            <a:off x="4287" y="5423"/>
            <a:ext cx="12183427" cy="684715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6" name="затемнение">
            <a:extLst>
              <a:ext uri="{FF2B5EF4-FFF2-40B4-BE49-F238E27FC236}">
                <a16:creationId xmlns:a16="http://schemas.microsoft.com/office/drawing/2014/main" id="{E0257E64-9D7E-4D65-BC1A-436E2C6E99A5}"/>
              </a:ext>
            </a:extLst>
          </p:cNvPr>
          <p:cNvSpPr/>
          <p:nvPr/>
        </p:nvSpPr>
        <p:spPr>
          <a:xfrm>
            <a:off x="-9590" y="0"/>
            <a:ext cx="12220933" cy="6858000"/>
          </a:xfrm>
          <a:prstGeom prst="rect">
            <a:avLst/>
          </a:prstGeom>
          <a:solidFill>
            <a:schemeClr val="tx1">
              <a:alpha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98" name="Затемнение низ">
            <a:extLst>
              <a:ext uri="{FF2B5EF4-FFF2-40B4-BE49-F238E27FC236}">
                <a16:creationId xmlns:a16="http://schemas.microsoft.com/office/drawing/2014/main" id="{01F63AF6-2061-4C34-9B9A-D0B30D6C4FC1}"/>
              </a:ext>
            </a:extLst>
          </p:cNvPr>
          <p:cNvSpPr/>
          <p:nvPr/>
        </p:nvSpPr>
        <p:spPr>
          <a:xfrm>
            <a:off x="-9590" y="0"/>
            <a:ext cx="12220933" cy="6847155"/>
          </a:xfrm>
          <a:prstGeom prst="rect">
            <a:avLst/>
          </a:prstGeom>
          <a:gradFill flip="none" rotWithShape="1">
            <a:gsLst>
              <a:gs pos="61000">
                <a:schemeClr val="tx1">
                  <a:alpha val="0"/>
                </a:schemeClr>
              </a:gs>
              <a:gs pos="97000">
                <a:schemeClr val="tx1"/>
              </a:gs>
            </a:gsLst>
            <a:lin ang="81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grpSp>
        <p:nvGrpSpPr>
          <p:cNvPr id="3" name="18х12 сетка">
            <a:extLst>
              <a:ext uri="{FF2B5EF4-FFF2-40B4-BE49-F238E27FC236}">
                <a16:creationId xmlns:a16="http://schemas.microsoft.com/office/drawing/2014/main" id="{04138851-021C-4CAD-990D-6CB3C7ABD4FF}"/>
              </a:ext>
            </a:extLst>
          </p:cNvPr>
          <p:cNvGrpSpPr/>
          <p:nvPr/>
        </p:nvGrpSpPr>
        <p:grpSpPr>
          <a:xfrm>
            <a:off x="-9510565" y="-5076340"/>
            <a:ext cx="30344552" cy="17068800"/>
            <a:chOff x="-2" y="0"/>
            <a:chExt cx="12192002" cy="6858000"/>
          </a:xfrm>
        </p:grpSpPr>
        <p:grpSp>
          <p:nvGrpSpPr>
            <p:cNvPr id="4" name="Группа 3">
              <a:extLst>
                <a:ext uri="{FF2B5EF4-FFF2-40B4-BE49-F238E27FC236}">
                  <a16:creationId xmlns:a16="http://schemas.microsoft.com/office/drawing/2014/main" id="{9973B303-2C4F-412C-A298-275073DCC8EE}"/>
                </a:ext>
              </a:extLst>
            </p:cNvPr>
            <p:cNvGrpSpPr/>
            <p:nvPr/>
          </p:nvGrpSpPr>
          <p:grpSpPr>
            <a:xfrm>
              <a:off x="-2" y="0"/>
              <a:ext cx="12192000" cy="6858000"/>
              <a:chOff x="-2" y="0"/>
              <a:chExt cx="8750502" cy="6858000"/>
            </a:xfrm>
            <a:noFill/>
          </p:grpSpPr>
          <p:sp>
            <p:nvSpPr>
              <p:cNvPr id="18" name="Прямоугольник 17">
                <a:extLst>
                  <a:ext uri="{FF2B5EF4-FFF2-40B4-BE49-F238E27FC236}">
                    <a16:creationId xmlns:a16="http://schemas.microsoft.com/office/drawing/2014/main" id="{46CB7FAC-6B87-48C5-8713-3C7386F75E63}"/>
                  </a:ext>
                </a:extLst>
              </p:cNvPr>
              <p:cNvSpPr/>
              <p:nvPr/>
            </p:nvSpPr>
            <p:spPr>
              <a:xfrm>
                <a:off x="-2" y="0"/>
                <a:ext cx="486139" cy="68580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19" name="Прямоугольник 18">
                <a:extLst>
                  <a:ext uri="{FF2B5EF4-FFF2-40B4-BE49-F238E27FC236}">
                    <a16:creationId xmlns:a16="http://schemas.microsoft.com/office/drawing/2014/main" id="{383311ED-9D1D-4FBE-9986-1228A12EC5BE}"/>
                  </a:ext>
                </a:extLst>
              </p:cNvPr>
              <p:cNvSpPr/>
              <p:nvPr/>
            </p:nvSpPr>
            <p:spPr>
              <a:xfrm>
                <a:off x="486137" y="0"/>
                <a:ext cx="486139" cy="68580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20" name="Прямоугольник 19">
                <a:extLst>
                  <a:ext uri="{FF2B5EF4-FFF2-40B4-BE49-F238E27FC236}">
                    <a16:creationId xmlns:a16="http://schemas.microsoft.com/office/drawing/2014/main" id="{3D3A6D47-E623-417C-AF26-6356086B4A4C}"/>
                  </a:ext>
                </a:extLst>
              </p:cNvPr>
              <p:cNvSpPr/>
              <p:nvPr/>
            </p:nvSpPr>
            <p:spPr>
              <a:xfrm>
                <a:off x="972276" y="0"/>
                <a:ext cx="486139" cy="68580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21" name="Прямоугольник 20">
                <a:extLst>
                  <a:ext uri="{FF2B5EF4-FFF2-40B4-BE49-F238E27FC236}">
                    <a16:creationId xmlns:a16="http://schemas.microsoft.com/office/drawing/2014/main" id="{771DDD40-CB71-466A-BAB7-BFDF8548D333}"/>
                  </a:ext>
                </a:extLst>
              </p:cNvPr>
              <p:cNvSpPr/>
              <p:nvPr/>
            </p:nvSpPr>
            <p:spPr>
              <a:xfrm>
                <a:off x="1458415" y="0"/>
                <a:ext cx="486139" cy="68580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22" name="Прямоугольник 21">
                <a:extLst>
                  <a:ext uri="{FF2B5EF4-FFF2-40B4-BE49-F238E27FC236}">
                    <a16:creationId xmlns:a16="http://schemas.microsoft.com/office/drawing/2014/main" id="{A8544190-7CC9-4B5E-A97F-14E8B2A09888}"/>
                  </a:ext>
                </a:extLst>
              </p:cNvPr>
              <p:cNvSpPr/>
              <p:nvPr/>
            </p:nvSpPr>
            <p:spPr>
              <a:xfrm>
                <a:off x="1944554" y="0"/>
                <a:ext cx="486139" cy="68580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23" name="Прямоугольник 22">
                <a:extLst>
                  <a:ext uri="{FF2B5EF4-FFF2-40B4-BE49-F238E27FC236}">
                    <a16:creationId xmlns:a16="http://schemas.microsoft.com/office/drawing/2014/main" id="{50B7B3E2-D833-476C-BE86-53CF4497ED46}"/>
                  </a:ext>
                </a:extLst>
              </p:cNvPr>
              <p:cNvSpPr/>
              <p:nvPr/>
            </p:nvSpPr>
            <p:spPr>
              <a:xfrm>
                <a:off x="2430693" y="0"/>
                <a:ext cx="486139" cy="68580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24" name="Прямоугольник 23">
                <a:extLst>
                  <a:ext uri="{FF2B5EF4-FFF2-40B4-BE49-F238E27FC236}">
                    <a16:creationId xmlns:a16="http://schemas.microsoft.com/office/drawing/2014/main" id="{0E8745C2-72BC-43C7-8E1D-553262D8A1CC}"/>
                  </a:ext>
                </a:extLst>
              </p:cNvPr>
              <p:cNvSpPr/>
              <p:nvPr/>
            </p:nvSpPr>
            <p:spPr>
              <a:xfrm>
                <a:off x="2916832" y="0"/>
                <a:ext cx="486139" cy="68580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25" name="Прямоугольник 24">
                <a:extLst>
                  <a:ext uri="{FF2B5EF4-FFF2-40B4-BE49-F238E27FC236}">
                    <a16:creationId xmlns:a16="http://schemas.microsoft.com/office/drawing/2014/main" id="{820061A3-CA59-41E2-9F01-C120BE276011}"/>
                  </a:ext>
                </a:extLst>
              </p:cNvPr>
              <p:cNvSpPr/>
              <p:nvPr/>
            </p:nvSpPr>
            <p:spPr>
              <a:xfrm>
                <a:off x="3402971" y="0"/>
                <a:ext cx="486139" cy="68580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26" name="Прямоугольник 25">
                <a:extLst>
                  <a:ext uri="{FF2B5EF4-FFF2-40B4-BE49-F238E27FC236}">
                    <a16:creationId xmlns:a16="http://schemas.microsoft.com/office/drawing/2014/main" id="{9784F627-96D6-42F7-95D5-281CD27833F3}"/>
                  </a:ext>
                </a:extLst>
              </p:cNvPr>
              <p:cNvSpPr/>
              <p:nvPr/>
            </p:nvSpPr>
            <p:spPr>
              <a:xfrm>
                <a:off x="3889110" y="0"/>
                <a:ext cx="486139" cy="68580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27" name="Прямоугольник 26">
                <a:extLst>
                  <a:ext uri="{FF2B5EF4-FFF2-40B4-BE49-F238E27FC236}">
                    <a16:creationId xmlns:a16="http://schemas.microsoft.com/office/drawing/2014/main" id="{B0EC3FCC-3242-4A5F-BA9A-F5CB3D6DD528}"/>
                  </a:ext>
                </a:extLst>
              </p:cNvPr>
              <p:cNvSpPr/>
              <p:nvPr/>
            </p:nvSpPr>
            <p:spPr>
              <a:xfrm>
                <a:off x="4375249" y="0"/>
                <a:ext cx="486139" cy="68580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28" name="Прямоугольник 27">
                <a:extLst>
                  <a:ext uri="{FF2B5EF4-FFF2-40B4-BE49-F238E27FC236}">
                    <a16:creationId xmlns:a16="http://schemas.microsoft.com/office/drawing/2014/main" id="{62D52256-2091-4666-B455-AB3FBB190AA1}"/>
                  </a:ext>
                </a:extLst>
              </p:cNvPr>
              <p:cNvSpPr/>
              <p:nvPr/>
            </p:nvSpPr>
            <p:spPr>
              <a:xfrm>
                <a:off x="4861388" y="0"/>
                <a:ext cx="486139" cy="68580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29" name="Прямоугольник 28">
                <a:extLst>
                  <a:ext uri="{FF2B5EF4-FFF2-40B4-BE49-F238E27FC236}">
                    <a16:creationId xmlns:a16="http://schemas.microsoft.com/office/drawing/2014/main" id="{A79CB188-05E5-497F-80E2-C95B441C7AC0}"/>
                  </a:ext>
                </a:extLst>
              </p:cNvPr>
              <p:cNvSpPr/>
              <p:nvPr/>
            </p:nvSpPr>
            <p:spPr>
              <a:xfrm>
                <a:off x="5347527" y="0"/>
                <a:ext cx="486139" cy="68580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30" name="Прямоугольник 29">
                <a:extLst>
                  <a:ext uri="{FF2B5EF4-FFF2-40B4-BE49-F238E27FC236}">
                    <a16:creationId xmlns:a16="http://schemas.microsoft.com/office/drawing/2014/main" id="{38FDC722-3787-4DF2-8923-6A7C34AEF92B}"/>
                  </a:ext>
                </a:extLst>
              </p:cNvPr>
              <p:cNvSpPr/>
              <p:nvPr/>
            </p:nvSpPr>
            <p:spPr>
              <a:xfrm>
                <a:off x="5833666" y="0"/>
                <a:ext cx="486139" cy="68580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31" name="Прямоугольник 30">
                <a:extLst>
                  <a:ext uri="{FF2B5EF4-FFF2-40B4-BE49-F238E27FC236}">
                    <a16:creationId xmlns:a16="http://schemas.microsoft.com/office/drawing/2014/main" id="{BE88DBD0-26E3-449B-AF20-9C3C9D4F1638}"/>
                  </a:ext>
                </a:extLst>
              </p:cNvPr>
              <p:cNvSpPr/>
              <p:nvPr/>
            </p:nvSpPr>
            <p:spPr>
              <a:xfrm>
                <a:off x="6319805" y="0"/>
                <a:ext cx="486139" cy="68580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32" name="Прямоугольник 31">
                <a:extLst>
                  <a:ext uri="{FF2B5EF4-FFF2-40B4-BE49-F238E27FC236}">
                    <a16:creationId xmlns:a16="http://schemas.microsoft.com/office/drawing/2014/main" id="{776F27DC-E892-4D73-B0F8-118D14F67E32}"/>
                  </a:ext>
                </a:extLst>
              </p:cNvPr>
              <p:cNvSpPr/>
              <p:nvPr/>
            </p:nvSpPr>
            <p:spPr>
              <a:xfrm>
                <a:off x="6805944" y="0"/>
                <a:ext cx="486139" cy="68580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33" name="Прямоугольник 32">
                <a:extLst>
                  <a:ext uri="{FF2B5EF4-FFF2-40B4-BE49-F238E27FC236}">
                    <a16:creationId xmlns:a16="http://schemas.microsoft.com/office/drawing/2014/main" id="{152D549E-C182-431B-8732-F0705454200E}"/>
                  </a:ext>
                </a:extLst>
              </p:cNvPr>
              <p:cNvSpPr/>
              <p:nvPr/>
            </p:nvSpPr>
            <p:spPr>
              <a:xfrm>
                <a:off x="7292083" y="0"/>
                <a:ext cx="486139" cy="68580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34" name="Прямоугольник 33">
                <a:extLst>
                  <a:ext uri="{FF2B5EF4-FFF2-40B4-BE49-F238E27FC236}">
                    <a16:creationId xmlns:a16="http://schemas.microsoft.com/office/drawing/2014/main" id="{4E7C4C47-3AC0-44BC-98DC-E3D035569674}"/>
                  </a:ext>
                </a:extLst>
              </p:cNvPr>
              <p:cNvSpPr/>
              <p:nvPr/>
            </p:nvSpPr>
            <p:spPr>
              <a:xfrm>
                <a:off x="7778222" y="0"/>
                <a:ext cx="486139" cy="68580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35" name="Прямоугольник 34">
                <a:extLst>
                  <a:ext uri="{FF2B5EF4-FFF2-40B4-BE49-F238E27FC236}">
                    <a16:creationId xmlns:a16="http://schemas.microsoft.com/office/drawing/2014/main" id="{9643B8DE-ADFC-4106-8B2A-6B39CF7089EE}"/>
                  </a:ext>
                </a:extLst>
              </p:cNvPr>
              <p:cNvSpPr/>
              <p:nvPr/>
            </p:nvSpPr>
            <p:spPr>
              <a:xfrm>
                <a:off x="8264361" y="0"/>
                <a:ext cx="486139" cy="68580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</p:grpSp>
        <p:grpSp>
          <p:nvGrpSpPr>
            <p:cNvPr id="5" name="Группа 4">
              <a:extLst>
                <a:ext uri="{FF2B5EF4-FFF2-40B4-BE49-F238E27FC236}">
                  <a16:creationId xmlns:a16="http://schemas.microsoft.com/office/drawing/2014/main" id="{49791603-02CE-4D09-8544-98B85158BB13}"/>
                </a:ext>
              </a:extLst>
            </p:cNvPr>
            <p:cNvGrpSpPr/>
            <p:nvPr/>
          </p:nvGrpSpPr>
          <p:grpSpPr>
            <a:xfrm>
              <a:off x="0" y="0"/>
              <a:ext cx="12192000" cy="6858000"/>
              <a:chOff x="0" y="0"/>
              <a:chExt cx="12192000" cy="6400800"/>
            </a:xfrm>
            <a:noFill/>
          </p:grpSpPr>
          <p:sp>
            <p:nvSpPr>
              <p:cNvPr id="6" name="Прямоугольник 5">
                <a:extLst>
                  <a:ext uri="{FF2B5EF4-FFF2-40B4-BE49-F238E27FC236}">
                    <a16:creationId xmlns:a16="http://schemas.microsoft.com/office/drawing/2014/main" id="{92031D28-254C-471F-96DA-8CB271766BEE}"/>
                  </a:ext>
                </a:extLst>
              </p:cNvPr>
              <p:cNvSpPr/>
              <p:nvPr/>
            </p:nvSpPr>
            <p:spPr>
              <a:xfrm>
                <a:off x="0" y="0"/>
                <a:ext cx="12192000" cy="5334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7" name="Прямоугольник 6">
                <a:extLst>
                  <a:ext uri="{FF2B5EF4-FFF2-40B4-BE49-F238E27FC236}">
                    <a16:creationId xmlns:a16="http://schemas.microsoft.com/office/drawing/2014/main" id="{9CBDAA7A-D429-43F2-A2EE-1E07EB443F3E}"/>
                  </a:ext>
                </a:extLst>
              </p:cNvPr>
              <p:cNvSpPr/>
              <p:nvPr/>
            </p:nvSpPr>
            <p:spPr>
              <a:xfrm>
                <a:off x="0" y="533400"/>
                <a:ext cx="12192000" cy="5334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8" name="Прямоугольник 7">
                <a:extLst>
                  <a:ext uri="{FF2B5EF4-FFF2-40B4-BE49-F238E27FC236}">
                    <a16:creationId xmlns:a16="http://schemas.microsoft.com/office/drawing/2014/main" id="{1D10029B-6BAB-4E5E-9438-484EE11EF512}"/>
                  </a:ext>
                </a:extLst>
              </p:cNvPr>
              <p:cNvSpPr/>
              <p:nvPr/>
            </p:nvSpPr>
            <p:spPr>
              <a:xfrm>
                <a:off x="0" y="1066800"/>
                <a:ext cx="12192000" cy="5334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9" name="Прямоугольник 8">
                <a:extLst>
                  <a:ext uri="{FF2B5EF4-FFF2-40B4-BE49-F238E27FC236}">
                    <a16:creationId xmlns:a16="http://schemas.microsoft.com/office/drawing/2014/main" id="{E469515C-BABE-429E-BD96-D6201E064EE4}"/>
                  </a:ext>
                </a:extLst>
              </p:cNvPr>
              <p:cNvSpPr/>
              <p:nvPr/>
            </p:nvSpPr>
            <p:spPr>
              <a:xfrm>
                <a:off x="0" y="1600200"/>
                <a:ext cx="12192000" cy="5334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10" name="Прямоугольник 9">
                <a:extLst>
                  <a:ext uri="{FF2B5EF4-FFF2-40B4-BE49-F238E27FC236}">
                    <a16:creationId xmlns:a16="http://schemas.microsoft.com/office/drawing/2014/main" id="{83D20425-307C-44C1-94BC-2CF65A58DF57}"/>
                  </a:ext>
                </a:extLst>
              </p:cNvPr>
              <p:cNvSpPr/>
              <p:nvPr/>
            </p:nvSpPr>
            <p:spPr>
              <a:xfrm>
                <a:off x="0" y="2133600"/>
                <a:ext cx="12192000" cy="5334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11" name="Прямоугольник 10">
                <a:extLst>
                  <a:ext uri="{FF2B5EF4-FFF2-40B4-BE49-F238E27FC236}">
                    <a16:creationId xmlns:a16="http://schemas.microsoft.com/office/drawing/2014/main" id="{60897EA5-6CDE-4BE9-A4EA-331BE755ECB3}"/>
                  </a:ext>
                </a:extLst>
              </p:cNvPr>
              <p:cNvSpPr/>
              <p:nvPr/>
            </p:nvSpPr>
            <p:spPr>
              <a:xfrm>
                <a:off x="0" y="2667000"/>
                <a:ext cx="12192000" cy="5334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12" name="Прямоугольник 11">
                <a:extLst>
                  <a:ext uri="{FF2B5EF4-FFF2-40B4-BE49-F238E27FC236}">
                    <a16:creationId xmlns:a16="http://schemas.microsoft.com/office/drawing/2014/main" id="{F52D57F8-967A-465E-B2FD-95D3308E6B25}"/>
                  </a:ext>
                </a:extLst>
              </p:cNvPr>
              <p:cNvSpPr/>
              <p:nvPr/>
            </p:nvSpPr>
            <p:spPr>
              <a:xfrm>
                <a:off x="0" y="3200400"/>
                <a:ext cx="12192000" cy="5334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13" name="Прямоугольник 12">
                <a:extLst>
                  <a:ext uri="{FF2B5EF4-FFF2-40B4-BE49-F238E27FC236}">
                    <a16:creationId xmlns:a16="http://schemas.microsoft.com/office/drawing/2014/main" id="{E5E3D5BD-7AD4-4228-B7CA-E471F644A3BA}"/>
                  </a:ext>
                </a:extLst>
              </p:cNvPr>
              <p:cNvSpPr/>
              <p:nvPr/>
            </p:nvSpPr>
            <p:spPr>
              <a:xfrm>
                <a:off x="0" y="3733800"/>
                <a:ext cx="12192000" cy="5334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14" name="Прямоугольник 13">
                <a:extLst>
                  <a:ext uri="{FF2B5EF4-FFF2-40B4-BE49-F238E27FC236}">
                    <a16:creationId xmlns:a16="http://schemas.microsoft.com/office/drawing/2014/main" id="{CC0CCDAB-789D-4D99-BF0F-55067D6E55D2}"/>
                  </a:ext>
                </a:extLst>
              </p:cNvPr>
              <p:cNvSpPr/>
              <p:nvPr/>
            </p:nvSpPr>
            <p:spPr>
              <a:xfrm>
                <a:off x="0" y="4267200"/>
                <a:ext cx="12192000" cy="5334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15" name="Прямоугольник 14">
                <a:extLst>
                  <a:ext uri="{FF2B5EF4-FFF2-40B4-BE49-F238E27FC236}">
                    <a16:creationId xmlns:a16="http://schemas.microsoft.com/office/drawing/2014/main" id="{94B2E5C6-0BC0-4BAC-B0E1-A2FD92B91FC0}"/>
                  </a:ext>
                </a:extLst>
              </p:cNvPr>
              <p:cNvSpPr/>
              <p:nvPr/>
            </p:nvSpPr>
            <p:spPr>
              <a:xfrm>
                <a:off x="0" y="4800600"/>
                <a:ext cx="12192000" cy="5334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16" name="Прямоугольник 15">
                <a:extLst>
                  <a:ext uri="{FF2B5EF4-FFF2-40B4-BE49-F238E27FC236}">
                    <a16:creationId xmlns:a16="http://schemas.microsoft.com/office/drawing/2014/main" id="{DC6ABE7E-1967-4DE3-BA13-E016E8644F1B}"/>
                  </a:ext>
                </a:extLst>
              </p:cNvPr>
              <p:cNvSpPr/>
              <p:nvPr/>
            </p:nvSpPr>
            <p:spPr>
              <a:xfrm>
                <a:off x="0" y="5334000"/>
                <a:ext cx="12192000" cy="5334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17" name="Прямоугольник 16">
                <a:extLst>
                  <a:ext uri="{FF2B5EF4-FFF2-40B4-BE49-F238E27FC236}">
                    <a16:creationId xmlns:a16="http://schemas.microsoft.com/office/drawing/2014/main" id="{45B014AE-172C-41CD-8940-49259D24A242}"/>
                  </a:ext>
                </a:extLst>
              </p:cNvPr>
              <p:cNvSpPr/>
              <p:nvPr/>
            </p:nvSpPr>
            <p:spPr>
              <a:xfrm>
                <a:off x="0" y="5867400"/>
                <a:ext cx="12192000" cy="5334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</p:grpSp>
      </p:grpSp>
      <p:pic>
        <p:nvPicPr>
          <p:cNvPr id="82" name="Рисунок 81">
            <a:extLst>
              <a:ext uri="{FF2B5EF4-FFF2-40B4-BE49-F238E27FC236}">
                <a16:creationId xmlns:a16="http://schemas.microsoft.com/office/drawing/2014/main" id="{39704819-94F2-4591-BEB1-8661E55DAD6C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1714401" flipH="1">
            <a:off x="11521677" y="2748883"/>
            <a:ext cx="4570857" cy="6858000"/>
          </a:xfrm>
          <a:prstGeom prst="rect">
            <a:avLst/>
          </a:prstGeom>
        </p:spPr>
      </p:pic>
      <p:sp>
        <p:nvSpPr>
          <p:cNvPr id="48" name="Прямоугольник: скругленные углы 47">
            <a:extLst>
              <a:ext uri="{FF2B5EF4-FFF2-40B4-BE49-F238E27FC236}">
                <a16:creationId xmlns:a16="http://schemas.microsoft.com/office/drawing/2014/main" id="{EEB094A8-DD98-4681-A8FA-2D6D77FACA84}"/>
              </a:ext>
            </a:extLst>
          </p:cNvPr>
          <p:cNvSpPr/>
          <p:nvPr/>
        </p:nvSpPr>
        <p:spPr>
          <a:xfrm>
            <a:off x="-12413462" y="1725200"/>
            <a:ext cx="4741336" cy="1891553"/>
          </a:xfrm>
          <a:prstGeom prst="roundRect">
            <a:avLst>
              <a:gd name="adj" fmla="val 10843"/>
            </a:avLst>
          </a:prstGeom>
          <a:solidFill>
            <a:schemeClr val="bg1">
              <a:alpha val="20000"/>
            </a:schemeClr>
          </a:solidFill>
          <a:ln w="12700">
            <a:gradFill>
              <a:gsLst>
                <a:gs pos="0">
                  <a:schemeClr val="accent1">
                    <a:lumMod val="5000"/>
                    <a:lumOff val="95000"/>
                  </a:schemeClr>
                </a:gs>
                <a:gs pos="74000">
                  <a:schemeClr val="accent1">
                    <a:lumMod val="45000"/>
                    <a:lumOff val="55000"/>
                  </a:schemeClr>
                </a:gs>
                <a:gs pos="83000">
                  <a:schemeClr val="accent1">
                    <a:lumMod val="45000"/>
                    <a:lumOff val="55000"/>
                  </a:schemeClr>
                </a:gs>
                <a:gs pos="100000">
                  <a:schemeClr val="accent1">
                    <a:lumMod val="30000"/>
                    <a:lumOff val="70000"/>
                  </a:schemeClr>
                </a:gs>
              </a:gsLst>
              <a:lin ang="5400000" scaled="1"/>
            </a:gra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56" name="Прямоугольник: скругленные углы 55">
            <a:extLst>
              <a:ext uri="{FF2B5EF4-FFF2-40B4-BE49-F238E27FC236}">
                <a16:creationId xmlns:a16="http://schemas.microsoft.com/office/drawing/2014/main" id="{E8B6D647-6B07-45B8-AE36-C6DB0C184D53}"/>
              </a:ext>
            </a:extLst>
          </p:cNvPr>
          <p:cNvSpPr/>
          <p:nvPr/>
        </p:nvSpPr>
        <p:spPr>
          <a:xfrm>
            <a:off x="-3275711" y="1714240"/>
            <a:ext cx="3171586" cy="4000500"/>
          </a:xfrm>
          <a:prstGeom prst="roundRect">
            <a:avLst>
              <a:gd name="adj" fmla="val 5898"/>
            </a:avLst>
          </a:prstGeom>
          <a:solidFill>
            <a:schemeClr val="bg1">
              <a:alpha val="20000"/>
            </a:schemeClr>
          </a:solidFill>
          <a:ln w="12700">
            <a:gradFill>
              <a:gsLst>
                <a:gs pos="0">
                  <a:schemeClr val="accent1">
                    <a:lumMod val="5000"/>
                    <a:lumOff val="95000"/>
                  </a:schemeClr>
                </a:gs>
                <a:gs pos="74000">
                  <a:schemeClr val="accent1">
                    <a:lumMod val="45000"/>
                    <a:lumOff val="55000"/>
                  </a:schemeClr>
                </a:gs>
                <a:gs pos="83000">
                  <a:schemeClr val="accent1">
                    <a:lumMod val="45000"/>
                    <a:lumOff val="55000"/>
                  </a:schemeClr>
                </a:gs>
                <a:gs pos="100000">
                  <a:schemeClr val="accent1">
                    <a:lumMod val="30000"/>
                    <a:lumOff val="70000"/>
                  </a:schemeClr>
                </a:gs>
              </a:gsLst>
              <a:lin ang="5400000" scaled="1"/>
            </a:gra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57" name="Прямоугольник: скругленные углы 56">
            <a:extLst>
              <a:ext uri="{FF2B5EF4-FFF2-40B4-BE49-F238E27FC236}">
                <a16:creationId xmlns:a16="http://schemas.microsoft.com/office/drawing/2014/main" id="{3EB25760-E152-4741-ACA5-FE5B90F3E1E3}"/>
              </a:ext>
            </a:extLst>
          </p:cNvPr>
          <p:cNvSpPr/>
          <p:nvPr/>
        </p:nvSpPr>
        <p:spPr>
          <a:xfrm>
            <a:off x="-9498058" y="3823317"/>
            <a:ext cx="4741336" cy="1891553"/>
          </a:xfrm>
          <a:prstGeom prst="roundRect">
            <a:avLst>
              <a:gd name="adj" fmla="val 10843"/>
            </a:avLst>
          </a:prstGeom>
          <a:solidFill>
            <a:schemeClr val="bg1">
              <a:alpha val="20000"/>
            </a:schemeClr>
          </a:solidFill>
          <a:ln w="12700">
            <a:gradFill>
              <a:gsLst>
                <a:gs pos="0">
                  <a:schemeClr val="accent1">
                    <a:lumMod val="5000"/>
                    <a:lumOff val="95000"/>
                  </a:schemeClr>
                </a:gs>
                <a:gs pos="74000">
                  <a:schemeClr val="accent1">
                    <a:lumMod val="45000"/>
                    <a:lumOff val="55000"/>
                  </a:schemeClr>
                </a:gs>
                <a:gs pos="83000">
                  <a:schemeClr val="accent1">
                    <a:lumMod val="45000"/>
                    <a:lumOff val="55000"/>
                  </a:schemeClr>
                </a:gs>
                <a:gs pos="100000">
                  <a:schemeClr val="accent1">
                    <a:lumMod val="30000"/>
                    <a:lumOff val="70000"/>
                  </a:schemeClr>
                </a:gs>
              </a:gsLst>
              <a:lin ang="5400000" scaled="1"/>
            </a:gra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A88F6501-BDC2-4A86-954D-9629362586D3}"/>
              </a:ext>
            </a:extLst>
          </p:cNvPr>
          <p:cNvSpPr txBox="1"/>
          <p:nvPr/>
        </p:nvSpPr>
        <p:spPr>
          <a:xfrm>
            <a:off x="-11860910" y="1873379"/>
            <a:ext cx="2012648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2000" dirty="0">
                <a:solidFill>
                  <a:srgbClr val="08EDE8"/>
                </a:solidFill>
                <a:latin typeface="Montserrat Medium" panose="00000600000000000000" pitchFamily="2" charset="-52"/>
              </a:rPr>
              <a:t>Імерсивність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A513FD88-390E-41FE-8B89-D8330CF26328}"/>
              </a:ext>
            </a:extLst>
          </p:cNvPr>
          <p:cNvSpPr txBox="1"/>
          <p:nvPr/>
        </p:nvSpPr>
        <p:spPr>
          <a:xfrm>
            <a:off x="-8945507" y="4001283"/>
            <a:ext cx="3322765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2000" dirty="0" err="1">
                <a:solidFill>
                  <a:srgbClr val="08EDE8"/>
                </a:solidFill>
                <a:latin typeface="Montserrat Medium" panose="00000600000000000000" pitchFamily="2" charset="-52"/>
              </a:rPr>
              <a:t>Доступність</a:t>
            </a:r>
            <a:r>
              <a:rPr lang="ru-RU" sz="2000" dirty="0">
                <a:solidFill>
                  <a:srgbClr val="08EDE8"/>
                </a:solidFill>
                <a:latin typeface="Montserrat Medium" panose="00000600000000000000" pitchFamily="2" charset="-52"/>
              </a:rPr>
              <a:t> </a:t>
            </a:r>
            <a:r>
              <a:rPr lang="ru-RU" sz="2000" dirty="0" err="1">
                <a:solidFill>
                  <a:srgbClr val="08EDE8"/>
                </a:solidFill>
                <a:latin typeface="Montserrat Medium" panose="00000600000000000000" pitchFamily="2" charset="-52"/>
              </a:rPr>
              <a:t>розробки</a:t>
            </a:r>
            <a:endParaRPr lang="ru-RU" sz="2000" dirty="0">
              <a:solidFill>
                <a:srgbClr val="08EDE8"/>
              </a:solidFill>
              <a:latin typeface="Montserrat Medium" panose="00000600000000000000" pitchFamily="2" charset="-52"/>
            </a:endParaRP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405EFB26-48E4-4249-A83C-83CC3A8E136C}"/>
              </a:ext>
            </a:extLst>
          </p:cNvPr>
          <p:cNvSpPr txBox="1"/>
          <p:nvPr/>
        </p:nvSpPr>
        <p:spPr>
          <a:xfrm>
            <a:off x="-3275712" y="1865195"/>
            <a:ext cx="317158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uk-UA" sz="1400" dirty="0">
                <a:solidFill>
                  <a:schemeClr val="bg1"/>
                </a:solidFill>
                <a:latin typeface="Montserrat Medium" panose="00000600000000000000" pitchFamily="2" charset="-52"/>
              </a:rPr>
              <a:t>П</a:t>
            </a:r>
            <a:r>
              <a:rPr lang="ru-RU" sz="1400" dirty="0" err="1">
                <a:solidFill>
                  <a:schemeClr val="bg1"/>
                </a:solidFill>
                <a:latin typeface="Montserrat Medium" panose="00000600000000000000" pitchFamily="2" charset="-52"/>
              </a:rPr>
              <a:t>рогноз</a:t>
            </a:r>
            <a:r>
              <a:rPr lang="ru-RU" sz="1400" dirty="0">
                <a:solidFill>
                  <a:schemeClr val="bg1"/>
                </a:solidFill>
                <a:latin typeface="Montserrat Medium" panose="00000600000000000000" pitchFamily="2" charset="-52"/>
              </a:rPr>
              <a:t> ринку до 2034</a:t>
            </a:r>
            <a:r>
              <a:rPr lang="en-US" sz="1400" dirty="0">
                <a:solidFill>
                  <a:schemeClr val="bg1"/>
                </a:solidFill>
                <a:latin typeface="Montserrat Medium" panose="00000600000000000000" pitchFamily="2" charset="-52"/>
              </a:rPr>
              <a:t> </a:t>
            </a:r>
            <a:r>
              <a:rPr lang="uk-UA" sz="1400" dirty="0">
                <a:solidFill>
                  <a:schemeClr val="bg1"/>
                </a:solidFill>
                <a:latin typeface="Montserrat Medium" panose="00000600000000000000" pitchFamily="2" charset="-52"/>
              </a:rPr>
              <a:t>року</a:t>
            </a:r>
            <a:endParaRPr lang="ru-RU" sz="1400" dirty="0">
              <a:solidFill>
                <a:schemeClr val="bg1"/>
              </a:solidFill>
              <a:latin typeface="Montserrat Medium" panose="00000600000000000000" pitchFamily="2" charset="-52"/>
            </a:endParaRPr>
          </a:p>
        </p:txBody>
      </p:sp>
      <p:pic>
        <p:nvPicPr>
          <p:cNvPr id="68" name="Рисунок 67">
            <a:extLst>
              <a:ext uri="{FF2B5EF4-FFF2-40B4-BE49-F238E27FC236}">
                <a16:creationId xmlns:a16="http://schemas.microsoft.com/office/drawing/2014/main" id="{1976138C-329C-4E83-92D0-4F26E7373FD8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-12345151" y="1769207"/>
            <a:ext cx="531424" cy="531424"/>
          </a:xfrm>
          <a:prstGeom prst="rect">
            <a:avLst/>
          </a:prstGeom>
        </p:spPr>
      </p:pic>
      <p:pic>
        <p:nvPicPr>
          <p:cNvPr id="70" name="Рисунок 69">
            <a:extLst>
              <a:ext uri="{FF2B5EF4-FFF2-40B4-BE49-F238E27FC236}">
                <a16:creationId xmlns:a16="http://schemas.microsoft.com/office/drawing/2014/main" id="{5532B5DF-2062-4B98-BCAB-6BEBDFFE84C5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-9429673" y="3876179"/>
            <a:ext cx="531424" cy="531424"/>
          </a:xfrm>
          <a:prstGeom prst="rect">
            <a:avLst/>
          </a:prstGeom>
        </p:spPr>
      </p:pic>
      <p:sp>
        <p:nvSpPr>
          <p:cNvPr id="71" name="TextBox 70">
            <a:extLst>
              <a:ext uri="{FF2B5EF4-FFF2-40B4-BE49-F238E27FC236}">
                <a16:creationId xmlns:a16="http://schemas.microsoft.com/office/drawing/2014/main" id="{31446FF1-A034-4C40-A33C-EE260818F6C1}"/>
              </a:ext>
            </a:extLst>
          </p:cNvPr>
          <p:cNvSpPr txBox="1"/>
          <p:nvPr/>
        </p:nvSpPr>
        <p:spPr>
          <a:xfrm>
            <a:off x="-9510565" y="4503345"/>
            <a:ext cx="4741336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1400" dirty="0">
                <a:solidFill>
                  <a:srgbClr val="FF0000"/>
                </a:solidFill>
                <a:latin typeface="Montserrat Medium" panose="00000600000000000000" pitchFamily="2" charset="-52"/>
              </a:rPr>
              <a:t>ШІ </a:t>
            </a:r>
            <a:r>
              <a:rPr lang="ru-RU" sz="1400" dirty="0" err="1">
                <a:solidFill>
                  <a:srgbClr val="FF0000"/>
                </a:solidFill>
                <a:latin typeface="Montserrat Medium" panose="00000600000000000000" pitchFamily="2" charset="-52"/>
              </a:rPr>
              <a:t>змінює</a:t>
            </a:r>
            <a:r>
              <a:rPr lang="ru-RU" sz="1400" dirty="0">
                <a:solidFill>
                  <a:srgbClr val="FF0000"/>
                </a:solidFill>
                <a:latin typeface="Montserrat Medium" panose="00000600000000000000" pitchFamily="2" charset="-52"/>
              </a:rPr>
              <a:t> </a:t>
            </a:r>
            <a:r>
              <a:rPr lang="ru-RU" sz="1400" dirty="0" err="1">
                <a:solidFill>
                  <a:srgbClr val="FF0000"/>
                </a:solidFill>
                <a:latin typeface="Montserrat Medium" panose="00000600000000000000" pitchFamily="2" charset="-52"/>
              </a:rPr>
              <a:t>сприйняття</a:t>
            </a:r>
            <a:r>
              <a:rPr lang="ru-RU" sz="1400" dirty="0">
                <a:solidFill>
                  <a:srgbClr val="FF0000"/>
                </a:solidFill>
                <a:latin typeface="Montserrat Medium" panose="00000600000000000000" pitchFamily="2" charset="-52"/>
              </a:rPr>
              <a:t>: </a:t>
            </a:r>
            <a:r>
              <a:rPr lang="ru-RU" sz="1400" dirty="0" err="1">
                <a:solidFill>
                  <a:srgbClr val="FF0000"/>
                </a:solidFill>
                <a:latin typeface="Montserrat Medium" panose="00000600000000000000" pitchFamily="2" charset="-52"/>
              </a:rPr>
              <a:t>світ</a:t>
            </a:r>
            <a:r>
              <a:rPr lang="ru-RU" sz="1400" dirty="0">
                <a:solidFill>
                  <a:srgbClr val="FF0000"/>
                </a:solidFill>
                <a:latin typeface="Montserrat Medium" panose="00000600000000000000" pitchFamily="2" charset="-52"/>
              </a:rPr>
              <a:t> </a:t>
            </a:r>
            <a:r>
              <a:rPr lang="ru-RU" sz="1400" dirty="0" err="1">
                <a:solidFill>
                  <a:srgbClr val="FF0000"/>
                </a:solidFill>
                <a:latin typeface="Montserrat Medium" panose="00000600000000000000" pitchFamily="2" charset="-52"/>
              </a:rPr>
              <a:t>перестає</a:t>
            </a:r>
            <a:r>
              <a:rPr lang="ru-RU" sz="1400" dirty="0">
                <a:solidFill>
                  <a:srgbClr val="FF0000"/>
                </a:solidFill>
                <a:latin typeface="Montserrat Medium" panose="00000600000000000000" pitchFamily="2" charset="-52"/>
              </a:rPr>
              <a:t> бути </a:t>
            </a:r>
            <a:r>
              <a:rPr lang="ru-RU" sz="1400" dirty="0" err="1">
                <a:solidFill>
                  <a:srgbClr val="FF0000"/>
                </a:solidFill>
                <a:latin typeface="Montserrat Medium" panose="00000600000000000000" pitchFamily="2" charset="-52"/>
              </a:rPr>
              <a:t>декорацією</a:t>
            </a:r>
            <a:r>
              <a:rPr lang="ru-RU" sz="1400" dirty="0">
                <a:solidFill>
                  <a:srgbClr val="FF0000"/>
                </a:solidFill>
                <a:latin typeface="Montserrat Medium" panose="00000600000000000000" pitchFamily="2" charset="-52"/>
              </a:rPr>
              <a:t>. </a:t>
            </a:r>
            <a:r>
              <a:rPr lang="ru-RU" sz="1400" dirty="0" err="1">
                <a:solidFill>
                  <a:srgbClr val="FF0000"/>
                </a:solidFill>
                <a:latin typeface="Montserrat Medium" panose="00000600000000000000" pitchFamily="2" charset="-52"/>
              </a:rPr>
              <a:t>Гравець</a:t>
            </a:r>
            <a:r>
              <a:rPr lang="ru-RU" sz="1400" dirty="0">
                <a:solidFill>
                  <a:srgbClr val="FF0000"/>
                </a:solidFill>
                <a:latin typeface="Montserrat Medium" panose="00000600000000000000" pitchFamily="2" charset="-52"/>
              </a:rPr>
              <a:t> </a:t>
            </a:r>
            <a:r>
              <a:rPr lang="ru-RU" sz="1400" dirty="0" err="1">
                <a:solidFill>
                  <a:srgbClr val="FF0000"/>
                </a:solidFill>
                <a:latin typeface="Montserrat Medium" panose="00000600000000000000" pitchFamily="2" charset="-52"/>
              </a:rPr>
              <a:t>відчуває</a:t>
            </a:r>
            <a:r>
              <a:rPr lang="ru-RU" sz="1400" dirty="0">
                <a:solidFill>
                  <a:srgbClr val="FF0000"/>
                </a:solidFill>
                <a:latin typeface="Montserrat Medium" panose="00000600000000000000" pitchFamily="2" charset="-52"/>
              </a:rPr>
              <a:t> </a:t>
            </a:r>
            <a:r>
              <a:rPr lang="ru-RU" sz="1400" dirty="0" err="1">
                <a:solidFill>
                  <a:srgbClr val="FF0000"/>
                </a:solidFill>
                <a:latin typeface="Montserrat Medium" panose="00000600000000000000" pitchFamily="2" charset="-52"/>
              </a:rPr>
              <a:t>віддачу</a:t>
            </a:r>
            <a:r>
              <a:rPr lang="ru-RU" sz="1400" dirty="0">
                <a:solidFill>
                  <a:srgbClr val="FF0000"/>
                </a:solidFill>
                <a:latin typeface="Montserrat Medium" panose="00000600000000000000" pitchFamily="2" charset="-52"/>
              </a:rPr>
              <a:t>, коли NPC </a:t>
            </a:r>
            <a:r>
              <a:rPr lang="ru-RU" sz="1400" dirty="0" err="1">
                <a:solidFill>
                  <a:srgbClr val="FF0000"/>
                </a:solidFill>
                <a:latin typeface="Montserrat Medium" panose="00000600000000000000" pitchFamily="2" charset="-52"/>
              </a:rPr>
              <a:t>реагують</a:t>
            </a:r>
            <a:r>
              <a:rPr lang="ru-RU" sz="1400" dirty="0">
                <a:solidFill>
                  <a:srgbClr val="FF0000"/>
                </a:solidFill>
                <a:latin typeface="Montserrat Medium" panose="00000600000000000000" pitchFamily="2" charset="-52"/>
              </a:rPr>
              <a:t> на </a:t>
            </a:r>
            <a:r>
              <a:rPr lang="ru-RU" sz="1400" dirty="0" err="1">
                <a:solidFill>
                  <a:srgbClr val="FF0000"/>
                </a:solidFill>
                <a:latin typeface="Montserrat Medium" panose="00000600000000000000" pitchFamily="2" charset="-52"/>
              </a:rPr>
              <a:t>його</a:t>
            </a:r>
            <a:r>
              <a:rPr lang="ru-RU" sz="1400" dirty="0">
                <a:solidFill>
                  <a:srgbClr val="FF0000"/>
                </a:solidFill>
                <a:latin typeface="Montserrat Medium" panose="00000600000000000000" pitchFamily="2" charset="-52"/>
              </a:rPr>
              <a:t> стиль </a:t>
            </a:r>
            <a:r>
              <a:rPr lang="ru-RU" sz="1400" dirty="0" err="1">
                <a:solidFill>
                  <a:srgbClr val="FF0000"/>
                </a:solidFill>
                <a:latin typeface="Montserrat Medium" panose="00000600000000000000" pitchFamily="2" charset="-52"/>
              </a:rPr>
              <a:t>гри</a:t>
            </a:r>
            <a:r>
              <a:rPr lang="ru-RU" sz="1400" dirty="0">
                <a:solidFill>
                  <a:srgbClr val="FF0000"/>
                </a:solidFill>
                <a:latin typeface="Montserrat Medium" panose="00000600000000000000" pitchFamily="2" charset="-52"/>
              </a:rPr>
              <a:t>, а не просто </a:t>
            </a:r>
            <a:r>
              <a:rPr lang="ru-RU" sz="1400" dirty="0" err="1">
                <a:solidFill>
                  <a:srgbClr val="FF0000"/>
                </a:solidFill>
                <a:latin typeface="Montserrat Medium" panose="00000600000000000000" pitchFamily="2" charset="-52"/>
              </a:rPr>
              <a:t>ходять</a:t>
            </a:r>
            <a:r>
              <a:rPr lang="ru-RU" sz="1400" dirty="0">
                <a:solidFill>
                  <a:srgbClr val="FF0000"/>
                </a:solidFill>
                <a:latin typeface="Montserrat Medium" panose="00000600000000000000" pitchFamily="2" charset="-52"/>
              </a:rPr>
              <a:t> по колу.</a:t>
            </a: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8405E7FA-EED3-48D0-ADD3-E8B90F7E30D2}"/>
              </a:ext>
            </a:extLst>
          </p:cNvPr>
          <p:cNvSpPr txBox="1"/>
          <p:nvPr/>
        </p:nvSpPr>
        <p:spPr>
          <a:xfrm>
            <a:off x="-12425969" y="2322262"/>
            <a:ext cx="4741336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1400" dirty="0">
                <a:solidFill>
                  <a:schemeClr val="bg1"/>
                </a:solidFill>
                <a:latin typeface="Montserrat Medium" panose="00000600000000000000" pitchFamily="2" charset="-52"/>
              </a:rPr>
              <a:t>ШІ </a:t>
            </a:r>
            <a:r>
              <a:rPr lang="ru-RU" sz="1400" dirty="0" err="1">
                <a:solidFill>
                  <a:schemeClr val="bg1"/>
                </a:solidFill>
                <a:latin typeface="Montserrat Medium" panose="00000600000000000000" pitchFamily="2" charset="-52"/>
              </a:rPr>
              <a:t>змінює</a:t>
            </a:r>
            <a:r>
              <a:rPr lang="ru-RU" sz="1400" dirty="0">
                <a:solidFill>
                  <a:schemeClr val="bg1"/>
                </a:solidFill>
                <a:latin typeface="Montserrat Medium" panose="00000600000000000000" pitchFamily="2" charset="-52"/>
              </a:rPr>
              <a:t> </a:t>
            </a:r>
            <a:r>
              <a:rPr lang="ru-RU" sz="1400" dirty="0" err="1">
                <a:solidFill>
                  <a:schemeClr val="bg1"/>
                </a:solidFill>
                <a:latin typeface="Montserrat Medium" panose="00000600000000000000" pitchFamily="2" charset="-52"/>
              </a:rPr>
              <a:t>сприйняття</a:t>
            </a:r>
            <a:r>
              <a:rPr lang="ru-RU" sz="1400" dirty="0">
                <a:solidFill>
                  <a:schemeClr val="bg1"/>
                </a:solidFill>
                <a:latin typeface="Montserrat Medium" panose="00000600000000000000" pitchFamily="2" charset="-52"/>
              </a:rPr>
              <a:t>: </a:t>
            </a:r>
            <a:r>
              <a:rPr lang="ru-RU" sz="1400" dirty="0" err="1">
                <a:solidFill>
                  <a:schemeClr val="bg1"/>
                </a:solidFill>
                <a:latin typeface="Montserrat Medium" panose="00000600000000000000" pitchFamily="2" charset="-52"/>
              </a:rPr>
              <a:t>світ</a:t>
            </a:r>
            <a:r>
              <a:rPr lang="ru-RU" sz="1400" dirty="0">
                <a:solidFill>
                  <a:schemeClr val="bg1"/>
                </a:solidFill>
                <a:latin typeface="Montserrat Medium" panose="00000600000000000000" pitchFamily="2" charset="-52"/>
              </a:rPr>
              <a:t> </a:t>
            </a:r>
            <a:r>
              <a:rPr lang="ru-RU" sz="1400" dirty="0" err="1">
                <a:solidFill>
                  <a:schemeClr val="bg1"/>
                </a:solidFill>
                <a:latin typeface="Montserrat Medium" panose="00000600000000000000" pitchFamily="2" charset="-52"/>
              </a:rPr>
              <a:t>перестає</a:t>
            </a:r>
            <a:r>
              <a:rPr lang="ru-RU" sz="1400" dirty="0">
                <a:solidFill>
                  <a:schemeClr val="bg1"/>
                </a:solidFill>
                <a:latin typeface="Montserrat Medium" panose="00000600000000000000" pitchFamily="2" charset="-52"/>
              </a:rPr>
              <a:t> бути </a:t>
            </a:r>
            <a:r>
              <a:rPr lang="ru-RU" sz="1400" dirty="0" err="1">
                <a:solidFill>
                  <a:schemeClr val="bg1"/>
                </a:solidFill>
                <a:latin typeface="Montserrat Medium" panose="00000600000000000000" pitchFamily="2" charset="-52"/>
              </a:rPr>
              <a:t>декорацією</a:t>
            </a:r>
            <a:r>
              <a:rPr lang="ru-RU" sz="1400" dirty="0">
                <a:solidFill>
                  <a:schemeClr val="bg1"/>
                </a:solidFill>
                <a:latin typeface="Montserrat Medium" panose="00000600000000000000" pitchFamily="2" charset="-52"/>
              </a:rPr>
              <a:t>. </a:t>
            </a:r>
            <a:r>
              <a:rPr lang="ru-RU" sz="1400" dirty="0" err="1">
                <a:solidFill>
                  <a:schemeClr val="bg1"/>
                </a:solidFill>
                <a:latin typeface="Montserrat Medium" panose="00000600000000000000" pitchFamily="2" charset="-52"/>
              </a:rPr>
              <a:t>Гравець</a:t>
            </a:r>
            <a:r>
              <a:rPr lang="ru-RU" sz="1400" dirty="0">
                <a:solidFill>
                  <a:schemeClr val="bg1"/>
                </a:solidFill>
                <a:latin typeface="Montserrat Medium" panose="00000600000000000000" pitchFamily="2" charset="-52"/>
              </a:rPr>
              <a:t> </a:t>
            </a:r>
            <a:r>
              <a:rPr lang="ru-RU" sz="1400" dirty="0" err="1">
                <a:solidFill>
                  <a:schemeClr val="bg1"/>
                </a:solidFill>
                <a:latin typeface="Montserrat Medium" panose="00000600000000000000" pitchFamily="2" charset="-52"/>
              </a:rPr>
              <a:t>відчуває</a:t>
            </a:r>
            <a:r>
              <a:rPr lang="ru-RU" sz="1400" dirty="0">
                <a:solidFill>
                  <a:schemeClr val="bg1"/>
                </a:solidFill>
                <a:latin typeface="Montserrat Medium" panose="00000600000000000000" pitchFamily="2" charset="-52"/>
              </a:rPr>
              <a:t> </a:t>
            </a:r>
            <a:r>
              <a:rPr lang="ru-RU" sz="1400" dirty="0" err="1">
                <a:solidFill>
                  <a:schemeClr val="bg1"/>
                </a:solidFill>
                <a:latin typeface="Montserrat Medium" panose="00000600000000000000" pitchFamily="2" charset="-52"/>
              </a:rPr>
              <a:t>віддачу</a:t>
            </a:r>
            <a:r>
              <a:rPr lang="ru-RU" sz="1400" dirty="0">
                <a:solidFill>
                  <a:schemeClr val="bg1"/>
                </a:solidFill>
                <a:latin typeface="Montserrat Medium" panose="00000600000000000000" pitchFamily="2" charset="-52"/>
              </a:rPr>
              <a:t>, коли NPC </a:t>
            </a:r>
            <a:r>
              <a:rPr lang="ru-RU" sz="1400" dirty="0" err="1">
                <a:solidFill>
                  <a:schemeClr val="bg1"/>
                </a:solidFill>
                <a:latin typeface="Montserrat Medium" panose="00000600000000000000" pitchFamily="2" charset="-52"/>
              </a:rPr>
              <a:t>реагують</a:t>
            </a:r>
            <a:r>
              <a:rPr lang="ru-RU" sz="1400" dirty="0">
                <a:solidFill>
                  <a:schemeClr val="bg1"/>
                </a:solidFill>
                <a:latin typeface="Montserrat Medium" panose="00000600000000000000" pitchFamily="2" charset="-52"/>
              </a:rPr>
              <a:t> на </a:t>
            </a:r>
            <a:r>
              <a:rPr lang="ru-RU" sz="1400" dirty="0" err="1">
                <a:solidFill>
                  <a:schemeClr val="bg1"/>
                </a:solidFill>
                <a:latin typeface="Montserrat Medium" panose="00000600000000000000" pitchFamily="2" charset="-52"/>
              </a:rPr>
              <a:t>його</a:t>
            </a:r>
            <a:r>
              <a:rPr lang="ru-RU" sz="1400" dirty="0">
                <a:solidFill>
                  <a:schemeClr val="bg1"/>
                </a:solidFill>
                <a:latin typeface="Montserrat Medium" panose="00000600000000000000" pitchFamily="2" charset="-52"/>
              </a:rPr>
              <a:t> стиль </a:t>
            </a:r>
            <a:r>
              <a:rPr lang="ru-RU" sz="1400" dirty="0" err="1">
                <a:solidFill>
                  <a:schemeClr val="bg1"/>
                </a:solidFill>
                <a:latin typeface="Montserrat Medium" panose="00000600000000000000" pitchFamily="2" charset="-52"/>
              </a:rPr>
              <a:t>гри</a:t>
            </a:r>
            <a:r>
              <a:rPr lang="ru-RU" sz="1400" dirty="0">
                <a:solidFill>
                  <a:schemeClr val="bg1"/>
                </a:solidFill>
                <a:latin typeface="Montserrat Medium" panose="00000600000000000000" pitchFamily="2" charset="-52"/>
              </a:rPr>
              <a:t>, а не просто </a:t>
            </a:r>
            <a:r>
              <a:rPr lang="ru-RU" sz="1400" dirty="0" err="1">
                <a:solidFill>
                  <a:schemeClr val="bg1"/>
                </a:solidFill>
                <a:latin typeface="Montserrat Medium" panose="00000600000000000000" pitchFamily="2" charset="-52"/>
              </a:rPr>
              <a:t>ходять</a:t>
            </a:r>
            <a:r>
              <a:rPr lang="ru-RU" sz="1400" dirty="0">
                <a:solidFill>
                  <a:schemeClr val="bg1"/>
                </a:solidFill>
                <a:latin typeface="Montserrat Medium" panose="00000600000000000000" pitchFamily="2" charset="-52"/>
              </a:rPr>
              <a:t> по колу.</a:t>
            </a: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B37F7E35-9E07-412F-912C-88C1A3A461CF}"/>
              </a:ext>
            </a:extLst>
          </p:cNvPr>
          <p:cNvSpPr txBox="1"/>
          <p:nvPr/>
        </p:nvSpPr>
        <p:spPr>
          <a:xfrm>
            <a:off x="-3275712" y="2190291"/>
            <a:ext cx="3171586" cy="523220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pPr algn="ctr"/>
            <a:r>
              <a:rPr lang="uk-UA" sz="2800" dirty="0">
                <a:gradFill>
                  <a:gsLst>
                    <a:gs pos="51000">
                      <a:schemeClr val="accent1">
                        <a:lumMod val="5000"/>
                        <a:lumOff val="95000"/>
                      </a:schemeClr>
                    </a:gs>
                    <a:gs pos="39000">
                      <a:srgbClr val="08EDE8"/>
                    </a:gs>
                    <a:gs pos="0">
                      <a:srgbClr val="5FF4FF"/>
                    </a:gs>
                    <a:gs pos="62000">
                      <a:srgbClr val="08EDE8"/>
                    </a:gs>
                    <a:gs pos="100000">
                      <a:srgbClr val="08EDE8"/>
                    </a:gs>
                  </a:gsLst>
                  <a:lin ang="13200000" scaled="0"/>
                </a:gradFill>
                <a:latin typeface="Segoe UI Black" panose="020B0A02040204020203" pitchFamily="34" charset="0"/>
                <a:ea typeface="Segoe UI Black" panose="020B0A02040204020203" pitchFamily="34" charset="0"/>
              </a:rPr>
              <a:t>$37.89млрд</a:t>
            </a:r>
            <a:endParaRPr lang="ru-RU" sz="2800" dirty="0">
              <a:gradFill>
                <a:gsLst>
                  <a:gs pos="51000">
                    <a:schemeClr val="accent1">
                      <a:lumMod val="5000"/>
                      <a:lumOff val="95000"/>
                    </a:schemeClr>
                  </a:gs>
                  <a:gs pos="39000">
                    <a:srgbClr val="08EDE8"/>
                  </a:gs>
                  <a:gs pos="0">
                    <a:srgbClr val="5FF4FF"/>
                  </a:gs>
                  <a:gs pos="62000">
                    <a:srgbClr val="08EDE8"/>
                  </a:gs>
                  <a:gs pos="100000">
                    <a:srgbClr val="08EDE8"/>
                  </a:gs>
                </a:gsLst>
                <a:lin ang="13200000" scaled="0"/>
              </a:gradFill>
              <a:latin typeface="Segoe UI Black" panose="020B0A02040204020203" pitchFamily="34" charset="0"/>
              <a:ea typeface="Segoe UI Black" panose="020B0A02040204020203" pitchFamily="34" charset="0"/>
            </a:endParaRP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5898A89E-0318-4A61-97FA-5B0DD95F32CD}"/>
              </a:ext>
            </a:extLst>
          </p:cNvPr>
          <p:cNvSpPr txBox="1"/>
          <p:nvPr/>
        </p:nvSpPr>
        <p:spPr>
          <a:xfrm>
            <a:off x="-3208493" y="2780645"/>
            <a:ext cx="3104366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1400" dirty="0" err="1">
                <a:solidFill>
                  <a:schemeClr val="bg1"/>
                </a:solidFill>
                <a:latin typeface="Montserrat Medium" panose="00000600000000000000" pitchFamily="2" charset="-52"/>
              </a:rPr>
              <a:t>Стрімке</a:t>
            </a:r>
            <a:r>
              <a:rPr lang="ru-RU" sz="1400" dirty="0">
                <a:solidFill>
                  <a:schemeClr val="bg1"/>
                </a:solidFill>
                <a:latin typeface="Montserrat Medium" panose="00000600000000000000" pitchFamily="2" charset="-52"/>
              </a:rPr>
              <a:t> </a:t>
            </a:r>
            <a:r>
              <a:rPr lang="ru-RU" sz="1400" dirty="0" err="1">
                <a:solidFill>
                  <a:schemeClr val="bg1"/>
                </a:solidFill>
                <a:latin typeface="Montserrat Medium" panose="00000600000000000000" pitchFamily="2" charset="-52"/>
              </a:rPr>
              <a:t>зростання</a:t>
            </a:r>
            <a:r>
              <a:rPr lang="ru-RU" sz="1400" dirty="0">
                <a:solidFill>
                  <a:schemeClr val="bg1"/>
                </a:solidFill>
                <a:latin typeface="Montserrat Medium" panose="00000600000000000000" pitchFamily="2" charset="-52"/>
              </a:rPr>
              <a:t> </a:t>
            </a:r>
            <a:r>
              <a:rPr lang="ru-RU" sz="1400" dirty="0" err="1">
                <a:solidFill>
                  <a:schemeClr val="bg1"/>
                </a:solidFill>
                <a:latin typeface="Montserrat Medium" panose="00000600000000000000" pitchFamily="2" charset="-52"/>
              </a:rPr>
              <a:t>від</a:t>
            </a:r>
            <a:r>
              <a:rPr lang="ru-RU" sz="1400" dirty="0">
                <a:solidFill>
                  <a:schemeClr val="bg1"/>
                </a:solidFill>
                <a:latin typeface="Montserrat Medium" panose="00000600000000000000" pitchFamily="2" charset="-52"/>
              </a:rPr>
              <a:t> </a:t>
            </a:r>
            <a:r>
              <a:rPr lang="ru-RU" sz="1400" dirty="0" err="1">
                <a:solidFill>
                  <a:schemeClr val="bg1"/>
                </a:solidFill>
                <a:latin typeface="Montserrat Medium" panose="00000600000000000000" pitchFamily="2" charset="-52"/>
              </a:rPr>
              <a:t>простих</a:t>
            </a:r>
            <a:r>
              <a:rPr lang="ru-RU" sz="1400" dirty="0">
                <a:solidFill>
                  <a:schemeClr val="bg1"/>
                </a:solidFill>
                <a:latin typeface="Montserrat Medium" panose="00000600000000000000" pitchFamily="2" charset="-52"/>
              </a:rPr>
              <a:t> </a:t>
            </a:r>
            <a:r>
              <a:rPr lang="ru-RU" sz="1400" dirty="0" err="1">
                <a:solidFill>
                  <a:schemeClr val="bg1"/>
                </a:solidFill>
                <a:latin typeface="Montserrat Medium" panose="00000600000000000000" pitchFamily="2" charset="-52"/>
              </a:rPr>
              <a:t>ботів</a:t>
            </a:r>
            <a:r>
              <a:rPr lang="ru-RU" sz="1400" dirty="0">
                <a:solidFill>
                  <a:schemeClr val="bg1"/>
                </a:solidFill>
                <a:latin typeface="Montserrat Medium" panose="00000600000000000000" pitchFamily="2" charset="-52"/>
              </a:rPr>
              <a:t> до систем, </a:t>
            </a:r>
            <a:r>
              <a:rPr lang="ru-RU" sz="1400" dirty="0" err="1">
                <a:solidFill>
                  <a:schemeClr val="bg1"/>
                </a:solidFill>
                <a:latin typeface="Montserrat Medium" panose="00000600000000000000" pitchFamily="2" charset="-52"/>
              </a:rPr>
              <a:t>що</a:t>
            </a:r>
            <a:r>
              <a:rPr lang="ru-RU" sz="1400" dirty="0">
                <a:solidFill>
                  <a:schemeClr val="bg1"/>
                </a:solidFill>
                <a:latin typeface="Montserrat Medium" panose="00000600000000000000" pitchFamily="2" charset="-52"/>
              </a:rPr>
              <a:t> </a:t>
            </a:r>
            <a:r>
              <a:rPr lang="ru-RU" sz="1400" dirty="0" err="1">
                <a:solidFill>
                  <a:schemeClr val="bg1"/>
                </a:solidFill>
                <a:latin typeface="Montserrat Medium" panose="00000600000000000000" pitchFamily="2" charset="-52"/>
              </a:rPr>
              <a:t>генерують</a:t>
            </a:r>
            <a:r>
              <a:rPr lang="ru-RU" sz="1400" dirty="0">
                <a:solidFill>
                  <a:schemeClr val="bg1"/>
                </a:solidFill>
                <a:latin typeface="Montserrat Medium" panose="00000600000000000000" pitchFamily="2" charset="-52"/>
              </a:rPr>
              <a:t> </a:t>
            </a:r>
            <a:r>
              <a:rPr lang="ru-RU" sz="1400" dirty="0" err="1">
                <a:solidFill>
                  <a:schemeClr val="bg1"/>
                </a:solidFill>
                <a:latin typeface="Montserrat Medium" panose="00000600000000000000" pitchFamily="2" charset="-52"/>
              </a:rPr>
              <a:t>цілі</a:t>
            </a:r>
            <a:r>
              <a:rPr lang="ru-RU" sz="1400" dirty="0">
                <a:solidFill>
                  <a:schemeClr val="bg1"/>
                </a:solidFill>
                <a:latin typeface="Montserrat Medium" panose="00000600000000000000" pitchFamily="2" charset="-52"/>
              </a:rPr>
              <a:t> </a:t>
            </a:r>
            <a:r>
              <a:rPr lang="ru-RU" sz="1400" dirty="0" err="1">
                <a:solidFill>
                  <a:schemeClr val="bg1"/>
                </a:solidFill>
                <a:latin typeface="Montserrat Medium" panose="00000600000000000000" pitchFamily="2" charset="-52"/>
              </a:rPr>
              <a:t>світи</a:t>
            </a:r>
            <a:r>
              <a:rPr lang="ru-RU" sz="1400" dirty="0">
                <a:solidFill>
                  <a:schemeClr val="bg1"/>
                </a:solidFill>
                <a:latin typeface="Montserrat Medium" panose="00000600000000000000" pitchFamily="2" charset="-52"/>
              </a:rPr>
              <a:t> в реальному </a:t>
            </a:r>
            <a:r>
              <a:rPr lang="ru-RU" sz="1400" dirty="0" err="1">
                <a:solidFill>
                  <a:schemeClr val="bg1"/>
                </a:solidFill>
                <a:latin typeface="Montserrat Medium" panose="00000600000000000000" pitchFamily="2" charset="-52"/>
              </a:rPr>
              <a:t>часі</a:t>
            </a:r>
            <a:r>
              <a:rPr lang="ru-RU" sz="1400" dirty="0">
                <a:solidFill>
                  <a:schemeClr val="bg1"/>
                </a:solidFill>
                <a:latin typeface="Montserrat Medium" panose="00000600000000000000" pitchFamily="2" charset="-52"/>
              </a:rPr>
              <a:t>.</a:t>
            </a:r>
          </a:p>
        </p:txBody>
      </p:sp>
      <p:pic>
        <p:nvPicPr>
          <p:cNvPr id="61" name="миниДжойстик">
            <a:extLst>
              <a:ext uri="{FF2B5EF4-FFF2-40B4-BE49-F238E27FC236}">
                <a16:creationId xmlns:a16="http://schemas.microsoft.com/office/drawing/2014/main" id="{A17584B8-9902-414D-A447-0745C12A570E}"/>
              </a:ext>
            </a:extLst>
          </p:cNvPr>
          <p:cNvPicPr>
            <a:picLocks noChangeAspect="1"/>
          </p:cNvPicPr>
          <p:nvPr/>
        </p:nvPicPr>
        <p:blipFill rotWithShape="1"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266062" t="-128771" r="227320" b="155339"/>
          <a:stretch/>
        </p:blipFill>
        <p:spPr>
          <a:xfrm rot="2335918">
            <a:off x="5397608" y="4268414"/>
            <a:ext cx="2180289" cy="1528035"/>
          </a:xfrm>
          <a:custGeom>
            <a:avLst/>
            <a:gdLst>
              <a:gd name="connsiteX0" fmla="*/ 0 w 1752174"/>
              <a:gd name="connsiteY0" fmla="*/ 0 h 1227994"/>
              <a:gd name="connsiteX1" fmla="*/ 1752174 w 1752174"/>
              <a:gd name="connsiteY1" fmla="*/ 0 h 1227994"/>
              <a:gd name="connsiteX2" fmla="*/ 1752174 w 1752174"/>
              <a:gd name="connsiteY2" fmla="*/ 606495 h 1227994"/>
              <a:gd name="connsiteX3" fmla="*/ 982821 w 1752174"/>
              <a:gd name="connsiteY3" fmla="*/ 1227994 h 1227994"/>
              <a:gd name="connsiteX4" fmla="*/ 55823 w 1752174"/>
              <a:gd name="connsiteY4" fmla="*/ 1227994 h 1227994"/>
              <a:gd name="connsiteX5" fmla="*/ 0 w 1752174"/>
              <a:gd name="connsiteY5" fmla="*/ 1158890 h 122799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1752174" h="1227994">
                <a:moveTo>
                  <a:pt x="0" y="0"/>
                </a:moveTo>
                <a:lnTo>
                  <a:pt x="1752174" y="0"/>
                </a:lnTo>
                <a:lnTo>
                  <a:pt x="1752174" y="606495"/>
                </a:lnTo>
                <a:lnTo>
                  <a:pt x="982821" y="1227994"/>
                </a:lnTo>
                <a:lnTo>
                  <a:pt x="55823" y="1227994"/>
                </a:lnTo>
                <a:lnTo>
                  <a:pt x="0" y="1158890"/>
                </a:lnTo>
                <a:close/>
              </a:path>
            </a:pathLst>
          </a:custGeom>
        </p:spPr>
      </p:pic>
      <p:cxnSp>
        <p:nvCxnSpPr>
          <p:cNvPr id="83" name="вертикаль">
            <a:extLst>
              <a:ext uri="{FF2B5EF4-FFF2-40B4-BE49-F238E27FC236}">
                <a16:creationId xmlns:a16="http://schemas.microsoft.com/office/drawing/2014/main" id="{DCD21CE6-7B73-44C8-ABED-2B45E79B26CF}"/>
              </a:ext>
            </a:extLst>
          </p:cNvPr>
          <p:cNvCxnSpPr>
            <a:cxnSpLocks/>
          </p:cNvCxnSpPr>
          <p:nvPr/>
        </p:nvCxnSpPr>
        <p:spPr>
          <a:xfrm>
            <a:off x="11495307" y="21834"/>
            <a:ext cx="19354" cy="6872452"/>
          </a:xfrm>
          <a:prstGeom prst="line">
            <a:avLst/>
          </a:prstGeom>
          <a:ln w="12700">
            <a:solidFill>
              <a:srgbClr val="08EDE8">
                <a:alpha val="50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4" name="горизонт">
            <a:extLst>
              <a:ext uri="{FF2B5EF4-FFF2-40B4-BE49-F238E27FC236}">
                <a16:creationId xmlns:a16="http://schemas.microsoft.com/office/drawing/2014/main" id="{8E24FD12-6F19-4398-B603-22615E908799}"/>
              </a:ext>
            </a:extLst>
          </p:cNvPr>
          <p:cNvCxnSpPr>
            <a:cxnSpLocks/>
          </p:cNvCxnSpPr>
          <p:nvPr/>
        </p:nvCxnSpPr>
        <p:spPr>
          <a:xfrm>
            <a:off x="19349" y="6286500"/>
            <a:ext cx="12191994" cy="0"/>
          </a:xfrm>
          <a:prstGeom prst="line">
            <a:avLst/>
          </a:prstGeom>
          <a:ln w="12700">
            <a:solidFill>
              <a:srgbClr val="08EDE8">
                <a:alpha val="50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3" name="декор">
            <a:extLst>
              <a:ext uri="{FF2B5EF4-FFF2-40B4-BE49-F238E27FC236}">
                <a16:creationId xmlns:a16="http://schemas.microsoft.com/office/drawing/2014/main" id="{49274652-B192-EDCA-1B55-F082F3B88EF7}"/>
              </a:ext>
            </a:extLst>
          </p:cNvPr>
          <p:cNvSpPr txBox="1"/>
          <p:nvPr/>
        </p:nvSpPr>
        <p:spPr>
          <a:xfrm>
            <a:off x="1" y="6222657"/>
            <a:ext cx="12191994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600" dirty="0">
                <a:solidFill>
                  <a:srgbClr val="06A29E">
                    <a:alpha val="10000"/>
                  </a:srgbClr>
                </a:solidFill>
                <a:latin typeface="Segoe UI Black" panose="020B0A02040204020203" pitchFamily="34" charset="0"/>
                <a:ea typeface="Segoe UI Black" panose="020B0A02040204020203" pitchFamily="34" charset="0"/>
              </a:rPr>
              <a:t>Project: Artificial Intelligence</a:t>
            </a:r>
            <a:endParaRPr lang="ru-UA" sz="3600" dirty="0">
              <a:solidFill>
                <a:srgbClr val="06A29E">
                  <a:alpha val="10000"/>
                </a:srgbClr>
              </a:solidFill>
              <a:latin typeface="Segoe UI Black" panose="020B0A02040204020203" pitchFamily="34" charset="0"/>
              <a:ea typeface="Segoe UI Black" panose="020B0A02040204020203" pitchFamily="34" charset="0"/>
            </a:endParaRP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D62BF7BF-BC4B-4325-B8D1-9BAC365E2B8B}"/>
              </a:ext>
            </a:extLst>
          </p:cNvPr>
          <p:cNvSpPr txBox="1"/>
          <p:nvPr/>
        </p:nvSpPr>
        <p:spPr>
          <a:xfrm>
            <a:off x="86518" y="73778"/>
            <a:ext cx="6005831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2800" dirty="0" err="1">
                <a:solidFill>
                  <a:srgbClr val="08EDE8"/>
                </a:solidFill>
                <a:latin typeface="Montserrat SemiBold" panose="00000700000000000000" pitchFamily="2" charset="-52"/>
              </a:rPr>
              <a:t>Яскраві</a:t>
            </a:r>
            <a:r>
              <a:rPr lang="ru-RU" sz="2800" dirty="0">
                <a:solidFill>
                  <a:srgbClr val="08EDE8"/>
                </a:solidFill>
                <a:latin typeface="Montserrat SemiBold" panose="00000700000000000000" pitchFamily="2" charset="-52"/>
              </a:rPr>
              <a:t> </a:t>
            </a:r>
            <a:r>
              <a:rPr lang="ru-RU" sz="2800" dirty="0" err="1">
                <a:solidFill>
                  <a:srgbClr val="08EDE8"/>
                </a:solidFill>
                <a:latin typeface="Montserrat SemiBold" panose="00000700000000000000" pitchFamily="2" charset="-52"/>
              </a:rPr>
              <a:t>приклади</a:t>
            </a:r>
            <a:r>
              <a:rPr lang="ru-RU" sz="2800" dirty="0">
                <a:solidFill>
                  <a:srgbClr val="08EDE8"/>
                </a:solidFill>
                <a:latin typeface="Montserrat SemiBold" panose="00000700000000000000" pitchFamily="2" charset="-52"/>
              </a:rPr>
              <a:t> </a:t>
            </a:r>
            <a:r>
              <a:rPr lang="ru-RU" sz="2800" dirty="0" err="1">
                <a:solidFill>
                  <a:srgbClr val="08EDE8"/>
                </a:solidFill>
                <a:latin typeface="Montserrat SemiBold" panose="00000700000000000000" pitchFamily="2" charset="-52"/>
              </a:rPr>
              <a:t>ігрового</a:t>
            </a:r>
            <a:r>
              <a:rPr lang="ru-RU" sz="2800" dirty="0">
                <a:solidFill>
                  <a:srgbClr val="08EDE8"/>
                </a:solidFill>
                <a:latin typeface="Montserrat SemiBold" panose="00000700000000000000" pitchFamily="2" charset="-52"/>
              </a:rPr>
              <a:t> ШІ</a:t>
            </a:r>
          </a:p>
        </p:txBody>
      </p:sp>
      <p:sp>
        <p:nvSpPr>
          <p:cNvPr id="66" name="!!рам1">
            <a:extLst>
              <a:ext uri="{FF2B5EF4-FFF2-40B4-BE49-F238E27FC236}">
                <a16:creationId xmlns:a16="http://schemas.microsoft.com/office/drawing/2014/main" id="{7B947CFA-0608-4312-8A41-0FE7C97BBDCE}"/>
              </a:ext>
            </a:extLst>
          </p:cNvPr>
          <p:cNvSpPr/>
          <p:nvPr/>
        </p:nvSpPr>
        <p:spPr>
          <a:xfrm>
            <a:off x="708689" y="853777"/>
            <a:ext cx="2042613" cy="433765"/>
          </a:xfrm>
          <a:prstGeom prst="roundRect">
            <a:avLst>
              <a:gd name="adj" fmla="val 27335"/>
            </a:avLst>
          </a:prstGeom>
          <a:solidFill>
            <a:schemeClr val="bg1">
              <a:alpha val="20000"/>
            </a:schemeClr>
          </a:solidFill>
          <a:ln w="12700">
            <a:gradFill>
              <a:gsLst>
                <a:gs pos="0">
                  <a:schemeClr val="accent1">
                    <a:lumMod val="5000"/>
                    <a:lumOff val="95000"/>
                  </a:schemeClr>
                </a:gs>
                <a:gs pos="74000">
                  <a:schemeClr val="accent1">
                    <a:lumMod val="45000"/>
                    <a:lumOff val="55000"/>
                  </a:schemeClr>
                </a:gs>
                <a:gs pos="83000">
                  <a:schemeClr val="accent1">
                    <a:lumMod val="45000"/>
                    <a:lumOff val="55000"/>
                  </a:schemeClr>
                </a:gs>
                <a:gs pos="100000">
                  <a:schemeClr val="accent1">
                    <a:lumMod val="30000"/>
                    <a:lumOff val="70000"/>
                  </a:schemeClr>
                </a:gs>
              </a:gsLst>
              <a:lin ang="5400000" scaled="1"/>
            </a:gra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59534EB0-C0FA-4024-ABED-011020A16824}"/>
              </a:ext>
            </a:extLst>
          </p:cNvPr>
          <p:cNvSpPr txBox="1"/>
          <p:nvPr/>
        </p:nvSpPr>
        <p:spPr>
          <a:xfrm>
            <a:off x="677326" y="862763"/>
            <a:ext cx="2073976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>
                <a:solidFill>
                  <a:srgbClr val="08EDE8"/>
                </a:solidFill>
                <a:latin typeface="Montserrat Medium" panose="00000600000000000000" pitchFamily="2" charset="-52"/>
              </a:rPr>
              <a:t>F.E.A.R</a:t>
            </a:r>
            <a:endParaRPr lang="ru-RU" sz="2000" dirty="0">
              <a:solidFill>
                <a:srgbClr val="08EDE8"/>
              </a:solidFill>
              <a:latin typeface="Montserrat Medium" panose="00000600000000000000" pitchFamily="2" charset="-52"/>
            </a:endParaRPr>
          </a:p>
        </p:txBody>
      </p:sp>
      <p:sp>
        <p:nvSpPr>
          <p:cNvPr id="90" name="!!рам2">
            <a:extLst>
              <a:ext uri="{FF2B5EF4-FFF2-40B4-BE49-F238E27FC236}">
                <a16:creationId xmlns:a16="http://schemas.microsoft.com/office/drawing/2014/main" id="{DE438ABD-C8B7-4893-8B3D-713F2938BF56}"/>
              </a:ext>
            </a:extLst>
          </p:cNvPr>
          <p:cNvSpPr/>
          <p:nvPr/>
        </p:nvSpPr>
        <p:spPr>
          <a:xfrm>
            <a:off x="175491" y="1334598"/>
            <a:ext cx="2042613" cy="433765"/>
          </a:xfrm>
          <a:prstGeom prst="roundRect">
            <a:avLst>
              <a:gd name="adj" fmla="val 27335"/>
            </a:avLst>
          </a:prstGeom>
          <a:solidFill>
            <a:schemeClr val="bg1">
              <a:alpha val="20000"/>
            </a:schemeClr>
          </a:solidFill>
          <a:ln w="12700">
            <a:gradFill>
              <a:gsLst>
                <a:gs pos="0">
                  <a:schemeClr val="accent1">
                    <a:lumMod val="5000"/>
                    <a:lumOff val="95000"/>
                  </a:schemeClr>
                </a:gs>
                <a:gs pos="74000">
                  <a:schemeClr val="accent1">
                    <a:lumMod val="45000"/>
                    <a:lumOff val="55000"/>
                  </a:schemeClr>
                </a:gs>
                <a:gs pos="83000">
                  <a:schemeClr val="accent1">
                    <a:lumMod val="45000"/>
                    <a:lumOff val="55000"/>
                  </a:schemeClr>
                </a:gs>
                <a:gs pos="100000">
                  <a:schemeClr val="accent1">
                    <a:lumMod val="30000"/>
                    <a:lumOff val="70000"/>
                  </a:schemeClr>
                </a:gs>
              </a:gsLst>
              <a:lin ang="5400000" scaled="1"/>
            </a:gra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91" name="TextBox 90">
            <a:extLst>
              <a:ext uri="{FF2B5EF4-FFF2-40B4-BE49-F238E27FC236}">
                <a16:creationId xmlns:a16="http://schemas.microsoft.com/office/drawing/2014/main" id="{A9DB35F4-3979-4A78-B5BF-1B322FE0F646}"/>
              </a:ext>
            </a:extLst>
          </p:cNvPr>
          <p:cNvSpPr txBox="1"/>
          <p:nvPr/>
        </p:nvSpPr>
        <p:spPr>
          <a:xfrm>
            <a:off x="144128" y="1343584"/>
            <a:ext cx="2073976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>
                <a:solidFill>
                  <a:srgbClr val="669E9A"/>
                </a:solidFill>
                <a:latin typeface="Montserrat Medium" panose="00000600000000000000" pitchFamily="2" charset="-52"/>
              </a:rPr>
              <a:t>Forza Horizon</a:t>
            </a:r>
            <a:endParaRPr lang="ru-RU" sz="2000" dirty="0">
              <a:solidFill>
                <a:srgbClr val="669E9A"/>
              </a:solidFill>
              <a:latin typeface="Montserrat Medium" panose="00000600000000000000" pitchFamily="2" charset="-52"/>
            </a:endParaRPr>
          </a:p>
        </p:txBody>
      </p:sp>
      <p:sp>
        <p:nvSpPr>
          <p:cNvPr id="92" name="!!рам3">
            <a:extLst>
              <a:ext uri="{FF2B5EF4-FFF2-40B4-BE49-F238E27FC236}">
                <a16:creationId xmlns:a16="http://schemas.microsoft.com/office/drawing/2014/main" id="{2A800CEC-9690-47EE-A7CE-F47479032859}"/>
              </a:ext>
            </a:extLst>
          </p:cNvPr>
          <p:cNvSpPr/>
          <p:nvPr/>
        </p:nvSpPr>
        <p:spPr>
          <a:xfrm>
            <a:off x="175491" y="1815419"/>
            <a:ext cx="2042613" cy="433765"/>
          </a:xfrm>
          <a:prstGeom prst="roundRect">
            <a:avLst>
              <a:gd name="adj" fmla="val 27335"/>
            </a:avLst>
          </a:prstGeom>
          <a:solidFill>
            <a:schemeClr val="bg1">
              <a:alpha val="20000"/>
            </a:schemeClr>
          </a:solidFill>
          <a:ln w="12700">
            <a:gradFill>
              <a:gsLst>
                <a:gs pos="0">
                  <a:schemeClr val="accent1">
                    <a:lumMod val="5000"/>
                    <a:lumOff val="95000"/>
                  </a:schemeClr>
                </a:gs>
                <a:gs pos="74000">
                  <a:schemeClr val="accent1">
                    <a:lumMod val="45000"/>
                    <a:lumOff val="55000"/>
                  </a:schemeClr>
                </a:gs>
                <a:gs pos="83000">
                  <a:schemeClr val="accent1">
                    <a:lumMod val="45000"/>
                    <a:lumOff val="55000"/>
                  </a:schemeClr>
                </a:gs>
                <a:gs pos="100000">
                  <a:schemeClr val="accent1">
                    <a:lumMod val="30000"/>
                    <a:lumOff val="70000"/>
                  </a:schemeClr>
                </a:gs>
              </a:gsLst>
              <a:lin ang="5400000" scaled="1"/>
            </a:gra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93" name="TextBox 92">
            <a:extLst>
              <a:ext uri="{FF2B5EF4-FFF2-40B4-BE49-F238E27FC236}">
                <a16:creationId xmlns:a16="http://schemas.microsoft.com/office/drawing/2014/main" id="{4FBAD4D3-E93A-4859-89F0-000C135DC792}"/>
              </a:ext>
            </a:extLst>
          </p:cNvPr>
          <p:cNvSpPr txBox="1"/>
          <p:nvPr/>
        </p:nvSpPr>
        <p:spPr>
          <a:xfrm>
            <a:off x="144128" y="1824405"/>
            <a:ext cx="2073976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>
                <a:solidFill>
                  <a:srgbClr val="669E9A"/>
                </a:solidFill>
                <a:latin typeface="Montserrat Medium" panose="00000600000000000000" pitchFamily="2" charset="-52"/>
              </a:rPr>
              <a:t>Alien: Isolation</a:t>
            </a:r>
            <a:endParaRPr lang="ru-RU" sz="2000" dirty="0">
              <a:solidFill>
                <a:srgbClr val="669E9A"/>
              </a:solidFill>
              <a:latin typeface="Montserrat Medium" panose="00000600000000000000" pitchFamily="2" charset="-52"/>
            </a:endParaRPr>
          </a:p>
        </p:txBody>
      </p:sp>
      <p:sp>
        <p:nvSpPr>
          <p:cNvPr id="94" name="!!рам4">
            <a:extLst>
              <a:ext uri="{FF2B5EF4-FFF2-40B4-BE49-F238E27FC236}">
                <a16:creationId xmlns:a16="http://schemas.microsoft.com/office/drawing/2014/main" id="{66650FA4-B782-4771-B5EB-3D778F55B0C7}"/>
              </a:ext>
            </a:extLst>
          </p:cNvPr>
          <p:cNvSpPr/>
          <p:nvPr/>
        </p:nvSpPr>
        <p:spPr>
          <a:xfrm>
            <a:off x="175491" y="2296240"/>
            <a:ext cx="2042613" cy="433765"/>
          </a:xfrm>
          <a:prstGeom prst="roundRect">
            <a:avLst>
              <a:gd name="adj" fmla="val 27335"/>
            </a:avLst>
          </a:prstGeom>
          <a:solidFill>
            <a:schemeClr val="bg1">
              <a:alpha val="20000"/>
            </a:schemeClr>
          </a:solidFill>
          <a:ln w="12700">
            <a:gradFill>
              <a:gsLst>
                <a:gs pos="0">
                  <a:schemeClr val="accent1">
                    <a:lumMod val="5000"/>
                    <a:lumOff val="95000"/>
                  </a:schemeClr>
                </a:gs>
                <a:gs pos="74000">
                  <a:schemeClr val="accent1">
                    <a:lumMod val="45000"/>
                    <a:lumOff val="55000"/>
                  </a:schemeClr>
                </a:gs>
                <a:gs pos="83000">
                  <a:schemeClr val="accent1">
                    <a:lumMod val="45000"/>
                    <a:lumOff val="55000"/>
                  </a:schemeClr>
                </a:gs>
                <a:gs pos="100000">
                  <a:schemeClr val="accent1">
                    <a:lumMod val="30000"/>
                    <a:lumOff val="70000"/>
                  </a:schemeClr>
                </a:gs>
              </a:gsLst>
              <a:lin ang="5400000" scaled="1"/>
            </a:gra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95" name="TextBox 94">
            <a:extLst>
              <a:ext uri="{FF2B5EF4-FFF2-40B4-BE49-F238E27FC236}">
                <a16:creationId xmlns:a16="http://schemas.microsoft.com/office/drawing/2014/main" id="{3FC90FD2-C2B1-4174-84B0-8D4C93CCD427}"/>
              </a:ext>
            </a:extLst>
          </p:cNvPr>
          <p:cNvSpPr txBox="1"/>
          <p:nvPr/>
        </p:nvSpPr>
        <p:spPr>
          <a:xfrm>
            <a:off x="144128" y="2305226"/>
            <a:ext cx="2073976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>
                <a:solidFill>
                  <a:srgbClr val="669E9A"/>
                </a:solidFill>
                <a:latin typeface="Montserrat Medium" panose="00000600000000000000" pitchFamily="2" charset="-52"/>
              </a:rPr>
              <a:t>Pac-Man</a:t>
            </a:r>
            <a:endParaRPr lang="ru-RU" sz="2000" dirty="0">
              <a:solidFill>
                <a:srgbClr val="669E9A"/>
              </a:solidFill>
              <a:latin typeface="Montserrat Medium" panose="00000600000000000000" pitchFamily="2" charset="-52"/>
            </a:endParaRPr>
          </a:p>
        </p:txBody>
      </p:sp>
      <p:sp>
        <p:nvSpPr>
          <p:cNvPr id="96" name="!!рам5">
            <a:extLst>
              <a:ext uri="{FF2B5EF4-FFF2-40B4-BE49-F238E27FC236}">
                <a16:creationId xmlns:a16="http://schemas.microsoft.com/office/drawing/2014/main" id="{A2E49239-63F7-405B-88B4-61B6A2E92071}"/>
              </a:ext>
            </a:extLst>
          </p:cNvPr>
          <p:cNvSpPr/>
          <p:nvPr/>
        </p:nvSpPr>
        <p:spPr>
          <a:xfrm>
            <a:off x="175491" y="2777061"/>
            <a:ext cx="2042613" cy="433765"/>
          </a:xfrm>
          <a:prstGeom prst="roundRect">
            <a:avLst>
              <a:gd name="adj" fmla="val 27335"/>
            </a:avLst>
          </a:prstGeom>
          <a:solidFill>
            <a:schemeClr val="bg1">
              <a:alpha val="20000"/>
            </a:schemeClr>
          </a:solidFill>
          <a:ln w="12700">
            <a:gradFill>
              <a:gsLst>
                <a:gs pos="0">
                  <a:schemeClr val="accent1">
                    <a:lumMod val="5000"/>
                    <a:lumOff val="95000"/>
                  </a:schemeClr>
                </a:gs>
                <a:gs pos="74000">
                  <a:schemeClr val="accent1">
                    <a:lumMod val="45000"/>
                    <a:lumOff val="55000"/>
                  </a:schemeClr>
                </a:gs>
                <a:gs pos="83000">
                  <a:schemeClr val="accent1">
                    <a:lumMod val="45000"/>
                    <a:lumOff val="55000"/>
                  </a:schemeClr>
                </a:gs>
                <a:gs pos="100000">
                  <a:schemeClr val="accent1">
                    <a:lumMod val="30000"/>
                    <a:lumOff val="70000"/>
                  </a:schemeClr>
                </a:gs>
              </a:gsLst>
              <a:lin ang="5400000" scaled="1"/>
            </a:gra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97" name="TextBox 96">
            <a:extLst>
              <a:ext uri="{FF2B5EF4-FFF2-40B4-BE49-F238E27FC236}">
                <a16:creationId xmlns:a16="http://schemas.microsoft.com/office/drawing/2014/main" id="{66D52391-D9CF-4B32-BDC6-71EA805FC242}"/>
              </a:ext>
            </a:extLst>
          </p:cNvPr>
          <p:cNvSpPr txBox="1"/>
          <p:nvPr/>
        </p:nvSpPr>
        <p:spPr>
          <a:xfrm>
            <a:off x="144128" y="2786047"/>
            <a:ext cx="2073976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>
                <a:solidFill>
                  <a:srgbClr val="669E9A"/>
                </a:solidFill>
                <a:latin typeface="Montserrat Medium" panose="00000600000000000000" pitchFamily="2" charset="-52"/>
              </a:rPr>
              <a:t>The Sims</a:t>
            </a:r>
            <a:endParaRPr lang="ru-RU" sz="2000" dirty="0">
              <a:solidFill>
                <a:srgbClr val="669E9A"/>
              </a:solidFill>
              <a:latin typeface="Montserrat Medium" panose="00000600000000000000" pitchFamily="2" charset="-52"/>
            </a:endParaRPr>
          </a:p>
        </p:txBody>
      </p:sp>
      <p:sp>
        <p:nvSpPr>
          <p:cNvPr id="99" name="TextBox 98">
            <a:extLst>
              <a:ext uri="{FF2B5EF4-FFF2-40B4-BE49-F238E27FC236}">
                <a16:creationId xmlns:a16="http://schemas.microsoft.com/office/drawing/2014/main" id="{5232D38C-9A4C-4806-9542-C2730197D83A}"/>
              </a:ext>
            </a:extLst>
          </p:cNvPr>
          <p:cNvSpPr txBox="1"/>
          <p:nvPr/>
        </p:nvSpPr>
        <p:spPr>
          <a:xfrm>
            <a:off x="76571" y="5312092"/>
            <a:ext cx="4607551" cy="9541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1400" dirty="0" err="1">
                <a:solidFill>
                  <a:schemeClr val="bg1"/>
                </a:solidFill>
                <a:latin typeface="Montserrat Medium" panose="00000600000000000000" pitchFamily="2" charset="-52"/>
              </a:rPr>
              <a:t>Революційне</a:t>
            </a:r>
            <a:r>
              <a:rPr lang="ru-RU" sz="1400" dirty="0">
                <a:solidFill>
                  <a:schemeClr val="bg1"/>
                </a:solidFill>
                <a:latin typeface="Montserrat Medium" panose="00000600000000000000" pitchFamily="2" charset="-52"/>
              </a:rPr>
              <a:t> </a:t>
            </a:r>
            <a:r>
              <a:rPr lang="ru-RU" sz="1400" dirty="0" err="1">
                <a:solidFill>
                  <a:schemeClr val="bg1"/>
                </a:solidFill>
                <a:latin typeface="Montserrat Medium" panose="00000600000000000000" pitchFamily="2" charset="-52"/>
              </a:rPr>
              <a:t>використання</a:t>
            </a:r>
            <a:r>
              <a:rPr lang="ru-RU" sz="1400" dirty="0">
                <a:solidFill>
                  <a:schemeClr val="bg1"/>
                </a:solidFill>
                <a:latin typeface="Montserrat Medium" panose="00000600000000000000" pitchFamily="2" charset="-52"/>
              </a:rPr>
              <a:t> </a:t>
            </a:r>
            <a:r>
              <a:rPr lang="ru-RU" sz="1400" dirty="0" err="1">
                <a:solidFill>
                  <a:schemeClr val="bg1"/>
                </a:solidFill>
                <a:latin typeface="Montserrat Medium" panose="00000600000000000000" pitchFamily="2" charset="-52"/>
              </a:rPr>
              <a:t>системи</a:t>
            </a:r>
            <a:r>
              <a:rPr lang="ru-RU" sz="1400" dirty="0">
                <a:solidFill>
                  <a:schemeClr val="bg1"/>
                </a:solidFill>
                <a:latin typeface="Montserrat Medium" panose="00000600000000000000" pitchFamily="2" charset="-52"/>
              </a:rPr>
              <a:t> </a:t>
            </a:r>
            <a:r>
              <a:rPr lang="ru-RU" sz="1400" dirty="0" err="1">
                <a:solidFill>
                  <a:schemeClr val="bg1"/>
                </a:solidFill>
                <a:latin typeface="Montserrat Medium" panose="00000600000000000000" pitchFamily="2" charset="-52"/>
              </a:rPr>
              <a:t>планування</a:t>
            </a:r>
            <a:r>
              <a:rPr lang="ru-RU" sz="1400" dirty="0">
                <a:solidFill>
                  <a:schemeClr val="bg1"/>
                </a:solidFill>
                <a:latin typeface="Montserrat Medium" panose="00000600000000000000" pitchFamily="2" charset="-52"/>
              </a:rPr>
              <a:t> – супротивники тактично </a:t>
            </a:r>
            <a:r>
              <a:rPr lang="ru-RU" sz="1400" dirty="0" err="1">
                <a:solidFill>
                  <a:schemeClr val="bg1"/>
                </a:solidFill>
                <a:latin typeface="Montserrat Medium" panose="00000600000000000000" pitchFamily="2" charset="-52"/>
              </a:rPr>
              <a:t>взаємодіють</a:t>
            </a:r>
            <a:r>
              <a:rPr lang="ru-RU" sz="1400" dirty="0">
                <a:solidFill>
                  <a:schemeClr val="bg1"/>
                </a:solidFill>
                <a:latin typeface="Montserrat Medium" panose="00000600000000000000" pitchFamily="2" charset="-52"/>
              </a:rPr>
              <a:t>, </a:t>
            </a:r>
            <a:r>
              <a:rPr lang="ru-RU" sz="1400" dirty="0" err="1">
                <a:solidFill>
                  <a:schemeClr val="bg1"/>
                </a:solidFill>
                <a:latin typeface="Montserrat Medium" panose="00000600000000000000" pitchFamily="2" charset="-52"/>
              </a:rPr>
              <a:t>використовують</a:t>
            </a:r>
            <a:r>
              <a:rPr lang="ru-RU" sz="1400" dirty="0">
                <a:solidFill>
                  <a:schemeClr val="bg1"/>
                </a:solidFill>
                <a:latin typeface="Montserrat Medium" panose="00000600000000000000" pitchFamily="2" charset="-52"/>
              </a:rPr>
              <a:t> </a:t>
            </a:r>
            <a:r>
              <a:rPr lang="ru-RU" sz="1400" dirty="0" err="1">
                <a:solidFill>
                  <a:schemeClr val="bg1"/>
                </a:solidFill>
                <a:latin typeface="Montserrat Medium" panose="00000600000000000000" pitchFamily="2" charset="-52"/>
              </a:rPr>
              <a:t>укриття</a:t>
            </a:r>
            <a:r>
              <a:rPr lang="ru-RU" sz="1400" dirty="0">
                <a:solidFill>
                  <a:schemeClr val="bg1"/>
                </a:solidFill>
                <a:latin typeface="Montserrat Medium" panose="00000600000000000000" pitchFamily="2" charset="-52"/>
              </a:rPr>
              <a:t> і </a:t>
            </a:r>
            <a:r>
              <a:rPr lang="ru-RU" sz="1400" dirty="0" err="1">
                <a:solidFill>
                  <a:schemeClr val="bg1"/>
                </a:solidFill>
                <a:latin typeface="Montserrat Medium" panose="00000600000000000000" pitchFamily="2" charset="-52"/>
              </a:rPr>
              <a:t>спілкуються</a:t>
            </a:r>
            <a:r>
              <a:rPr lang="ru-RU" sz="1400" dirty="0">
                <a:solidFill>
                  <a:schemeClr val="bg1"/>
                </a:solidFill>
                <a:latin typeface="Montserrat Medium" panose="00000600000000000000" pitchFamily="2" charset="-52"/>
              </a:rPr>
              <a:t> по </a:t>
            </a:r>
            <a:r>
              <a:rPr lang="ru-RU" sz="1400" dirty="0" err="1">
                <a:solidFill>
                  <a:schemeClr val="bg1"/>
                </a:solidFill>
                <a:latin typeface="Montserrat Medium" panose="00000600000000000000" pitchFamily="2" charset="-52"/>
              </a:rPr>
              <a:t>рації</a:t>
            </a:r>
            <a:r>
              <a:rPr lang="ru-RU" sz="1400" dirty="0">
                <a:solidFill>
                  <a:schemeClr val="bg1"/>
                </a:solidFill>
                <a:latin typeface="Montserrat Medium" panose="00000600000000000000" pitchFamily="2" charset="-52"/>
              </a:rPr>
              <a:t> для </a:t>
            </a:r>
            <a:r>
              <a:rPr lang="ru-RU" sz="1400" dirty="0" err="1">
                <a:solidFill>
                  <a:schemeClr val="bg1"/>
                </a:solidFill>
                <a:latin typeface="Montserrat Medium" panose="00000600000000000000" pitchFamily="2" charset="-52"/>
              </a:rPr>
              <a:t>координації</a:t>
            </a:r>
            <a:r>
              <a:rPr lang="ru-RU" sz="1400" dirty="0">
                <a:solidFill>
                  <a:schemeClr val="bg1"/>
                </a:solidFill>
                <a:latin typeface="Montserrat Medium" panose="00000600000000000000" pitchFamily="2" charset="-52"/>
              </a:rPr>
              <a:t> штурму.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5520F23B-D5A1-4756-A264-C834097AD9FD}"/>
              </a:ext>
            </a:extLst>
          </p:cNvPr>
          <p:cNvSpPr txBox="1"/>
          <p:nvPr/>
        </p:nvSpPr>
        <p:spPr>
          <a:xfrm>
            <a:off x="-1404321" y="-3968509"/>
            <a:ext cx="15182850" cy="341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b="1" dirty="0"/>
              <a:t>Примеры реализации игрового ИИ</a:t>
            </a:r>
          </a:p>
          <a:p>
            <a:r>
              <a:rPr lang="ru-RU" dirty="0"/>
              <a:t>Для демонстрации эволюции подходов в индустрии рассмотрим пять ключевых проектов: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ru-RU" b="1" dirty="0" err="1"/>
              <a:t>Pac</a:t>
            </a:r>
            <a:r>
              <a:rPr lang="ru-RU" b="1" dirty="0"/>
              <a:t>-Man (1980):</a:t>
            </a:r>
            <a:r>
              <a:rPr lang="ru-RU" dirty="0"/>
              <a:t> Использование детерминированных алгоритмов, где каждый из четырех противников имеет уникальный паттерн движения (преследование, перехват, патрулирование), создающий групповую динамику.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ru-RU" b="1" dirty="0"/>
              <a:t>F.E.A.R. (2005):</a:t>
            </a:r>
            <a:r>
              <a:rPr lang="ru-RU" dirty="0"/>
              <a:t> Внедрение системы планирования GOAP (</a:t>
            </a:r>
            <a:r>
              <a:rPr lang="ru-RU" dirty="0" err="1"/>
              <a:t>Goal-Oriented</a:t>
            </a:r>
            <a:r>
              <a:rPr lang="ru-RU" dirty="0"/>
              <a:t> Action Planning), позволяющей NPC динамически выстраивать цепочки действий для достижения тактических целей.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ru-RU" b="1" dirty="0"/>
              <a:t>The </a:t>
            </a:r>
            <a:r>
              <a:rPr lang="ru-RU" b="1" dirty="0" err="1"/>
              <a:t>Sims</a:t>
            </a:r>
            <a:r>
              <a:rPr lang="ru-RU" b="1" dirty="0"/>
              <a:t>:</a:t>
            </a:r>
            <a:r>
              <a:rPr lang="ru-RU" dirty="0"/>
              <a:t> Применение «Utility-</a:t>
            </a:r>
            <a:r>
              <a:rPr lang="ru-RU" dirty="0" err="1"/>
              <a:t>based</a:t>
            </a:r>
            <a:r>
              <a:rPr lang="ru-RU" dirty="0"/>
              <a:t> AI», где выбор действия персонажа зависит от динамически меняющихся весов приоритетов и иерархии потребностей.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ru-RU" b="1" dirty="0" err="1"/>
              <a:t>Alien</a:t>
            </a:r>
            <a:r>
              <a:rPr lang="ru-RU" b="1" dirty="0"/>
              <a:t>: </a:t>
            </a:r>
            <a:r>
              <a:rPr lang="ru-RU" b="1" dirty="0" err="1"/>
              <a:t>Isolation</a:t>
            </a:r>
            <a:r>
              <a:rPr lang="ru-RU" b="1" dirty="0"/>
              <a:t>:</a:t>
            </a:r>
            <a:r>
              <a:rPr lang="ru-RU" dirty="0"/>
              <a:t> Использование двухуровневой архитектуры («Директор» и «Охотник»), где система верхнего уровня передает контекстную информацию агенту для адаптации к стилю игры пользователя.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ru-RU" b="1" dirty="0" err="1"/>
              <a:t>Forza</a:t>
            </a:r>
            <a:r>
              <a:rPr lang="ru-RU" b="1" dirty="0"/>
              <a:t> </a:t>
            </a:r>
            <a:r>
              <a:rPr lang="ru-RU" b="1" dirty="0" err="1"/>
              <a:t>Horizon</a:t>
            </a:r>
            <a:r>
              <a:rPr lang="ru-RU" b="1" dirty="0"/>
              <a:t>:</a:t>
            </a:r>
            <a:r>
              <a:rPr lang="ru-RU" dirty="0"/>
              <a:t> Реализация технологии </a:t>
            </a:r>
            <a:r>
              <a:rPr lang="ru-RU" dirty="0" err="1"/>
              <a:t>Drivatar</a:t>
            </a:r>
            <a:r>
              <a:rPr lang="ru-RU" dirty="0"/>
              <a:t> на базе нейросетей, которая анализирует телеметрию реальных игроков для имитации их стиля вождения в автономных заездах.</a:t>
            </a:r>
          </a:p>
        </p:txBody>
      </p:sp>
    </p:spTree>
    <p:extLst>
      <p:ext uri="{BB962C8B-B14F-4D97-AF65-F5344CB8AC3E}">
        <p14:creationId xmlns:p14="http://schemas.microsoft.com/office/powerpoint/2010/main" val="687372969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med">
        <p159:morph option="byObject"/>
      </p:transition>
    </mc:Choice>
    <mc:Fallback xmlns="">
      <p:transition spd="med"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фон">
            <a:extLst>
              <a:ext uri="{FF2B5EF4-FFF2-40B4-BE49-F238E27FC236}">
                <a16:creationId xmlns:a16="http://schemas.microsoft.com/office/drawing/2014/main" id="{123AAA31-15E5-4CD4-90E0-8BA1499E8700}"/>
              </a:ext>
            </a:extLst>
          </p:cNvPr>
          <p:cNvSpPr/>
          <p:nvPr/>
        </p:nvSpPr>
        <p:spPr>
          <a:xfrm>
            <a:off x="-5" y="0"/>
            <a:ext cx="12192000" cy="6858000"/>
          </a:xfrm>
          <a:prstGeom prst="rect">
            <a:avLst/>
          </a:prstGeom>
          <a:gradFill>
            <a:gsLst>
              <a:gs pos="0">
                <a:srgbClr val="1D1D1D"/>
              </a:gs>
              <a:gs pos="100000">
                <a:srgbClr val="1D1D1D"/>
              </a:gs>
            </a:gsLst>
            <a:path path="circle">
              <a:fillToRect r="100000" b="100000"/>
            </a:path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pic>
        <p:nvPicPr>
          <p:cNvPr id="2050" name="!!PlayPhoto" descr="Forza Horizon Wallpapers (79 images) - WallpaperCat">
            <a:extLst>
              <a:ext uri="{FF2B5EF4-FFF2-40B4-BE49-F238E27FC236}">
                <a16:creationId xmlns:a16="http://schemas.microsoft.com/office/drawing/2014/main" id="{0F93B688-AD91-447C-8332-B398D133E16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0"/>
            <a:ext cx="12192000" cy="6858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6" name="затемнение">
            <a:extLst>
              <a:ext uri="{FF2B5EF4-FFF2-40B4-BE49-F238E27FC236}">
                <a16:creationId xmlns:a16="http://schemas.microsoft.com/office/drawing/2014/main" id="{E0257E64-9D7E-4D65-BC1A-436E2C6E99A5}"/>
              </a:ext>
            </a:extLst>
          </p:cNvPr>
          <p:cNvSpPr/>
          <p:nvPr/>
        </p:nvSpPr>
        <p:spPr>
          <a:xfrm>
            <a:off x="-9590" y="0"/>
            <a:ext cx="12220933" cy="6858000"/>
          </a:xfrm>
          <a:prstGeom prst="rect">
            <a:avLst/>
          </a:prstGeom>
          <a:solidFill>
            <a:schemeClr val="tx1">
              <a:alpha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98" name="Затемнение низ">
            <a:extLst>
              <a:ext uri="{FF2B5EF4-FFF2-40B4-BE49-F238E27FC236}">
                <a16:creationId xmlns:a16="http://schemas.microsoft.com/office/drawing/2014/main" id="{01F63AF6-2061-4C34-9B9A-D0B30D6C4FC1}"/>
              </a:ext>
            </a:extLst>
          </p:cNvPr>
          <p:cNvSpPr/>
          <p:nvPr/>
        </p:nvSpPr>
        <p:spPr>
          <a:xfrm>
            <a:off x="-9590" y="0"/>
            <a:ext cx="12220933" cy="6847155"/>
          </a:xfrm>
          <a:prstGeom prst="rect">
            <a:avLst/>
          </a:prstGeom>
          <a:gradFill flip="none" rotWithShape="1">
            <a:gsLst>
              <a:gs pos="61000">
                <a:schemeClr val="tx1">
                  <a:alpha val="0"/>
                </a:schemeClr>
              </a:gs>
              <a:gs pos="97000">
                <a:schemeClr val="tx1"/>
              </a:gs>
            </a:gsLst>
            <a:lin ang="81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grpSp>
        <p:nvGrpSpPr>
          <p:cNvPr id="3" name="18х12 сетка">
            <a:extLst>
              <a:ext uri="{FF2B5EF4-FFF2-40B4-BE49-F238E27FC236}">
                <a16:creationId xmlns:a16="http://schemas.microsoft.com/office/drawing/2014/main" id="{04138851-021C-4CAD-990D-6CB3C7ABD4FF}"/>
              </a:ext>
            </a:extLst>
          </p:cNvPr>
          <p:cNvGrpSpPr/>
          <p:nvPr/>
        </p:nvGrpSpPr>
        <p:grpSpPr>
          <a:xfrm>
            <a:off x="-9510565" y="-5076340"/>
            <a:ext cx="30344552" cy="17068800"/>
            <a:chOff x="-2" y="0"/>
            <a:chExt cx="12192002" cy="6858000"/>
          </a:xfrm>
        </p:grpSpPr>
        <p:grpSp>
          <p:nvGrpSpPr>
            <p:cNvPr id="4" name="Группа 3">
              <a:extLst>
                <a:ext uri="{FF2B5EF4-FFF2-40B4-BE49-F238E27FC236}">
                  <a16:creationId xmlns:a16="http://schemas.microsoft.com/office/drawing/2014/main" id="{9973B303-2C4F-412C-A298-275073DCC8EE}"/>
                </a:ext>
              </a:extLst>
            </p:cNvPr>
            <p:cNvGrpSpPr/>
            <p:nvPr/>
          </p:nvGrpSpPr>
          <p:grpSpPr>
            <a:xfrm>
              <a:off x="-2" y="0"/>
              <a:ext cx="12192000" cy="6858000"/>
              <a:chOff x="-2" y="0"/>
              <a:chExt cx="8750502" cy="6858000"/>
            </a:xfrm>
            <a:noFill/>
          </p:grpSpPr>
          <p:sp>
            <p:nvSpPr>
              <p:cNvPr id="18" name="Прямоугольник 17">
                <a:extLst>
                  <a:ext uri="{FF2B5EF4-FFF2-40B4-BE49-F238E27FC236}">
                    <a16:creationId xmlns:a16="http://schemas.microsoft.com/office/drawing/2014/main" id="{46CB7FAC-6B87-48C5-8713-3C7386F75E63}"/>
                  </a:ext>
                </a:extLst>
              </p:cNvPr>
              <p:cNvSpPr/>
              <p:nvPr/>
            </p:nvSpPr>
            <p:spPr>
              <a:xfrm>
                <a:off x="-2" y="0"/>
                <a:ext cx="486139" cy="68580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19" name="Прямоугольник 18">
                <a:extLst>
                  <a:ext uri="{FF2B5EF4-FFF2-40B4-BE49-F238E27FC236}">
                    <a16:creationId xmlns:a16="http://schemas.microsoft.com/office/drawing/2014/main" id="{383311ED-9D1D-4FBE-9986-1228A12EC5BE}"/>
                  </a:ext>
                </a:extLst>
              </p:cNvPr>
              <p:cNvSpPr/>
              <p:nvPr/>
            </p:nvSpPr>
            <p:spPr>
              <a:xfrm>
                <a:off x="486137" y="0"/>
                <a:ext cx="486139" cy="68580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20" name="Прямоугольник 19">
                <a:extLst>
                  <a:ext uri="{FF2B5EF4-FFF2-40B4-BE49-F238E27FC236}">
                    <a16:creationId xmlns:a16="http://schemas.microsoft.com/office/drawing/2014/main" id="{3D3A6D47-E623-417C-AF26-6356086B4A4C}"/>
                  </a:ext>
                </a:extLst>
              </p:cNvPr>
              <p:cNvSpPr/>
              <p:nvPr/>
            </p:nvSpPr>
            <p:spPr>
              <a:xfrm>
                <a:off x="972276" y="0"/>
                <a:ext cx="486139" cy="68580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21" name="Прямоугольник 20">
                <a:extLst>
                  <a:ext uri="{FF2B5EF4-FFF2-40B4-BE49-F238E27FC236}">
                    <a16:creationId xmlns:a16="http://schemas.microsoft.com/office/drawing/2014/main" id="{771DDD40-CB71-466A-BAB7-BFDF8548D333}"/>
                  </a:ext>
                </a:extLst>
              </p:cNvPr>
              <p:cNvSpPr/>
              <p:nvPr/>
            </p:nvSpPr>
            <p:spPr>
              <a:xfrm>
                <a:off x="1458415" y="0"/>
                <a:ext cx="486139" cy="68580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22" name="Прямоугольник 21">
                <a:extLst>
                  <a:ext uri="{FF2B5EF4-FFF2-40B4-BE49-F238E27FC236}">
                    <a16:creationId xmlns:a16="http://schemas.microsoft.com/office/drawing/2014/main" id="{A8544190-7CC9-4B5E-A97F-14E8B2A09888}"/>
                  </a:ext>
                </a:extLst>
              </p:cNvPr>
              <p:cNvSpPr/>
              <p:nvPr/>
            </p:nvSpPr>
            <p:spPr>
              <a:xfrm>
                <a:off x="1944554" y="0"/>
                <a:ext cx="486139" cy="68580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23" name="Прямоугольник 22">
                <a:extLst>
                  <a:ext uri="{FF2B5EF4-FFF2-40B4-BE49-F238E27FC236}">
                    <a16:creationId xmlns:a16="http://schemas.microsoft.com/office/drawing/2014/main" id="{50B7B3E2-D833-476C-BE86-53CF4497ED46}"/>
                  </a:ext>
                </a:extLst>
              </p:cNvPr>
              <p:cNvSpPr/>
              <p:nvPr/>
            </p:nvSpPr>
            <p:spPr>
              <a:xfrm>
                <a:off x="2430693" y="0"/>
                <a:ext cx="486139" cy="68580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24" name="Прямоугольник 23">
                <a:extLst>
                  <a:ext uri="{FF2B5EF4-FFF2-40B4-BE49-F238E27FC236}">
                    <a16:creationId xmlns:a16="http://schemas.microsoft.com/office/drawing/2014/main" id="{0E8745C2-72BC-43C7-8E1D-553262D8A1CC}"/>
                  </a:ext>
                </a:extLst>
              </p:cNvPr>
              <p:cNvSpPr/>
              <p:nvPr/>
            </p:nvSpPr>
            <p:spPr>
              <a:xfrm>
                <a:off x="2916832" y="0"/>
                <a:ext cx="486139" cy="68580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25" name="Прямоугольник 24">
                <a:extLst>
                  <a:ext uri="{FF2B5EF4-FFF2-40B4-BE49-F238E27FC236}">
                    <a16:creationId xmlns:a16="http://schemas.microsoft.com/office/drawing/2014/main" id="{820061A3-CA59-41E2-9F01-C120BE276011}"/>
                  </a:ext>
                </a:extLst>
              </p:cNvPr>
              <p:cNvSpPr/>
              <p:nvPr/>
            </p:nvSpPr>
            <p:spPr>
              <a:xfrm>
                <a:off x="3402971" y="0"/>
                <a:ext cx="486139" cy="68580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26" name="Прямоугольник 25">
                <a:extLst>
                  <a:ext uri="{FF2B5EF4-FFF2-40B4-BE49-F238E27FC236}">
                    <a16:creationId xmlns:a16="http://schemas.microsoft.com/office/drawing/2014/main" id="{9784F627-96D6-42F7-95D5-281CD27833F3}"/>
                  </a:ext>
                </a:extLst>
              </p:cNvPr>
              <p:cNvSpPr/>
              <p:nvPr/>
            </p:nvSpPr>
            <p:spPr>
              <a:xfrm>
                <a:off x="3889110" y="0"/>
                <a:ext cx="486139" cy="68580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27" name="Прямоугольник 26">
                <a:extLst>
                  <a:ext uri="{FF2B5EF4-FFF2-40B4-BE49-F238E27FC236}">
                    <a16:creationId xmlns:a16="http://schemas.microsoft.com/office/drawing/2014/main" id="{B0EC3FCC-3242-4A5F-BA9A-F5CB3D6DD528}"/>
                  </a:ext>
                </a:extLst>
              </p:cNvPr>
              <p:cNvSpPr/>
              <p:nvPr/>
            </p:nvSpPr>
            <p:spPr>
              <a:xfrm>
                <a:off x="4375249" y="0"/>
                <a:ext cx="486139" cy="68580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28" name="Прямоугольник 27">
                <a:extLst>
                  <a:ext uri="{FF2B5EF4-FFF2-40B4-BE49-F238E27FC236}">
                    <a16:creationId xmlns:a16="http://schemas.microsoft.com/office/drawing/2014/main" id="{62D52256-2091-4666-B455-AB3FBB190AA1}"/>
                  </a:ext>
                </a:extLst>
              </p:cNvPr>
              <p:cNvSpPr/>
              <p:nvPr/>
            </p:nvSpPr>
            <p:spPr>
              <a:xfrm>
                <a:off x="4861388" y="0"/>
                <a:ext cx="486139" cy="68580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29" name="Прямоугольник 28">
                <a:extLst>
                  <a:ext uri="{FF2B5EF4-FFF2-40B4-BE49-F238E27FC236}">
                    <a16:creationId xmlns:a16="http://schemas.microsoft.com/office/drawing/2014/main" id="{A79CB188-05E5-497F-80E2-C95B441C7AC0}"/>
                  </a:ext>
                </a:extLst>
              </p:cNvPr>
              <p:cNvSpPr/>
              <p:nvPr/>
            </p:nvSpPr>
            <p:spPr>
              <a:xfrm>
                <a:off x="5347527" y="0"/>
                <a:ext cx="486139" cy="68580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30" name="Прямоугольник 29">
                <a:extLst>
                  <a:ext uri="{FF2B5EF4-FFF2-40B4-BE49-F238E27FC236}">
                    <a16:creationId xmlns:a16="http://schemas.microsoft.com/office/drawing/2014/main" id="{38FDC722-3787-4DF2-8923-6A7C34AEF92B}"/>
                  </a:ext>
                </a:extLst>
              </p:cNvPr>
              <p:cNvSpPr/>
              <p:nvPr/>
            </p:nvSpPr>
            <p:spPr>
              <a:xfrm>
                <a:off x="5833666" y="0"/>
                <a:ext cx="486139" cy="68580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31" name="Прямоугольник 30">
                <a:extLst>
                  <a:ext uri="{FF2B5EF4-FFF2-40B4-BE49-F238E27FC236}">
                    <a16:creationId xmlns:a16="http://schemas.microsoft.com/office/drawing/2014/main" id="{BE88DBD0-26E3-449B-AF20-9C3C9D4F1638}"/>
                  </a:ext>
                </a:extLst>
              </p:cNvPr>
              <p:cNvSpPr/>
              <p:nvPr/>
            </p:nvSpPr>
            <p:spPr>
              <a:xfrm>
                <a:off x="6319805" y="0"/>
                <a:ext cx="486139" cy="68580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32" name="Прямоугольник 31">
                <a:extLst>
                  <a:ext uri="{FF2B5EF4-FFF2-40B4-BE49-F238E27FC236}">
                    <a16:creationId xmlns:a16="http://schemas.microsoft.com/office/drawing/2014/main" id="{776F27DC-E892-4D73-B0F8-118D14F67E32}"/>
                  </a:ext>
                </a:extLst>
              </p:cNvPr>
              <p:cNvSpPr/>
              <p:nvPr/>
            </p:nvSpPr>
            <p:spPr>
              <a:xfrm>
                <a:off x="6805944" y="0"/>
                <a:ext cx="486139" cy="68580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33" name="Прямоугольник 32">
                <a:extLst>
                  <a:ext uri="{FF2B5EF4-FFF2-40B4-BE49-F238E27FC236}">
                    <a16:creationId xmlns:a16="http://schemas.microsoft.com/office/drawing/2014/main" id="{152D549E-C182-431B-8732-F0705454200E}"/>
                  </a:ext>
                </a:extLst>
              </p:cNvPr>
              <p:cNvSpPr/>
              <p:nvPr/>
            </p:nvSpPr>
            <p:spPr>
              <a:xfrm>
                <a:off x="7292083" y="0"/>
                <a:ext cx="486139" cy="68580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34" name="Прямоугольник 33">
                <a:extLst>
                  <a:ext uri="{FF2B5EF4-FFF2-40B4-BE49-F238E27FC236}">
                    <a16:creationId xmlns:a16="http://schemas.microsoft.com/office/drawing/2014/main" id="{4E7C4C47-3AC0-44BC-98DC-E3D035569674}"/>
                  </a:ext>
                </a:extLst>
              </p:cNvPr>
              <p:cNvSpPr/>
              <p:nvPr/>
            </p:nvSpPr>
            <p:spPr>
              <a:xfrm>
                <a:off x="7778222" y="0"/>
                <a:ext cx="486139" cy="68580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35" name="Прямоугольник 34">
                <a:extLst>
                  <a:ext uri="{FF2B5EF4-FFF2-40B4-BE49-F238E27FC236}">
                    <a16:creationId xmlns:a16="http://schemas.microsoft.com/office/drawing/2014/main" id="{9643B8DE-ADFC-4106-8B2A-6B39CF7089EE}"/>
                  </a:ext>
                </a:extLst>
              </p:cNvPr>
              <p:cNvSpPr/>
              <p:nvPr/>
            </p:nvSpPr>
            <p:spPr>
              <a:xfrm>
                <a:off x="8264361" y="0"/>
                <a:ext cx="486139" cy="68580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</p:grpSp>
        <p:grpSp>
          <p:nvGrpSpPr>
            <p:cNvPr id="5" name="Группа 4">
              <a:extLst>
                <a:ext uri="{FF2B5EF4-FFF2-40B4-BE49-F238E27FC236}">
                  <a16:creationId xmlns:a16="http://schemas.microsoft.com/office/drawing/2014/main" id="{49791603-02CE-4D09-8544-98B85158BB13}"/>
                </a:ext>
              </a:extLst>
            </p:cNvPr>
            <p:cNvGrpSpPr/>
            <p:nvPr/>
          </p:nvGrpSpPr>
          <p:grpSpPr>
            <a:xfrm>
              <a:off x="0" y="0"/>
              <a:ext cx="12192000" cy="6858000"/>
              <a:chOff x="0" y="0"/>
              <a:chExt cx="12192000" cy="6400800"/>
            </a:xfrm>
            <a:noFill/>
          </p:grpSpPr>
          <p:sp>
            <p:nvSpPr>
              <p:cNvPr id="6" name="Прямоугольник 5">
                <a:extLst>
                  <a:ext uri="{FF2B5EF4-FFF2-40B4-BE49-F238E27FC236}">
                    <a16:creationId xmlns:a16="http://schemas.microsoft.com/office/drawing/2014/main" id="{92031D28-254C-471F-96DA-8CB271766BEE}"/>
                  </a:ext>
                </a:extLst>
              </p:cNvPr>
              <p:cNvSpPr/>
              <p:nvPr/>
            </p:nvSpPr>
            <p:spPr>
              <a:xfrm>
                <a:off x="0" y="0"/>
                <a:ext cx="12192000" cy="5334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7" name="Прямоугольник 6">
                <a:extLst>
                  <a:ext uri="{FF2B5EF4-FFF2-40B4-BE49-F238E27FC236}">
                    <a16:creationId xmlns:a16="http://schemas.microsoft.com/office/drawing/2014/main" id="{9CBDAA7A-D429-43F2-A2EE-1E07EB443F3E}"/>
                  </a:ext>
                </a:extLst>
              </p:cNvPr>
              <p:cNvSpPr/>
              <p:nvPr/>
            </p:nvSpPr>
            <p:spPr>
              <a:xfrm>
                <a:off x="0" y="533400"/>
                <a:ext cx="12192000" cy="5334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8" name="Прямоугольник 7">
                <a:extLst>
                  <a:ext uri="{FF2B5EF4-FFF2-40B4-BE49-F238E27FC236}">
                    <a16:creationId xmlns:a16="http://schemas.microsoft.com/office/drawing/2014/main" id="{1D10029B-6BAB-4E5E-9438-484EE11EF512}"/>
                  </a:ext>
                </a:extLst>
              </p:cNvPr>
              <p:cNvSpPr/>
              <p:nvPr/>
            </p:nvSpPr>
            <p:spPr>
              <a:xfrm>
                <a:off x="0" y="1066800"/>
                <a:ext cx="12192000" cy="5334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9" name="Прямоугольник 8">
                <a:extLst>
                  <a:ext uri="{FF2B5EF4-FFF2-40B4-BE49-F238E27FC236}">
                    <a16:creationId xmlns:a16="http://schemas.microsoft.com/office/drawing/2014/main" id="{E469515C-BABE-429E-BD96-D6201E064EE4}"/>
                  </a:ext>
                </a:extLst>
              </p:cNvPr>
              <p:cNvSpPr/>
              <p:nvPr/>
            </p:nvSpPr>
            <p:spPr>
              <a:xfrm>
                <a:off x="0" y="1600200"/>
                <a:ext cx="12192000" cy="5334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10" name="Прямоугольник 9">
                <a:extLst>
                  <a:ext uri="{FF2B5EF4-FFF2-40B4-BE49-F238E27FC236}">
                    <a16:creationId xmlns:a16="http://schemas.microsoft.com/office/drawing/2014/main" id="{83D20425-307C-44C1-94BC-2CF65A58DF57}"/>
                  </a:ext>
                </a:extLst>
              </p:cNvPr>
              <p:cNvSpPr/>
              <p:nvPr/>
            </p:nvSpPr>
            <p:spPr>
              <a:xfrm>
                <a:off x="0" y="2133600"/>
                <a:ext cx="12192000" cy="5334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11" name="Прямоугольник 10">
                <a:extLst>
                  <a:ext uri="{FF2B5EF4-FFF2-40B4-BE49-F238E27FC236}">
                    <a16:creationId xmlns:a16="http://schemas.microsoft.com/office/drawing/2014/main" id="{60897EA5-6CDE-4BE9-A4EA-331BE755ECB3}"/>
                  </a:ext>
                </a:extLst>
              </p:cNvPr>
              <p:cNvSpPr/>
              <p:nvPr/>
            </p:nvSpPr>
            <p:spPr>
              <a:xfrm>
                <a:off x="0" y="2667000"/>
                <a:ext cx="12192000" cy="5334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12" name="Прямоугольник 11">
                <a:extLst>
                  <a:ext uri="{FF2B5EF4-FFF2-40B4-BE49-F238E27FC236}">
                    <a16:creationId xmlns:a16="http://schemas.microsoft.com/office/drawing/2014/main" id="{F52D57F8-967A-465E-B2FD-95D3308E6B25}"/>
                  </a:ext>
                </a:extLst>
              </p:cNvPr>
              <p:cNvSpPr/>
              <p:nvPr/>
            </p:nvSpPr>
            <p:spPr>
              <a:xfrm>
                <a:off x="0" y="3200400"/>
                <a:ext cx="12192000" cy="5334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13" name="Прямоугольник 12">
                <a:extLst>
                  <a:ext uri="{FF2B5EF4-FFF2-40B4-BE49-F238E27FC236}">
                    <a16:creationId xmlns:a16="http://schemas.microsoft.com/office/drawing/2014/main" id="{E5E3D5BD-7AD4-4228-B7CA-E471F644A3BA}"/>
                  </a:ext>
                </a:extLst>
              </p:cNvPr>
              <p:cNvSpPr/>
              <p:nvPr/>
            </p:nvSpPr>
            <p:spPr>
              <a:xfrm>
                <a:off x="0" y="3733800"/>
                <a:ext cx="12192000" cy="5334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14" name="Прямоугольник 13">
                <a:extLst>
                  <a:ext uri="{FF2B5EF4-FFF2-40B4-BE49-F238E27FC236}">
                    <a16:creationId xmlns:a16="http://schemas.microsoft.com/office/drawing/2014/main" id="{CC0CCDAB-789D-4D99-BF0F-55067D6E55D2}"/>
                  </a:ext>
                </a:extLst>
              </p:cNvPr>
              <p:cNvSpPr/>
              <p:nvPr/>
            </p:nvSpPr>
            <p:spPr>
              <a:xfrm>
                <a:off x="0" y="4267200"/>
                <a:ext cx="12192000" cy="5334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15" name="Прямоугольник 14">
                <a:extLst>
                  <a:ext uri="{FF2B5EF4-FFF2-40B4-BE49-F238E27FC236}">
                    <a16:creationId xmlns:a16="http://schemas.microsoft.com/office/drawing/2014/main" id="{94B2E5C6-0BC0-4BAC-B0E1-A2FD92B91FC0}"/>
                  </a:ext>
                </a:extLst>
              </p:cNvPr>
              <p:cNvSpPr/>
              <p:nvPr/>
            </p:nvSpPr>
            <p:spPr>
              <a:xfrm>
                <a:off x="0" y="4800600"/>
                <a:ext cx="12192000" cy="5334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16" name="Прямоугольник 15">
                <a:extLst>
                  <a:ext uri="{FF2B5EF4-FFF2-40B4-BE49-F238E27FC236}">
                    <a16:creationId xmlns:a16="http://schemas.microsoft.com/office/drawing/2014/main" id="{DC6ABE7E-1967-4DE3-BA13-E016E8644F1B}"/>
                  </a:ext>
                </a:extLst>
              </p:cNvPr>
              <p:cNvSpPr/>
              <p:nvPr/>
            </p:nvSpPr>
            <p:spPr>
              <a:xfrm>
                <a:off x="0" y="5334000"/>
                <a:ext cx="12192000" cy="5334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17" name="Прямоугольник 16">
                <a:extLst>
                  <a:ext uri="{FF2B5EF4-FFF2-40B4-BE49-F238E27FC236}">
                    <a16:creationId xmlns:a16="http://schemas.microsoft.com/office/drawing/2014/main" id="{45B014AE-172C-41CD-8940-49259D24A242}"/>
                  </a:ext>
                </a:extLst>
              </p:cNvPr>
              <p:cNvSpPr/>
              <p:nvPr/>
            </p:nvSpPr>
            <p:spPr>
              <a:xfrm>
                <a:off x="0" y="5867400"/>
                <a:ext cx="12192000" cy="5334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</p:grpSp>
      </p:grpSp>
      <p:pic>
        <p:nvPicPr>
          <p:cNvPr id="61" name="миниДжойстик">
            <a:extLst>
              <a:ext uri="{FF2B5EF4-FFF2-40B4-BE49-F238E27FC236}">
                <a16:creationId xmlns:a16="http://schemas.microsoft.com/office/drawing/2014/main" id="{A17584B8-9902-414D-A447-0745C12A570E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266062" t="-128771" r="227320" b="155339"/>
          <a:stretch/>
        </p:blipFill>
        <p:spPr>
          <a:xfrm rot="2335918">
            <a:off x="5397608" y="4268414"/>
            <a:ext cx="2180289" cy="1528035"/>
          </a:xfrm>
          <a:custGeom>
            <a:avLst/>
            <a:gdLst>
              <a:gd name="connsiteX0" fmla="*/ 0 w 1752174"/>
              <a:gd name="connsiteY0" fmla="*/ 0 h 1227994"/>
              <a:gd name="connsiteX1" fmla="*/ 1752174 w 1752174"/>
              <a:gd name="connsiteY1" fmla="*/ 0 h 1227994"/>
              <a:gd name="connsiteX2" fmla="*/ 1752174 w 1752174"/>
              <a:gd name="connsiteY2" fmla="*/ 606495 h 1227994"/>
              <a:gd name="connsiteX3" fmla="*/ 982821 w 1752174"/>
              <a:gd name="connsiteY3" fmla="*/ 1227994 h 1227994"/>
              <a:gd name="connsiteX4" fmla="*/ 55823 w 1752174"/>
              <a:gd name="connsiteY4" fmla="*/ 1227994 h 1227994"/>
              <a:gd name="connsiteX5" fmla="*/ 0 w 1752174"/>
              <a:gd name="connsiteY5" fmla="*/ 1158890 h 122799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1752174" h="1227994">
                <a:moveTo>
                  <a:pt x="0" y="0"/>
                </a:moveTo>
                <a:lnTo>
                  <a:pt x="1752174" y="0"/>
                </a:lnTo>
                <a:lnTo>
                  <a:pt x="1752174" y="606495"/>
                </a:lnTo>
                <a:lnTo>
                  <a:pt x="982821" y="1227994"/>
                </a:lnTo>
                <a:lnTo>
                  <a:pt x="55823" y="1227994"/>
                </a:lnTo>
                <a:lnTo>
                  <a:pt x="0" y="1158890"/>
                </a:lnTo>
                <a:close/>
              </a:path>
            </a:pathLst>
          </a:custGeom>
        </p:spPr>
      </p:pic>
      <p:cxnSp>
        <p:nvCxnSpPr>
          <p:cNvPr id="83" name="вертикаль">
            <a:extLst>
              <a:ext uri="{FF2B5EF4-FFF2-40B4-BE49-F238E27FC236}">
                <a16:creationId xmlns:a16="http://schemas.microsoft.com/office/drawing/2014/main" id="{DCD21CE6-7B73-44C8-ABED-2B45E79B26CF}"/>
              </a:ext>
            </a:extLst>
          </p:cNvPr>
          <p:cNvCxnSpPr>
            <a:cxnSpLocks/>
          </p:cNvCxnSpPr>
          <p:nvPr/>
        </p:nvCxnSpPr>
        <p:spPr>
          <a:xfrm>
            <a:off x="11495307" y="21834"/>
            <a:ext cx="19354" cy="6872452"/>
          </a:xfrm>
          <a:prstGeom prst="line">
            <a:avLst/>
          </a:prstGeom>
          <a:ln w="12700">
            <a:solidFill>
              <a:srgbClr val="08EDE8">
                <a:alpha val="50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4" name="горизонт">
            <a:extLst>
              <a:ext uri="{FF2B5EF4-FFF2-40B4-BE49-F238E27FC236}">
                <a16:creationId xmlns:a16="http://schemas.microsoft.com/office/drawing/2014/main" id="{8E24FD12-6F19-4398-B603-22615E908799}"/>
              </a:ext>
            </a:extLst>
          </p:cNvPr>
          <p:cNvCxnSpPr>
            <a:cxnSpLocks/>
          </p:cNvCxnSpPr>
          <p:nvPr/>
        </p:nvCxnSpPr>
        <p:spPr>
          <a:xfrm>
            <a:off x="19349" y="6286500"/>
            <a:ext cx="12191994" cy="0"/>
          </a:xfrm>
          <a:prstGeom prst="line">
            <a:avLst/>
          </a:prstGeom>
          <a:ln w="12700">
            <a:solidFill>
              <a:srgbClr val="08EDE8">
                <a:alpha val="50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3" name="декор">
            <a:extLst>
              <a:ext uri="{FF2B5EF4-FFF2-40B4-BE49-F238E27FC236}">
                <a16:creationId xmlns:a16="http://schemas.microsoft.com/office/drawing/2014/main" id="{49274652-B192-EDCA-1B55-F082F3B88EF7}"/>
              </a:ext>
            </a:extLst>
          </p:cNvPr>
          <p:cNvSpPr txBox="1"/>
          <p:nvPr/>
        </p:nvSpPr>
        <p:spPr>
          <a:xfrm>
            <a:off x="1" y="6222657"/>
            <a:ext cx="12191994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600" dirty="0">
                <a:solidFill>
                  <a:srgbClr val="06A29E">
                    <a:alpha val="10000"/>
                  </a:srgbClr>
                </a:solidFill>
                <a:latin typeface="Segoe UI Black" panose="020B0A02040204020203" pitchFamily="34" charset="0"/>
                <a:ea typeface="Segoe UI Black" panose="020B0A02040204020203" pitchFamily="34" charset="0"/>
              </a:rPr>
              <a:t>Project: Artificial Intelligence</a:t>
            </a:r>
            <a:endParaRPr lang="ru-UA" sz="3600" dirty="0">
              <a:solidFill>
                <a:srgbClr val="06A29E">
                  <a:alpha val="10000"/>
                </a:srgbClr>
              </a:solidFill>
              <a:latin typeface="Segoe UI Black" panose="020B0A02040204020203" pitchFamily="34" charset="0"/>
              <a:ea typeface="Segoe UI Black" panose="020B0A02040204020203" pitchFamily="34" charset="0"/>
            </a:endParaRP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D62BF7BF-BC4B-4325-B8D1-9BAC365E2B8B}"/>
              </a:ext>
            </a:extLst>
          </p:cNvPr>
          <p:cNvSpPr txBox="1"/>
          <p:nvPr/>
        </p:nvSpPr>
        <p:spPr>
          <a:xfrm>
            <a:off x="86518" y="73778"/>
            <a:ext cx="6005831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2800" dirty="0" err="1">
                <a:solidFill>
                  <a:srgbClr val="08EDE8"/>
                </a:solidFill>
                <a:latin typeface="Montserrat SemiBold" panose="00000700000000000000" pitchFamily="2" charset="-52"/>
              </a:rPr>
              <a:t>Яскраві</a:t>
            </a:r>
            <a:r>
              <a:rPr lang="ru-RU" sz="2800" dirty="0">
                <a:solidFill>
                  <a:srgbClr val="08EDE8"/>
                </a:solidFill>
                <a:latin typeface="Montserrat SemiBold" panose="00000700000000000000" pitchFamily="2" charset="-52"/>
              </a:rPr>
              <a:t> </a:t>
            </a:r>
            <a:r>
              <a:rPr lang="ru-RU" sz="2800" dirty="0" err="1">
                <a:solidFill>
                  <a:srgbClr val="08EDE8"/>
                </a:solidFill>
                <a:latin typeface="Montserrat SemiBold" panose="00000700000000000000" pitchFamily="2" charset="-52"/>
              </a:rPr>
              <a:t>приклади</a:t>
            </a:r>
            <a:r>
              <a:rPr lang="ru-RU" sz="2800" dirty="0">
                <a:solidFill>
                  <a:srgbClr val="08EDE8"/>
                </a:solidFill>
                <a:latin typeface="Montserrat SemiBold" panose="00000700000000000000" pitchFamily="2" charset="-52"/>
              </a:rPr>
              <a:t> </a:t>
            </a:r>
            <a:r>
              <a:rPr lang="ru-RU" sz="2800" dirty="0" err="1">
                <a:solidFill>
                  <a:srgbClr val="08EDE8"/>
                </a:solidFill>
                <a:latin typeface="Montserrat SemiBold" panose="00000700000000000000" pitchFamily="2" charset="-52"/>
              </a:rPr>
              <a:t>ігрового</a:t>
            </a:r>
            <a:r>
              <a:rPr lang="ru-RU" sz="2800" dirty="0">
                <a:solidFill>
                  <a:srgbClr val="08EDE8"/>
                </a:solidFill>
                <a:latin typeface="Montserrat SemiBold" panose="00000700000000000000" pitchFamily="2" charset="-52"/>
              </a:rPr>
              <a:t> ШІ</a:t>
            </a:r>
          </a:p>
        </p:txBody>
      </p:sp>
      <p:sp>
        <p:nvSpPr>
          <p:cNvPr id="66" name="!!рам1">
            <a:extLst>
              <a:ext uri="{FF2B5EF4-FFF2-40B4-BE49-F238E27FC236}">
                <a16:creationId xmlns:a16="http://schemas.microsoft.com/office/drawing/2014/main" id="{7B947CFA-0608-4312-8A41-0FE7C97BBDCE}"/>
              </a:ext>
            </a:extLst>
          </p:cNvPr>
          <p:cNvSpPr/>
          <p:nvPr/>
        </p:nvSpPr>
        <p:spPr>
          <a:xfrm>
            <a:off x="151678" y="853777"/>
            <a:ext cx="2042613" cy="433765"/>
          </a:xfrm>
          <a:prstGeom prst="roundRect">
            <a:avLst>
              <a:gd name="adj" fmla="val 27335"/>
            </a:avLst>
          </a:prstGeom>
          <a:solidFill>
            <a:schemeClr val="bg1">
              <a:alpha val="20000"/>
            </a:schemeClr>
          </a:solidFill>
          <a:ln w="12700">
            <a:gradFill>
              <a:gsLst>
                <a:gs pos="0">
                  <a:schemeClr val="accent1">
                    <a:lumMod val="5000"/>
                    <a:lumOff val="95000"/>
                  </a:schemeClr>
                </a:gs>
                <a:gs pos="74000">
                  <a:schemeClr val="accent1">
                    <a:lumMod val="45000"/>
                    <a:lumOff val="55000"/>
                  </a:schemeClr>
                </a:gs>
                <a:gs pos="83000">
                  <a:schemeClr val="accent1">
                    <a:lumMod val="45000"/>
                    <a:lumOff val="55000"/>
                  </a:schemeClr>
                </a:gs>
                <a:gs pos="100000">
                  <a:schemeClr val="accent1">
                    <a:lumMod val="30000"/>
                    <a:lumOff val="70000"/>
                  </a:schemeClr>
                </a:gs>
              </a:gsLst>
              <a:lin ang="5400000" scaled="1"/>
            </a:gra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59534EB0-C0FA-4024-ABED-011020A16824}"/>
              </a:ext>
            </a:extLst>
          </p:cNvPr>
          <p:cNvSpPr txBox="1"/>
          <p:nvPr/>
        </p:nvSpPr>
        <p:spPr>
          <a:xfrm>
            <a:off x="120315" y="862763"/>
            <a:ext cx="2073976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>
                <a:solidFill>
                  <a:srgbClr val="669E9A"/>
                </a:solidFill>
                <a:latin typeface="Montserrat Medium" panose="00000600000000000000" pitchFamily="2" charset="-52"/>
              </a:rPr>
              <a:t>F.E.A.R</a:t>
            </a:r>
            <a:endParaRPr lang="ru-RU" sz="2000" dirty="0">
              <a:solidFill>
                <a:srgbClr val="669E9A"/>
              </a:solidFill>
              <a:latin typeface="Montserrat Medium" panose="00000600000000000000" pitchFamily="2" charset="-52"/>
            </a:endParaRPr>
          </a:p>
        </p:txBody>
      </p:sp>
      <p:sp>
        <p:nvSpPr>
          <p:cNvPr id="90" name="!!рам2">
            <a:extLst>
              <a:ext uri="{FF2B5EF4-FFF2-40B4-BE49-F238E27FC236}">
                <a16:creationId xmlns:a16="http://schemas.microsoft.com/office/drawing/2014/main" id="{DE438ABD-C8B7-4893-8B3D-713F2938BF56}"/>
              </a:ext>
            </a:extLst>
          </p:cNvPr>
          <p:cNvSpPr/>
          <p:nvPr/>
        </p:nvSpPr>
        <p:spPr>
          <a:xfrm>
            <a:off x="700085" y="1334598"/>
            <a:ext cx="2042613" cy="433765"/>
          </a:xfrm>
          <a:prstGeom prst="roundRect">
            <a:avLst>
              <a:gd name="adj" fmla="val 27335"/>
            </a:avLst>
          </a:prstGeom>
          <a:solidFill>
            <a:schemeClr val="bg1">
              <a:alpha val="20000"/>
            </a:schemeClr>
          </a:solidFill>
          <a:ln w="12700">
            <a:gradFill>
              <a:gsLst>
                <a:gs pos="0">
                  <a:schemeClr val="accent1">
                    <a:lumMod val="5000"/>
                    <a:lumOff val="95000"/>
                  </a:schemeClr>
                </a:gs>
                <a:gs pos="74000">
                  <a:schemeClr val="accent1">
                    <a:lumMod val="45000"/>
                    <a:lumOff val="55000"/>
                  </a:schemeClr>
                </a:gs>
                <a:gs pos="83000">
                  <a:schemeClr val="accent1">
                    <a:lumMod val="45000"/>
                    <a:lumOff val="55000"/>
                  </a:schemeClr>
                </a:gs>
                <a:gs pos="100000">
                  <a:schemeClr val="accent1">
                    <a:lumMod val="30000"/>
                    <a:lumOff val="70000"/>
                  </a:schemeClr>
                </a:gs>
              </a:gsLst>
              <a:lin ang="5400000" scaled="1"/>
            </a:gra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91" name="TextBox 90">
            <a:extLst>
              <a:ext uri="{FF2B5EF4-FFF2-40B4-BE49-F238E27FC236}">
                <a16:creationId xmlns:a16="http://schemas.microsoft.com/office/drawing/2014/main" id="{A9DB35F4-3979-4A78-B5BF-1B322FE0F646}"/>
              </a:ext>
            </a:extLst>
          </p:cNvPr>
          <p:cNvSpPr txBox="1"/>
          <p:nvPr/>
        </p:nvSpPr>
        <p:spPr>
          <a:xfrm>
            <a:off x="668722" y="1343584"/>
            <a:ext cx="2073976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>
                <a:solidFill>
                  <a:srgbClr val="08EDE8"/>
                </a:solidFill>
                <a:latin typeface="Montserrat Medium" panose="00000600000000000000" pitchFamily="2" charset="-52"/>
              </a:rPr>
              <a:t>Forza Horizon</a:t>
            </a:r>
            <a:endParaRPr lang="ru-RU" sz="2000" dirty="0">
              <a:solidFill>
                <a:srgbClr val="08EDE8"/>
              </a:solidFill>
              <a:latin typeface="Montserrat Medium" panose="00000600000000000000" pitchFamily="2" charset="-52"/>
            </a:endParaRPr>
          </a:p>
        </p:txBody>
      </p:sp>
      <p:sp>
        <p:nvSpPr>
          <p:cNvPr id="92" name="!!рам3">
            <a:extLst>
              <a:ext uri="{FF2B5EF4-FFF2-40B4-BE49-F238E27FC236}">
                <a16:creationId xmlns:a16="http://schemas.microsoft.com/office/drawing/2014/main" id="{2A800CEC-9690-47EE-A7CE-F47479032859}"/>
              </a:ext>
            </a:extLst>
          </p:cNvPr>
          <p:cNvSpPr/>
          <p:nvPr/>
        </p:nvSpPr>
        <p:spPr>
          <a:xfrm>
            <a:off x="175491" y="1815419"/>
            <a:ext cx="2042613" cy="433765"/>
          </a:xfrm>
          <a:prstGeom prst="roundRect">
            <a:avLst>
              <a:gd name="adj" fmla="val 27335"/>
            </a:avLst>
          </a:prstGeom>
          <a:solidFill>
            <a:schemeClr val="bg1">
              <a:alpha val="20000"/>
            </a:schemeClr>
          </a:solidFill>
          <a:ln w="12700">
            <a:gradFill>
              <a:gsLst>
                <a:gs pos="0">
                  <a:schemeClr val="accent1">
                    <a:lumMod val="5000"/>
                    <a:lumOff val="95000"/>
                  </a:schemeClr>
                </a:gs>
                <a:gs pos="74000">
                  <a:schemeClr val="accent1">
                    <a:lumMod val="45000"/>
                    <a:lumOff val="55000"/>
                  </a:schemeClr>
                </a:gs>
                <a:gs pos="83000">
                  <a:schemeClr val="accent1">
                    <a:lumMod val="45000"/>
                    <a:lumOff val="55000"/>
                  </a:schemeClr>
                </a:gs>
                <a:gs pos="100000">
                  <a:schemeClr val="accent1">
                    <a:lumMod val="30000"/>
                    <a:lumOff val="70000"/>
                  </a:schemeClr>
                </a:gs>
              </a:gsLst>
              <a:lin ang="5400000" scaled="1"/>
            </a:gra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93" name="TextBox 92">
            <a:extLst>
              <a:ext uri="{FF2B5EF4-FFF2-40B4-BE49-F238E27FC236}">
                <a16:creationId xmlns:a16="http://schemas.microsoft.com/office/drawing/2014/main" id="{4FBAD4D3-E93A-4859-89F0-000C135DC792}"/>
              </a:ext>
            </a:extLst>
          </p:cNvPr>
          <p:cNvSpPr txBox="1"/>
          <p:nvPr/>
        </p:nvSpPr>
        <p:spPr>
          <a:xfrm>
            <a:off x="144128" y="1824405"/>
            <a:ext cx="2073976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>
                <a:solidFill>
                  <a:srgbClr val="669E9A"/>
                </a:solidFill>
                <a:latin typeface="Montserrat Medium" panose="00000600000000000000" pitchFamily="2" charset="-52"/>
              </a:rPr>
              <a:t>Alien: Isolation</a:t>
            </a:r>
            <a:endParaRPr lang="ru-RU" sz="2000" dirty="0">
              <a:solidFill>
                <a:srgbClr val="669E9A"/>
              </a:solidFill>
              <a:latin typeface="Montserrat Medium" panose="00000600000000000000" pitchFamily="2" charset="-52"/>
            </a:endParaRPr>
          </a:p>
        </p:txBody>
      </p:sp>
      <p:sp>
        <p:nvSpPr>
          <p:cNvPr id="94" name="!!рам4">
            <a:extLst>
              <a:ext uri="{FF2B5EF4-FFF2-40B4-BE49-F238E27FC236}">
                <a16:creationId xmlns:a16="http://schemas.microsoft.com/office/drawing/2014/main" id="{66650FA4-B782-4771-B5EB-3D778F55B0C7}"/>
              </a:ext>
            </a:extLst>
          </p:cNvPr>
          <p:cNvSpPr/>
          <p:nvPr/>
        </p:nvSpPr>
        <p:spPr>
          <a:xfrm>
            <a:off x="175491" y="2296240"/>
            <a:ext cx="2042613" cy="433765"/>
          </a:xfrm>
          <a:prstGeom prst="roundRect">
            <a:avLst>
              <a:gd name="adj" fmla="val 27335"/>
            </a:avLst>
          </a:prstGeom>
          <a:solidFill>
            <a:schemeClr val="bg1">
              <a:alpha val="20000"/>
            </a:schemeClr>
          </a:solidFill>
          <a:ln w="12700">
            <a:gradFill>
              <a:gsLst>
                <a:gs pos="0">
                  <a:schemeClr val="accent1">
                    <a:lumMod val="5000"/>
                    <a:lumOff val="95000"/>
                  </a:schemeClr>
                </a:gs>
                <a:gs pos="74000">
                  <a:schemeClr val="accent1">
                    <a:lumMod val="45000"/>
                    <a:lumOff val="55000"/>
                  </a:schemeClr>
                </a:gs>
                <a:gs pos="83000">
                  <a:schemeClr val="accent1">
                    <a:lumMod val="45000"/>
                    <a:lumOff val="55000"/>
                  </a:schemeClr>
                </a:gs>
                <a:gs pos="100000">
                  <a:schemeClr val="accent1">
                    <a:lumMod val="30000"/>
                    <a:lumOff val="70000"/>
                  </a:schemeClr>
                </a:gs>
              </a:gsLst>
              <a:lin ang="5400000" scaled="1"/>
            </a:gra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95" name="TextBox 94">
            <a:extLst>
              <a:ext uri="{FF2B5EF4-FFF2-40B4-BE49-F238E27FC236}">
                <a16:creationId xmlns:a16="http://schemas.microsoft.com/office/drawing/2014/main" id="{3FC90FD2-C2B1-4174-84B0-8D4C93CCD427}"/>
              </a:ext>
            </a:extLst>
          </p:cNvPr>
          <p:cNvSpPr txBox="1"/>
          <p:nvPr/>
        </p:nvSpPr>
        <p:spPr>
          <a:xfrm>
            <a:off x="144128" y="2305226"/>
            <a:ext cx="2073976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>
                <a:solidFill>
                  <a:srgbClr val="669E9A"/>
                </a:solidFill>
                <a:latin typeface="Montserrat Medium" panose="00000600000000000000" pitchFamily="2" charset="-52"/>
              </a:rPr>
              <a:t>Pac-Man</a:t>
            </a:r>
            <a:endParaRPr lang="ru-RU" sz="2000" dirty="0">
              <a:solidFill>
                <a:srgbClr val="669E9A"/>
              </a:solidFill>
              <a:latin typeface="Montserrat Medium" panose="00000600000000000000" pitchFamily="2" charset="-52"/>
            </a:endParaRPr>
          </a:p>
        </p:txBody>
      </p:sp>
      <p:sp>
        <p:nvSpPr>
          <p:cNvPr id="96" name="!!рам5">
            <a:extLst>
              <a:ext uri="{FF2B5EF4-FFF2-40B4-BE49-F238E27FC236}">
                <a16:creationId xmlns:a16="http://schemas.microsoft.com/office/drawing/2014/main" id="{A2E49239-63F7-405B-88B4-61B6A2E92071}"/>
              </a:ext>
            </a:extLst>
          </p:cNvPr>
          <p:cNvSpPr/>
          <p:nvPr/>
        </p:nvSpPr>
        <p:spPr>
          <a:xfrm>
            <a:off x="175491" y="2777061"/>
            <a:ext cx="2042613" cy="433765"/>
          </a:xfrm>
          <a:prstGeom prst="roundRect">
            <a:avLst>
              <a:gd name="adj" fmla="val 27335"/>
            </a:avLst>
          </a:prstGeom>
          <a:solidFill>
            <a:schemeClr val="bg1">
              <a:alpha val="20000"/>
            </a:schemeClr>
          </a:solidFill>
          <a:ln w="12700">
            <a:gradFill>
              <a:gsLst>
                <a:gs pos="0">
                  <a:schemeClr val="accent1">
                    <a:lumMod val="5000"/>
                    <a:lumOff val="95000"/>
                  </a:schemeClr>
                </a:gs>
                <a:gs pos="74000">
                  <a:schemeClr val="accent1">
                    <a:lumMod val="45000"/>
                    <a:lumOff val="55000"/>
                  </a:schemeClr>
                </a:gs>
                <a:gs pos="83000">
                  <a:schemeClr val="accent1">
                    <a:lumMod val="45000"/>
                    <a:lumOff val="55000"/>
                  </a:schemeClr>
                </a:gs>
                <a:gs pos="100000">
                  <a:schemeClr val="accent1">
                    <a:lumMod val="30000"/>
                    <a:lumOff val="70000"/>
                  </a:schemeClr>
                </a:gs>
              </a:gsLst>
              <a:lin ang="5400000" scaled="1"/>
            </a:gra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97" name="TextBox 96">
            <a:extLst>
              <a:ext uri="{FF2B5EF4-FFF2-40B4-BE49-F238E27FC236}">
                <a16:creationId xmlns:a16="http://schemas.microsoft.com/office/drawing/2014/main" id="{66D52391-D9CF-4B32-BDC6-71EA805FC242}"/>
              </a:ext>
            </a:extLst>
          </p:cNvPr>
          <p:cNvSpPr txBox="1"/>
          <p:nvPr/>
        </p:nvSpPr>
        <p:spPr>
          <a:xfrm>
            <a:off x="144128" y="2786047"/>
            <a:ext cx="2073976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>
                <a:solidFill>
                  <a:srgbClr val="669E9A"/>
                </a:solidFill>
                <a:latin typeface="Montserrat Medium" panose="00000600000000000000" pitchFamily="2" charset="-52"/>
              </a:rPr>
              <a:t>The Sims</a:t>
            </a:r>
            <a:endParaRPr lang="ru-RU" sz="2000" dirty="0">
              <a:solidFill>
                <a:srgbClr val="669E9A"/>
              </a:solidFill>
              <a:latin typeface="Montserrat Medium" panose="00000600000000000000" pitchFamily="2" charset="-52"/>
            </a:endParaRPr>
          </a:p>
        </p:txBody>
      </p:sp>
      <p:sp>
        <p:nvSpPr>
          <p:cNvPr id="99" name="TextBox 98">
            <a:extLst>
              <a:ext uri="{FF2B5EF4-FFF2-40B4-BE49-F238E27FC236}">
                <a16:creationId xmlns:a16="http://schemas.microsoft.com/office/drawing/2014/main" id="{5232D38C-9A4C-4806-9542-C2730197D83A}"/>
              </a:ext>
            </a:extLst>
          </p:cNvPr>
          <p:cNvSpPr txBox="1"/>
          <p:nvPr/>
        </p:nvSpPr>
        <p:spPr>
          <a:xfrm>
            <a:off x="76571" y="5580555"/>
            <a:ext cx="5048659" cy="7386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1400" dirty="0" err="1">
                <a:solidFill>
                  <a:schemeClr val="bg1"/>
                </a:solidFill>
                <a:latin typeface="Montserrat Medium" panose="00000600000000000000" pitchFamily="2" charset="-52"/>
              </a:rPr>
              <a:t>Використання</a:t>
            </a:r>
            <a:r>
              <a:rPr lang="ru-RU" sz="1400" dirty="0">
                <a:solidFill>
                  <a:schemeClr val="bg1"/>
                </a:solidFill>
                <a:latin typeface="Montserrat Medium" panose="00000600000000000000" pitchFamily="2" charset="-52"/>
              </a:rPr>
              <a:t> </a:t>
            </a:r>
            <a:r>
              <a:rPr lang="ru-RU" sz="1400" dirty="0" err="1">
                <a:solidFill>
                  <a:schemeClr val="bg1"/>
                </a:solidFill>
                <a:latin typeface="Montserrat Medium" panose="00000600000000000000" pitchFamily="2" charset="-52"/>
              </a:rPr>
              <a:t>нейромереж</a:t>
            </a:r>
            <a:r>
              <a:rPr lang="ru-RU" sz="1400" dirty="0">
                <a:solidFill>
                  <a:schemeClr val="bg1"/>
                </a:solidFill>
                <a:latin typeface="Montserrat Medium" panose="00000600000000000000" pitchFamily="2" charset="-52"/>
              </a:rPr>
              <a:t> для </a:t>
            </a:r>
            <a:r>
              <a:rPr lang="ru-RU" sz="1400" dirty="0" err="1">
                <a:solidFill>
                  <a:schemeClr val="bg1"/>
                </a:solidFill>
                <a:latin typeface="Montserrat Medium" panose="00000600000000000000" pitchFamily="2" charset="-52"/>
              </a:rPr>
              <a:t>технології</a:t>
            </a:r>
            <a:r>
              <a:rPr lang="ru-RU" sz="1400" dirty="0">
                <a:solidFill>
                  <a:schemeClr val="bg1"/>
                </a:solidFill>
                <a:latin typeface="Montserrat Medium" panose="00000600000000000000" pitchFamily="2" charset="-52"/>
              </a:rPr>
              <a:t> </a:t>
            </a:r>
            <a:r>
              <a:rPr lang="en-US" sz="1400" dirty="0">
                <a:solidFill>
                  <a:schemeClr val="bg1"/>
                </a:solidFill>
                <a:latin typeface="Montserrat Medium" panose="00000600000000000000" pitchFamily="2" charset="-52"/>
              </a:rPr>
              <a:t>Drivatar, </a:t>
            </a:r>
            <a:r>
              <a:rPr lang="ru-RU" sz="1400" dirty="0">
                <a:solidFill>
                  <a:schemeClr val="bg1"/>
                </a:solidFill>
                <a:latin typeface="Montserrat Medium" panose="00000600000000000000" pitchFamily="2" charset="-52"/>
              </a:rPr>
              <a:t>яка </a:t>
            </a:r>
            <a:r>
              <a:rPr lang="ru-RU" sz="1400" dirty="0" err="1">
                <a:solidFill>
                  <a:schemeClr val="bg1"/>
                </a:solidFill>
                <a:latin typeface="Montserrat Medium" panose="00000600000000000000" pitchFamily="2" charset="-52"/>
              </a:rPr>
              <a:t>аналізує</a:t>
            </a:r>
            <a:r>
              <a:rPr lang="ru-RU" sz="1400" dirty="0">
                <a:solidFill>
                  <a:schemeClr val="bg1"/>
                </a:solidFill>
                <a:latin typeface="Montserrat Medium" panose="00000600000000000000" pitchFamily="2" charset="-52"/>
              </a:rPr>
              <a:t> стиль </a:t>
            </a:r>
            <a:r>
              <a:rPr lang="ru-RU" sz="1400" dirty="0" err="1">
                <a:solidFill>
                  <a:schemeClr val="bg1"/>
                </a:solidFill>
                <a:latin typeface="Montserrat Medium" panose="00000600000000000000" pitchFamily="2" charset="-52"/>
              </a:rPr>
              <a:t>водіння</a:t>
            </a:r>
            <a:r>
              <a:rPr lang="ru-RU" sz="1400" dirty="0">
                <a:solidFill>
                  <a:schemeClr val="bg1"/>
                </a:solidFill>
                <a:latin typeface="Montserrat Medium" panose="00000600000000000000" pitchFamily="2" charset="-52"/>
              </a:rPr>
              <a:t> </a:t>
            </a:r>
            <a:r>
              <a:rPr lang="ru-RU" sz="1400" dirty="0" err="1">
                <a:solidFill>
                  <a:schemeClr val="bg1"/>
                </a:solidFill>
                <a:latin typeface="Montserrat Medium" panose="00000600000000000000" pitchFamily="2" charset="-52"/>
              </a:rPr>
              <a:t>реальних</a:t>
            </a:r>
            <a:r>
              <a:rPr lang="ru-RU" sz="1400" dirty="0">
                <a:solidFill>
                  <a:schemeClr val="bg1"/>
                </a:solidFill>
                <a:latin typeface="Montserrat Medium" panose="00000600000000000000" pitchFamily="2" charset="-52"/>
              </a:rPr>
              <a:t> </a:t>
            </a:r>
            <a:r>
              <a:rPr lang="ru-RU" sz="1400" dirty="0" err="1">
                <a:solidFill>
                  <a:schemeClr val="bg1"/>
                </a:solidFill>
                <a:latin typeface="Montserrat Medium" panose="00000600000000000000" pitchFamily="2" charset="-52"/>
              </a:rPr>
              <a:t>гравців</a:t>
            </a:r>
            <a:r>
              <a:rPr lang="ru-RU" sz="1400" dirty="0">
                <a:solidFill>
                  <a:schemeClr val="bg1"/>
                </a:solidFill>
                <a:latin typeface="Montserrat Medium" panose="00000600000000000000" pitchFamily="2" charset="-52"/>
              </a:rPr>
              <a:t> і </a:t>
            </a:r>
            <a:r>
              <a:rPr lang="ru-RU" sz="1400" dirty="0" err="1">
                <a:solidFill>
                  <a:schemeClr val="bg1"/>
                </a:solidFill>
                <a:latin typeface="Montserrat Medium" panose="00000600000000000000" pitchFamily="2" charset="-52"/>
              </a:rPr>
              <a:t>створює</a:t>
            </a:r>
            <a:r>
              <a:rPr lang="ru-RU" sz="1400" dirty="0">
                <a:solidFill>
                  <a:schemeClr val="bg1"/>
                </a:solidFill>
                <a:latin typeface="Montserrat Medium" panose="00000600000000000000" pitchFamily="2" charset="-52"/>
              </a:rPr>
              <a:t> </a:t>
            </a:r>
            <a:r>
              <a:rPr lang="ru-RU" sz="1400" dirty="0" err="1">
                <a:solidFill>
                  <a:schemeClr val="bg1"/>
                </a:solidFill>
                <a:latin typeface="Montserrat Medium" panose="00000600000000000000" pitchFamily="2" charset="-52"/>
              </a:rPr>
              <a:t>їх</a:t>
            </a:r>
            <a:r>
              <a:rPr lang="ru-RU" sz="1400" dirty="0">
                <a:solidFill>
                  <a:schemeClr val="bg1"/>
                </a:solidFill>
                <a:latin typeface="Montserrat Medium" panose="00000600000000000000" pitchFamily="2" charset="-52"/>
              </a:rPr>
              <a:t> </a:t>
            </a:r>
            <a:r>
              <a:rPr lang="ru-RU" sz="1400" dirty="0" err="1">
                <a:solidFill>
                  <a:schemeClr val="bg1"/>
                </a:solidFill>
                <a:latin typeface="Montserrat Medium" panose="00000600000000000000" pitchFamily="2" charset="-52"/>
              </a:rPr>
              <a:t>цифрових</a:t>
            </a:r>
            <a:r>
              <a:rPr lang="ru-RU" sz="1400" dirty="0">
                <a:solidFill>
                  <a:schemeClr val="bg1"/>
                </a:solidFill>
                <a:latin typeface="Montserrat Medium" panose="00000600000000000000" pitchFamily="2" charset="-52"/>
              </a:rPr>
              <a:t> </a:t>
            </a:r>
            <a:r>
              <a:rPr lang="ru-RU" sz="1400" dirty="0" err="1">
                <a:solidFill>
                  <a:schemeClr val="bg1"/>
                </a:solidFill>
                <a:latin typeface="Montserrat Medium" panose="00000600000000000000" pitchFamily="2" charset="-52"/>
              </a:rPr>
              <a:t>двійників</a:t>
            </a:r>
            <a:r>
              <a:rPr lang="ru-RU" sz="1400" dirty="0">
                <a:solidFill>
                  <a:schemeClr val="bg1"/>
                </a:solidFill>
                <a:latin typeface="Montserrat Medium" panose="00000600000000000000" pitchFamily="2" charset="-52"/>
              </a:rPr>
              <a:t> для </a:t>
            </a:r>
            <a:r>
              <a:rPr lang="ru-RU" sz="1400" dirty="0" err="1">
                <a:solidFill>
                  <a:schemeClr val="bg1"/>
                </a:solidFill>
                <a:latin typeface="Montserrat Medium" panose="00000600000000000000" pitchFamily="2" charset="-52"/>
              </a:rPr>
              <a:t>заїздів</a:t>
            </a:r>
            <a:r>
              <a:rPr lang="ru-RU" sz="1400" dirty="0">
                <a:solidFill>
                  <a:schemeClr val="bg1"/>
                </a:solidFill>
                <a:latin typeface="Montserrat Medium" panose="00000600000000000000" pitchFamily="2" charset="-52"/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2696635987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med">
        <p159:morph option="byObject"/>
      </p:transition>
    </mc:Choice>
    <mc:Fallback xmlns="">
      <p:transition spd="med">
        <p:fade/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фон">
            <a:extLst>
              <a:ext uri="{FF2B5EF4-FFF2-40B4-BE49-F238E27FC236}">
                <a16:creationId xmlns:a16="http://schemas.microsoft.com/office/drawing/2014/main" id="{123AAA31-15E5-4CD4-90E0-8BA1499E8700}"/>
              </a:ext>
            </a:extLst>
          </p:cNvPr>
          <p:cNvSpPr/>
          <p:nvPr/>
        </p:nvSpPr>
        <p:spPr>
          <a:xfrm>
            <a:off x="-5" y="0"/>
            <a:ext cx="12192000" cy="6858000"/>
          </a:xfrm>
          <a:prstGeom prst="rect">
            <a:avLst/>
          </a:prstGeom>
          <a:gradFill>
            <a:gsLst>
              <a:gs pos="0">
                <a:srgbClr val="1D1D1D"/>
              </a:gs>
              <a:gs pos="100000">
                <a:srgbClr val="1D1D1D"/>
              </a:gs>
            </a:gsLst>
            <a:path path="circle">
              <a:fillToRect r="100000" b="100000"/>
            </a:path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pic>
        <p:nvPicPr>
          <p:cNvPr id="5124" name="!!PlayPhoto" descr="Alien: Isolation - Коллекция">
            <a:extLst>
              <a:ext uri="{FF2B5EF4-FFF2-40B4-BE49-F238E27FC236}">
                <a16:creationId xmlns:a16="http://schemas.microsoft.com/office/drawing/2014/main" id="{F962B1D6-1CC3-41CA-9286-D86FB4F7E0B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0"/>
            <a:ext cx="12192000" cy="6858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7" name="Picture 4" descr="Pacman Wallpapers - PixelsTalk">
            <a:extLst>
              <a:ext uri="{FF2B5EF4-FFF2-40B4-BE49-F238E27FC236}">
                <a16:creationId xmlns:a16="http://schemas.microsoft.com/office/drawing/2014/main" id="{FD733330-63F2-49AC-A6AC-1AC26DA7FE62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alphaModFix amt="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6573"/>
          <a:stretch/>
        </p:blipFill>
        <p:spPr bwMode="auto">
          <a:xfrm rot="21229333">
            <a:off x="4456194" y="103657"/>
            <a:ext cx="9154262" cy="6858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8" name="Рисунок 57" descr="The Sims - The Sims™ 4 - Официальный сайт">
            <a:extLst>
              <a:ext uri="{FF2B5EF4-FFF2-40B4-BE49-F238E27FC236}">
                <a16:creationId xmlns:a16="http://schemas.microsoft.com/office/drawing/2014/main" id="{9CC787FA-EEC3-4599-A46E-96E03F5565F3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4">
            <a:alphaModFix amt="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9213" r="1"/>
          <a:stretch/>
        </p:blipFill>
        <p:spPr bwMode="auto">
          <a:xfrm flipH="1">
            <a:off x="-2107822" y="-6248"/>
            <a:ext cx="9240812" cy="6853587"/>
          </a:xfrm>
          <a:custGeom>
            <a:avLst/>
            <a:gdLst>
              <a:gd name="connsiteX0" fmla="*/ 9240812 w 9240812"/>
              <a:gd name="connsiteY0" fmla="*/ 0 h 6853587"/>
              <a:gd name="connsiteX1" fmla="*/ 0 w 9240812"/>
              <a:gd name="connsiteY1" fmla="*/ 0 h 6853587"/>
              <a:gd name="connsiteX2" fmla="*/ 0 w 9240812"/>
              <a:gd name="connsiteY2" fmla="*/ 1486756 h 6853587"/>
              <a:gd name="connsiteX3" fmla="*/ 17813 w 9240812"/>
              <a:gd name="connsiteY3" fmla="*/ 1492148 h 6853587"/>
              <a:gd name="connsiteX4" fmla="*/ 856013 w 9240812"/>
              <a:gd name="connsiteY4" fmla="*/ 2685948 h 6853587"/>
              <a:gd name="connsiteX5" fmla="*/ 1567213 w 9240812"/>
              <a:gd name="connsiteY5" fmla="*/ 4311548 h 6853587"/>
              <a:gd name="connsiteX6" fmla="*/ 3074028 w 9240812"/>
              <a:gd name="connsiteY6" fmla="*/ 6782281 h 6853587"/>
              <a:gd name="connsiteX7" fmla="*/ 3090079 w 9240812"/>
              <a:gd name="connsiteY7" fmla="*/ 6853587 h 6853587"/>
              <a:gd name="connsiteX8" fmla="*/ 9240812 w 9240812"/>
              <a:gd name="connsiteY8" fmla="*/ 6853587 h 685358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9240812" h="6853587">
                <a:moveTo>
                  <a:pt x="9240812" y="0"/>
                </a:moveTo>
                <a:lnTo>
                  <a:pt x="0" y="0"/>
                </a:lnTo>
                <a:lnTo>
                  <a:pt x="0" y="1486756"/>
                </a:lnTo>
                <a:lnTo>
                  <a:pt x="17813" y="1492148"/>
                </a:lnTo>
                <a:cubicBezTo>
                  <a:pt x="383996" y="1638198"/>
                  <a:pt x="597780" y="2216048"/>
                  <a:pt x="856013" y="2685948"/>
                </a:cubicBezTo>
                <a:cubicBezTo>
                  <a:pt x="1114246" y="3155848"/>
                  <a:pt x="1192563" y="3606698"/>
                  <a:pt x="1567213" y="4311548"/>
                </a:cubicBezTo>
                <a:cubicBezTo>
                  <a:pt x="1918448" y="4972345"/>
                  <a:pt x="2872436" y="6088928"/>
                  <a:pt x="3074028" y="6782281"/>
                </a:cubicBezTo>
                <a:lnTo>
                  <a:pt x="3090079" y="6853587"/>
                </a:lnTo>
                <a:lnTo>
                  <a:pt x="9240812" y="6853587"/>
                </a:lnTo>
                <a:close/>
              </a:path>
            </a:pathLst>
          </a:cu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9" name="Молния 58">
            <a:extLst>
              <a:ext uri="{FF2B5EF4-FFF2-40B4-BE49-F238E27FC236}">
                <a16:creationId xmlns:a16="http://schemas.microsoft.com/office/drawing/2014/main" id="{722E6311-3398-4486-AE1D-6C6579501A9C}"/>
              </a:ext>
            </a:extLst>
          </p:cNvPr>
          <p:cNvSpPr/>
          <p:nvPr/>
        </p:nvSpPr>
        <p:spPr>
          <a:xfrm rot="13340361">
            <a:off x="4017786" y="-1073766"/>
            <a:ext cx="3311524" cy="9212846"/>
          </a:xfrm>
          <a:prstGeom prst="lightningBolt">
            <a:avLst/>
          </a:prstGeom>
          <a:solidFill>
            <a:schemeClr val="tx1">
              <a:alpha val="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36" name="затемнение">
            <a:extLst>
              <a:ext uri="{FF2B5EF4-FFF2-40B4-BE49-F238E27FC236}">
                <a16:creationId xmlns:a16="http://schemas.microsoft.com/office/drawing/2014/main" id="{E0257E64-9D7E-4D65-BC1A-436E2C6E99A5}"/>
              </a:ext>
            </a:extLst>
          </p:cNvPr>
          <p:cNvSpPr/>
          <p:nvPr/>
        </p:nvSpPr>
        <p:spPr>
          <a:xfrm>
            <a:off x="-9590" y="0"/>
            <a:ext cx="12220933" cy="6858000"/>
          </a:xfrm>
          <a:prstGeom prst="rect">
            <a:avLst/>
          </a:prstGeom>
          <a:solidFill>
            <a:schemeClr val="tx1">
              <a:alpha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98" name="Затемнение низ">
            <a:extLst>
              <a:ext uri="{FF2B5EF4-FFF2-40B4-BE49-F238E27FC236}">
                <a16:creationId xmlns:a16="http://schemas.microsoft.com/office/drawing/2014/main" id="{01F63AF6-2061-4C34-9B9A-D0B30D6C4FC1}"/>
              </a:ext>
            </a:extLst>
          </p:cNvPr>
          <p:cNvSpPr/>
          <p:nvPr/>
        </p:nvSpPr>
        <p:spPr>
          <a:xfrm>
            <a:off x="-9590" y="0"/>
            <a:ext cx="12220933" cy="6847155"/>
          </a:xfrm>
          <a:prstGeom prst="rect">
            <a:avLst/>
          </a:prstGeom>
          <a:gradFill flip="none" rotWithShape="1">
            <a:gsLst>
              <a:gs pos="61000">
                <a:schemeClr val="tx1">
                  <a:alpha val="0"/>
                </a:schemeClr>
              </a:gs>
              <a:gs pos="97000">
                <a:schemeClr val="tx1"/>
              </a:gs>
            </a:gsLst>
            <a:lin ang="81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grpSp>
        <p:nvGrpSpPr>
          <p:cNvPr id="3" name="18х12 сетка">
            <a:extLst>
              <a:ext uri="{FF2B5EF4-FFF2-40B4-BE49-F238E27FC236}">
                <a16:creationId xmlns:a16="http://schemas.microsoft.com/office/drawing/2014/main" id="{04138851-021C-4CAD-990D-6CB3C7ABD4FF}"/>
              </a:ext>
            </a:extLst>
          </p:cNvPr>
          <p:cNvGrpSpPr/>
          <p:nvPr/>
        </p:nvGrpSpPr>
        <p:grpSpPr>
          <a:xfrm>
            <a:off x="-9510565" y="-5076340"/>
            <a:ext cx="30344552" cy="17068800"/>
            <a:chOff x="-2" y="0"/>
            <a:chExt cx="12192002" cy="6858000"/>
          </a:xfrm>
        </p:grpSpPr>
        <p:grpSp>
          <p:nvGrpSpPr>
            <p:cNvPr id="4" name="Группа 3">
              <a:extLst>
                <a:ext uri="{FF2B5EF4-FFF2-40B4-BE49-F238E27FC236}">
                  <a16:creationId xmlns:a16="http://schemas.microsoft.com/office/drawing/2014/main" id="{9973B303-2C4F-412C-A298-275073DCC8EE}"/>
                </a:ext>
              </a:extLst>
            </p:cNvPr>
            <p:cNvGrpSpPr/>
            <p:nvPr/>
          </p:nvGrpSpPr>
          <p:grpSpPr>
            <a:xfrm>
              <a:off x="-2" y="0"/>
              <a:ext cx="12192000" cy="6858000"/>
              <a:chOff x="-2" y="0"/>
              <a:chExt cx="8750502" cy="6858000"/>
            </a:xfrm>
            <a:noFill/>
          </p:grpSpPr>
          <p:sp>
            <p:nvSpPr>
              <p:cNvPr id="18" name="Прямоугольник 17">
                <a:extLst>
                  <a:ext uri="{FF2B5EF4-FFF2-40B4-BE49-F238E27FC236}">
                    <a16:creationId xmlns:a16="http://schemas.microsoft.com/office/drawing/2014/main" id="{46CB7FAC-6B87-48C5-8713-3C7386F75E63}"/>
                  </a:ext>
                </a:extLst>
              </p:cNvPr>
              <p:cNvSpPr/>
              <p:nvPr/>
            </p:nvSpPr>
            <p:spPr>
              <a:xfrm>
                <a:off x="-2" y="0"/>
                <a:ext cx="486139" cy="68580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19" name="Прямоугольник 18">
                <a:extLst>
                  <a:ext uri="{FF2B5EF4-FFF2-40B4-BE49-F238E27FC236}">
                    <a16:creationId xmlns:a16="http://schemas.microsoft.com/office/drawing/2014/main" id="{383311ED-9D1D-4FBE-9986-1228A12EC5BE}"/>
                  </a:ext>
                </a:extLst>
              </p:cNvPr>
              <p:cNvSpPr/>
              <p:nvPr/>
            </p:nvSpPr>
            <p:spPr>
              <a:xfrm>
                <a:off x="486137" y="0"/>
                <a:ext cx="486139" cy="68580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20" name="Прямоугольник 19">
                <a:extLst>
                  <a:ext uri="{FF2B5EF4-FFF2-40B4-BE49-F238E27FC236}">
                    <a16:creationId xmlns:a16="http://schemas.microsoft.com/office/drawing/2014/main" id="{3D3A6D47-E623-417C-AF26-6356086B4A4C}"/>
                  </a:ext>
                </a:extLst>
              </p:cNvPr>
              <p:cNvSpPr/>
              <p:nvPr/>
            </p:nvSpPr>
            <p:spPr>
              <a:xfrm>
                <a:off x="972276" y="0"/>
                <a:ext cx="486139" cy="68580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21" name="Прямоугольник 20">
                <a:extLst>
                  <a:ext uri="{FF2B5EF4-FFF2-40B4-BE49-F238E27FC236}">
                    <a16:creationId xmlns:a16="http://schemas.microsoft.com/office/drawing/2014/main" id="{771DDD40-CB71-466A-BAB7-BFDF8548D333}"/>
                  </a:ext>
                </a:extLst>
              </p:cNvPr>
              <p:cNvSpPr/>
              <p:nvPr/>
            </p:nvSpPr>
            <p:spPr>
              <a:xfrm>
                <a:off x="1458415" y="0"/>
                <a:ext cx="486139" cy="68580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22" name="Прямоугольник 21">
                <a:extLst>
                  <a:ext uri="{FF2B5EF4-FFF2-40B4-BE49-F238E27FC236}">
                    <a16:creationId xmlns:a16="http://schemas.microsoft.com/office/drawing/2014/main" id="{A8544190-7CC9-4B5E-A97F-14E8B2A09888}"/>
                  </a:ext>
                </a:extLst>
              </p:cNvPr>
              <p:cNvSpPr/>
              <p:nvPr/>
            </p:nvSpPr>
            <p:spPr>
              <a:xfrm>
                <a:off x="1944554" y="0"/>
                <a:ext cx="486139" cy="68580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23" name="Прямоугольник 22">
                <a:extLst>
                  <a:ext uri="{FF2B5EF4-FFF2-40B4-BE49-F238E27FC236}">
                    <a16:creationId xmlns:a16="http://schemas.microsoft.com/office/drawing/2014/main" id="{50B7B3E2-D833-476C-BE86-53CF4497ED46}"/>
                  </a:ext>
                </a:extLst>
              </p:cNvPr>
              <p:cNvSpPr/>
              <p:nvPr/>
            </p:nvSpPr>
            <p:spPr>
              <a:xfrm>
                <a:off x="2430693" y="0"/>
                <a:ext cx="486139" cy="68580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24" name="Прямоугольник 23">
                <a:extLst>
                  <a:ext uri="{FF2B5EF4-FFF2-40B4-BE49-F238E27FC236}">
                    <a16:creationId xmlns:a16="http://schemas.microsoft.com/office/drawing/2014/main" id="{0E8745C2-72BC-43C7-8E1D-553262D8A1CC}"/>
                  </a:ext>
                </a:extLst>
              </p:cNvPr>
              <p:cNvSpPr/>
              <p:nvPr/>
            </p:nvSpPr>
            <p:spPr>
              <a:xfrm>
                <a:off x="2916832" y="0"/>
                <a:ext cx="486139" cy="68580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25" name="Прямоугольник 24">
                <a:extLst>
                  <a:ext uri="{FF2B5EF4-FFF2-40B4-BE49-F238E27FC236}">
                    <a16:creationId xmlns:a16="http://schemas.microsoft.com/office/drawing/2014/main" id="{820061A3-CA59-41E2-9F01-C120BE276011}"/>
                  </a:ext>
                </a:extLst>
              </p:cNvPr>
              <p:cNvSpPr/>
              <p:nvPr/>
            </p:nvSpPr>
            <p:spPr>
              <a:xfrm>
                <a:off x="3402971" y="0"/>
                <a:ext cx="486139" cy="68580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26" name="Прямоугольник 25">
                <a:extLst>
                  <a:ext uri="{FF2B5EF4-FFF2-40B4-BE49-F238E27FC236}">
                    <a16:creationId xmlns:a16="http://schemas.microsoft.com/office/drawing/2014/main" id="{9784F627-96D6-42F7-95D5-281CD27833F3}"/>
                  </a:ext>
                </a:extLst>
              </p:cNvPr>
              <p:cNvSpPr/>
              <p:nvPr/>
            </p:nvSpPr>
            <p:spPr>
              <a:xfrm>
                <a:off x="3889110" y="0"/>
                <a:ext cx="486139" cy="68580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27" name="Прямоугольник 26">
                <a:extLst>
                  <a:ext uri="{FF2B5EF4-FFF2-40B4-BE49-F238E27FC236}">
                    <a16:creationId xmlns:a16="http://schemas.microsoft.com/office/drawing/2014/main" id="{B0EC3FCC-3242-4A5F-BA9A-F5CB3D6DD528}"/>
                  </a:ext>
                </a:extLst>
              </p:cNvPr>
              <p:cNvSpPr/>
              <p:nvPr/>
            </p:nvSpPr>
            <p:spPr>
              <a:xfrm>
                <a:off x="4375249" y="0"/>
                <a:ext cx="486139" cy="68580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28" name="Прямоугольник 27">
                <a:extLst>
                  <a:ext uri="{FF2B5EF4-FFF2-40B4-BE49-F238E27FC236}">
                    <a16:creationId xmlns:a16="http://schemas.microsoft.com/office/drawing/2014/main" id="{62D52256-2091-4666-B455-AB3FBB190AA1}"/>
                  </a:ext>
                </a:extLst>
              </p:cNvPr>
              <p:cNvSpPr/>
              <p:nvPr/>
            </p:nvSpPr>
            <p:spPr>
              <a:xfrm>
                <a:off x="4861388" y="0"/>
                <a:ext cx="486139" cy="68580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29" name="Прямоугольник 28">
                <a:extLst>
                  <a:ext uri="{FF2B5EF4-FFF2-40B4-BE49-F238E27FC236}">
                    <a16:creationId xmlns:a16="http://schemas.microsoft.com/office/drawing/2014/main" id="{A79CB188-05E5-497F-80E2-C95B441C7AC0}"/>
                  </a:ext>
                </a:extLst>
              </p:cNvPr>
              <p:cNvSpPr/>
              <p:nvPr/>
            </p:nvSpPr>
            <p:spPr>
              <a:xfrm>
                <a:off x="5347527" y="0"/>
                <a:ext cx="486139" cy="68580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30" name="Прямоугольник 29">
                <a:extLst>
                  <a:ext uri="{FF2B5EF4-FFF2-40B4-BE49-F238E27FC236}">
                    <a16:creationId xmlns:a16="http://schemas.microsoft.com/office/drawing/2014/main" id="{38FDC722-3787-4DF2-8923-6A7C34AEF92B}"/>
                  </a:ext>
                </a:extLst>
              </p:cNvPr>
              <p:cNvSpPr/>
              <p:nvPr/>
            </p:nvSpPr>
            <p:spPr>
              <a:xfrm>
                <a:off x="5833666" y="0"/>
                <a:ext cx="486139" cy="68580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31" name="Прямоугольник 30">
                <a:extLst>
                  <a:ext uri="{FF2B5EF4-FFF2-40B4-BE49-F238E27FC236}">
                    <a16:creationId xmlns:a16="http://schemas.microsoft.com/office/drawing/2014/main" id="{BE88DBD0-26E3-449B-AF20-9C3C9D4F1638}"/>
                  </a:ext>
                </a:extLst>
              </p:cNvPr>
              <p:cNvSpPr/>
              <p:nvPr/>
            </p:nvSpPr>
            <p:spPr>
              <a:xfrm>
                <a:off x="6319805" y="0"/>
                <a:ext cx="486139" cy="68580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32" name="Прямоугольник 31">
                <a:extLst>
                  <a:ext uri="{FF2B5EF4-FFF2-40B4-BE49-F238E27FC236}">
                    <a16:creationId xmlns:a16="http://schemas.microsoft.com/office/drawing/2014/main" id="{776F27DC-E892-4D73-B0F8-118D14F67E32}"/>
                  </a:ext>
                </a:extLst>
              </p:cNvPr>
              <p:cNvSpPr/>
              <p:nvPr/>
            </p:nvSpPr>
            <p:spPr>
              <a:xfrm>
                <a:off x="6805944" y="0"/>
                <a:ext cx="486139" cy="68580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33" name="Прямоугольник 32">
                <a:extLst>
                  <a:ext uri="{FF2B5EF4-FFF2-40B4-BE49-F238E27FC236}">
                    <a16:creationId xmlns:a16="http://schemas.microsoft.com/office/drawing/2014/main" id="{152D549E-C182-431B-8732-F0705454200E}"/>
                  </a:ext>
                </a:extLst>
              </p:cNvPr>
              <p:cNvSpPr/>
              <p:nvPr/>
            </p:nvSpPr>
            <p:spPr>
              <a:xfrm>
                <a:off x="7292083" y="0"/>
                <a:ext cx="486139" cy="68580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34" name="Прямоугольник 33">
                <a:extLst>
                  <a:ext uri="{FF2B5EF4-FFF2-40B4-BE49-F238E27FC236}">
                    <a16:creationId xmlns:a16="http://schemas.microsoft.com/office/drawing/2014/main" id="{4E7C4C47-3AC0-44BC-98DC-E3D035569674}"/>
                  </a:ext>
                </a:extLst>
              </p:cNvPr>
              <p:cNvSpPr/>
              <p:nvPr/>
            </p:nvSpPr>
            <p:spPr>
              <a:xfrm>
                <a:off x="7778222" y="0"/>
                <a:ext cx="486139" cy="68580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35" name="Прямоугольник 34">
                <a:extLst>
                  <a:ext uri="{FF2B5EF4-FFF2-40B4-BE49-F238E27FC236}">
                    <a16:creationId xmlns:a16="http://schemas.microsoft.com/office/drawing/2014/main" id="{9643B8DE-ADFC-4106-8B2A-6B39CF7089EE}"/>
                  </a:ext>
                </a:extLst>
              </p:cNvPr>
              <p:cNvSpPr/>
              <p:nvPr/>
            </p:nvSpPr>
            <p:spPr>
              <a:xfrm>
                <a:off x="8264361" y="0"/>
                <a:ext cx="486139" cy="68580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</p:grpSp>
        <p:grpSp>
          <p:nvGrpSpPr>
            <p:cNvPr id="5" name="Группа 4">
              <a:extLst>
                <a:ext uri="{FF2B5EF4-FFF2-40B4-BE49-F238E27FC236}">
                  <a16:creationId xmlns:a16="http://schemas.microsoft.com/office/drawing/2014/main" id="{49791603-02CE-4D09-8544-98B85158BB13}"/>
                </a:ext>
              </a:extLst>
            </p:cNvPr>
            <p:cNvGrpSpPr/>
            <p:nvPr/>
          </p:nvGrpSpPr>
          <p:grpSpPr>
            <a:xfrm>
              <a:off x="0" y="0"/>
              <a:ext cx="12192000" cy="6858000"/>
              <a:chOff x="0" y="0"/>
              <a:chExt cx="12192000" cy="6400800"/>
            </a:xfrm>
            <a:noFill/>
          </p:grpSpPr>
          <p:sp>
            <p:nvSpPr>
              <p:cNvPr id="6" name="Прямоугольник 5">
                <a:extLst>
                  <a:ext uri="{FF2B5EF4-FFF2-40B4-BE49-F238E27FC236}">
                    <a16:creationId xmlns:a16="http://schemas.microsoft.com/office/drawing/2014/main" id="{92031D28-254C-471F-96DA-8CB271766BEE}"/>
                  </a:ext>
                </a:extLst>
              </p:cNvPr>
              <p:cNvSpPr/>
              <p:nvPr/>
            </p:nvSpPr>
            <p:spPr>
              <a:xfrm>
                <a:off x="0" y="0"/>
                <a:ext cx="12192000" cy="5334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7" name="Прямоугольник 6">
                <a:extLst>
                  <a:ext uri="{FF2B5EF4-FFF2-40B4-BE49-F238E27FC236}">
                    <a16:creationId xmlns:a16="http://schemas.microsoft.com/office/drawing/2014/main" id="{9CBDAA7A-D429-43F2-A2EE-1E07EB443F3E}"/>
                  </a:ext>
                </a:extLst>
              </p:cNvPr>
              <p:cNvSpPr/>
              <p:nvPr/>
            </p:nvSpPr>
            <p:spPr>
              <a:xfrm>
                <a:off x="0" y="533400"/>
                <a:ext cx="12192000" cy="5334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8" name="Прямоугольник 7">
                <a:extLst>
                  <a:ext uri="{FF2B5EF4-FFF2-40B4-BE49-F238E27FC236}">
                    <a16:creationId xmlns:a16="http://schemas.microsoft.com/office/drawing/2014/main" id="{1D10029B-6BAB-4E5E-9438-484EE11EF512}"/>
                  </a:ext>
                </a:extLst>
              </p:cNvPr>
              <p:cNvSpPr/>
              <p:nvPr/>
            </p:nvSpPr>
            <p:spPr>
              <a:xfrm>
                <a:off x="0" y="1066800"/>
                <a:ext cx="12192000" cy="5334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9" name="Прямоугольник 8">
                <a:extLst>
                  <a:ext uri="{FF2B5EF4-FFF2-40B4-BE49-F238E27FC236}">
                    <a16:creationId xmlns:a16="http://schemas.microsoft.com/office/drawing/2014/main" id="{E469515C-BABE-429E-BD96-D6201E064EE4}"/>
                  </a:ext>
                </a:extLst>
              </p:cNvPr>
              <p:cNvSpPr/>
              <p:nvPr/>
            </p:nvSpPr>
            <p:spPr>
              <a:xfrm>
                <a:off x="0" y="1600200"/>
                <a:ext cx="12192000" cy="5334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10" name="Прямоугольник 9">
                <a:extLst>
                  <a:ext uri="{FF2B5EF4-FFF2-40B4-BE49-F238E27FC236}">
                    <a16:creationId xmlns:a16="http://schemas.microsoft.com/office/drawing/2014/main" id="{83D20425-307C-44C1-94BC-2CF65A58DF57}"/>
                  </a:ext>
                </a:extLst>
              </p:cNvPr>
              <p:cNvSpPr/>
              <p:nvPr/>
            </p:nvSpPr>
            <p:spPr>
              <a:xfrm>
                <a:off x="0" y="2133600"/>
                <a:ext cx="12192000" cy="5334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11" name="Прямоугольник 10">
                <a:extLst>
                  <a:ext uri="{FF2B5EF4-FFF2-40B4-BE49-F238E27FC236}">
                    <a16:creationId xmlns:a16="http://schemas.microsoft.com/office/drawing/2014/main" id="{60897EA5-6CDE-4BE9-A4EA-331BE755ECB3}"/>
                  </a:ext>
                </a:extLst>
              </p:cNvPr>
              <p:cNvSpPr/>
              <p:nvPr/>
            </p:nvSpPr>
            <p:spPr>
              <a:xfrm>
                <a:off x="0" y="2667000"/>
                <a:ext cx="12192000" cy="5334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12" name="Прямоугольник 11">
                <a:extLst>
                  <a:ext uri="{FF2B5EF4-FFF2-40B4-BE49-F238E27FC236}">
                    <a16:creationId xmlns:a16="http://schemas.microsoft.com/office/drawing/2014/main" id="{F52D57F8-967A-465E-B2FD-95D3308E6B25}"/>
                  </a:ext>
                </a:extLst>
              </p:cNvPr>
              <p:cNvSpPr/>
              <p:nvPr/>
            </p:nvSpPr>
            <p:spPr>
              <a:xfrm>
                <a:off x="0" y="3200400"/>
                <a:ext cx="12192000" cy="5334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13" name="Прямоугольник 12">
                <a:extLst>
                  <a:ext uri="{FF2B5EF4-FFF2-40B4-BE49-F238E27FC236}">
                    <a16:creationId xmlns:a16="http://schemas.microsoft.com/office/drawing/2014/main" id="{E5E3D5BD-7AD4-4228-B7CA-E471F644A3BA}"/>
                  </a:ext>
                </a:extLst>
              </p:cNvPr>
              <p:cNvSpPr/>
              <p:nvPr/>
            </p:nvSpPr>
            <p:spPr>
              <a:xfrm>
                <a:off x="0" y="3733800"/>
                <a:ext cx="12192000" cy="5334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14" name="Прямоугольник 13">
                <a:extLst>
                  <a:ext uri="{FF2B5EF4-FFF2-40B4-BE49-F238E27FC236}">
                    <a16:creationId xmlns:a16="http://schemas.microsoft.com/office/drawing/2014/main" id="{CC0CCDAB-789D-4D99-BF0F-55067D6E55D2}"/>
                  </a:ext>
                </a:extLst>
              </p:cNvPr>
              <p:cNvSpPr/>
              <p:nvPr/>
            </p:nvSpPr>
            <p:spPr>
              <a:xfrm>
                <a:off x="0" y="4267200"/>
                <a:ext cx="12192000" cy="5334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15" name="Прямоугольник 14">
                <a:extLst>
                  <a:ext uri="{FF2B5EF4-FFF2-40B4-BE49-F238E27FC236}">
                    <a16:creationId xmlns:a16="http://schemas.microsoft.com/office/drawing/2014/main" id="{94B2E5C6-0BC0-4BAC-B0E1-A2FD92B91FC0}"/>
                  </a:ext>
                </a:extLst>
              </p:cNvPr>
              <p:cNvSpPr/>
              <p:nvPr/>
            </p:nvSpPr>
            <p:spPr>
              <a:xfrm>
                <a:off x="0" y="4800600"/>
                <a:ext cx="12192000" cy="5334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16" name="Прямоугольник 15">
                <a:extLst>
                  <a:ext uri="{FF2B5EF4-FFF2-40B4-BE49-F238E27FC236}">
                    <a16:creationId xmlns:a16="http://schemas.microsoft.com/office/drawing/2014/main" id="{DC6ABE7E-1967-4DE3-BA13-E016E8644F1B}"/>
                  </a:ext>
                </a:extLst>
              </p:cNvPr>
              <p:cNvSpPr/>
              <p:nvPr/>
            </p:nvSpPr>
            <p:spPr>
              <a:xfrm>
                <a:off x="0" y="5334000"/>
                <a:ext cx="12192000" cy="5334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17" name="Прямоугольник 16">
                <a:extLst>
                  <a:ext uri="{FF2B5EF4-FFF2-40B4-BE49-F238E27FC236}">
                    <a16:creationId xmlns:a16="http://schemas.microsoft.com/office/drawing/2014/main" id="{45B014AE-172C-41CD-8940-49259D24A242}"/>
                  </a:ext>
                </a:extLst>
              </p:cNvPr>
              <p:cNvSpPr/>
              <p:nvPr/>
            </p:nvSpPr>
            <p:spPr>
              <a:xfrm>
                <a:off x="0" y="5867400"/>
                <a:ext cx="12192000" cy="5334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</p:grpSp>
      </p:grpSp>
      <p:pic>
        <p:nvPicPr>
          <p:cNvPr id="61" name="миниДжойстик">
            <a:extLst>
              <a:ext uri="{FF2B5EF4-FFF2-40B4-BE49-F238E27FC236}">
                <a16:creationId xmlns:a16="http://schemas.microsoft.com/office/drawing/2014/main" id="{A17584B8-9902-414D-A447-0745C12A570E}"/>
              </a:ext>
            </a:extLst>
          </p:cNvPr>
          <p:cNvPicPr>
            <a:picLocks noChangeAspect="1"/>
          </p:cNvPicPr>
          <p:nvPr/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266062" t="-128771" r="227320" b="155339"/>
          <a:stretch/>
        </p:blipFill>
        <p:spPr>
          <a:xfrm rot="2335918">
            <a:off x="5397608" y="4268414"/>
            <a:ext cx="2180289" cy="1528035"/>
          </a:xfrm>
          <a:custGeom>
            <a:avLst/>
            <a:gdLst>
              <a:gd name="connsiteX0" fmla="*/ 0 w 1752174"/>
              <a:gd name="connsiteY0" fmla="*/ 0 h 1227994"/>
              <a:gd name="connsiteX1" fmla="*/ 1752174 w 1752174"/>
              <a:gd name="connsiteY1" fmla="*/ 0 h 1227994"/>
              <a:gd name="connsiteX2" fmla="*/ 1752174 w 1752174"/>
              <a:gd name="connsiteY2" fmla="*/ 606495 h 1227994"/>
              <a:gd name="connsiteX3" fmla="*/ 982821 w 1752174"/>
              <a:gd name="connsiteY3" fmla="*/ 1227994 h 1227994"/>
              <a:gd name="connsiteX4" fmla="*/ 55823 w 1752174"/>
              <a:gd name="connsiteY4" fmla="*/ 1227994 h 1227994"/>
              <a:gd name="connsiteX5" fmla="*/ 0 w 1752174"/>
              <a:gd name="connsiteY5" fmla="*/ 1158890 h 122799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1752174" h="1227994">
                <a:moveTo>
                  <a:pt x="0" y="0"/>
                </a:moveTo>
                <a:lnTo>
                  <a:pt x="1752174" y="0"/>
                </a:lnTo>
                <a:lnTo>
                  <a:pt x="1752174" y="606495"/>
                </a:lnTo>
                <a:lnTo>
                  <a:pt x="982821" y="1227994"/>
                </a:lnTo>
                <a:lnTo>
                  <a:pt x="55823" y="1227994"/>
                </a:lnTo>
                <a:lnTo>
                  <a:pt x="0" y="1158890"/>
                </a:lnTo>
                <a:close/>
              </a:path>
            </a:pathLst>
          </a:custGeom>
        </p:spPr>
      </p:pic>
      <p:cxnSp>
        <p:nvCxnSpPr>
          <p:cNvPr id="83" name="вертикаль">
            <a:extLst>
              <a:ext uri="{FF2B5EF4-FFF2-40B4-BE49-F238E27FC236}">
                <a16:creationId xmlns:a16="http://schemas.microsoft.com/office/drawing/2014/main" id="{DCD21CE6-7B73-44C8-ABED-2B45E79B26CF}"/>
              </a:ext>
            </a:extLst>
          </p:cNvPr>
          <p:cNvCxnSpPr>
            <a:cxnSpLocks/>
          </p:cNvCxnSpPr>
          <p:nvPr/>
        </p:nvCxnSpPr>
        <p:spPr>
          <a:xfrm>
            <a:off x="11495307" y="21834"/>
            <a:ext cx="19354" cy="6872452"/>
          </a:xfrm>
          <a:prstGeom prst="line">
            <a:avLst/>
          </a:prstGeom>
          <a:ln w="12700">
            <a:solidFill>
              <a:srgbClr val="08EDE8">
                <a:alpha val="50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4" name="горизонт">
            <a:extLst>
              <a:ext uri="{FF2B5EF4-FFF2-40B4-BE49-F238E27FC236}">
                <a16:creationId xmlns:a16="http://schemas.microsoft.com/office/drawing/2014/main" id="{8E24FD12-6F19-4398-B603-22615E908799}"/>
              </a:ext>
            </a:extLst>
          </p:cNvPr>
          <p:cNvCxnSpPr>
            <a:cxnSpLocks/>
          </p:cNvCxnSpPr>
          <p:nvPr/>
        </p:nvCxnSpPr>
        <p:spPr>
          <a:xfrm>
            <a:off x="19349" y="6286500"/>
            <a:ext cx="12191994" cy="0"/>
          </a:xfrm>
          <a:prstGeom prst="line">
            <a:avLst/>
          </a:prstGeom>
          <a:ln w="12700">
            <a:solidFill>
              <a:srgbClr val="08EDE8">
                <a:alpha val="50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3" name="декор">
            <a:extLst>
              <a:ext uri="{FF2B5EF4-FFF2-40B4-BE49-F238E27FC236}">
                <a16:creationId xmlns:a16="http://schemas.microsoft.com/office/drawing/2014/main" id="{49274652-B192-EDCA-1B55-F082F3B88EF7}"/>
              </a:ext>
            </a:extLst>
          </p:cNvPr>
          <p:cNvSpPr txBox="1"/>
          <p:nvPr/>
        </p:nvSpPr>
        <p:spPr>
          <a:xfrm>
            <a:off x="1" y="6222657"/>
            <a:ext cx="12191994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600" dirty="0">
                <a:solidFill>
                  <a:srgbClr val="06A29E">
                    <a:alpha val="10000"/>
                  </a:srgbClr>
                </a:solidFill>
                <a:latin typeface="Segoe UI Black" panose="020B0A02040204020203" pitchFamily="34" charset="0"/>
                <a:ea typeface="Segoe UI Black" panose="020B0A02040204020203" pitchFamily="34" charset="0"/>
              </a:rPr>
              <a:t>Project: Artificial Intelligence</a:t>
            </a:r>
            <a:endParaRPr lang="ru-UA" sz="3600" dirty="0">
              <a:solidFill>
                <a:srgbClr val="06A29E">
                  <a:alpha val="10000"/>
                </a:srgbClr>
              </a:solidFill>
              <a:latin typeface="Segoe UI Black" panose="020B0A02040204020203" pitchFamily="34" charset="0"/>
              <a:ea typeface="Segoe UI Black" panose="020B0A02040204020203" pitchFamily="34" charset="0"/>
            </a:endParaRP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D62BF7BF-BC4B-4325-B8D1-9BAC365E2B8B}"/>
              </a:ext>
            </a:extLst>
          </p:cNvPr>
          <p:cNvSpPr txBox="1"/>
          <p:nvPr/>
        </p:nvSpPr>
        <p:spPr>
          <a:xfrm>
            <a:off x="86518" y="73778"/>
            <a:ext cx="6005831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2800" dirty="0" err="1">
                <a:solidFill>
                  <a:srgbClr val="08EDE8"/>
                </a:solidFill>
                <a:latin typeface="Montserrat SemiBold" panose="00000700000000000000" pitchFamily="2" charset="-52"/>
              </a:rPr>
              <a:t>Яскраві</a:t>
            </a:r>
            <a:r>
              <a:rPr lang="ru-RU" sz="2800" dirty="0">
                <a:solidFill>
                  <a:srgbClr val="08EDE8"/>
                </a:solidFill>
                <a:latin typeface="Montserrat SemiBold" panose="00000700000000000000" pitchFamily="2" charset="-52"/>
              </a:rPr>
              <a:t> </a:t>
            </a:r>
            <a:r>
              <a:rPr lang="ru-RU" sz="2800" dirty="0" err="1">
                <a:solidFill>
                  <a:srgbClr val="08EDE8"/>
                </a:solidFill>
                <a:latin typeface="Montserrat SemiBold" panose="00000700000000000000" pitchFamily="2" charset="-52"/>
              </a:rPr>
              <a:t>приклади</a:t>
            </a:r>
            <a:r>
              <a:rPr lang="ru-RU" sz="2800" dirty="0">
                <a:solidFill>
                  <a:srgbClr val="08EDE8"/>
                </a:solidFill>
                <a:latin typeface="Montserrat SemiBold" panose="00000700000000000000" pitchFamily="2" charset="-52"/>
              </a:rPr>
              <a:t> </a:t>
            </a:r>
            <a:r>
              <a:rPr lang="ru-RU" sz="2800" dirty="0" err="1">
                <a:solidFill>
                  <a:srgbClr val="08EDE8"/>
                </a:solidFill>
                <a:latin typeface="Montserrat SemiBold" panose="00000700000000000000" pitchFamily="2" charset="-52"/>
              </a:rPr>
              <a:t>ігрового</a:t>
            </a:r>
            <a:r>
              <a:rPr lang="ru-RU" sz="2800" dirty="0">
                <a:solidFill>
                  <a:srgbClr val="08EDE8"/>
                </a:solidFill>
                <a:latin typeface="Montserrat SemiBold" panose="00000700000000000000" pitchFamily="2" charset="-52"/>
              </a:rPr>
              <a:t> ШІ</a:t>
            </a:r>
          </a:p>
        </p:txBody>
      </p:sp>
      <p:sp>
        <p:nvSpPr>
          <p:cNvPr id="66" name="!!рам1">
            <a:extLst>
              <a:ext uri="{FF2B5EF4-FFF2-40B4-BE49-F238E27FC236}">
                <a16:creationId xmlns:a16="http://schemas.microsoft.com/office/drawing/2014/main" id="{7B947CFA-0608-4312-8A41-0FE7C97BBDCE}"/>
              </a:ext>
            </a:extLst>
          </p:cNvPr>
          <p:cNvSpPr/>
          <p:nvPr/>
        </p:nvSpPr>
        <p:spPr>
          <a:xfrm>
            <a:off x="151678" y="853777"/>
            <a:ext cx="2042613" cy="433765"/>
          </a:xfrm>
          <a:prstGeom prst="roundRect">
            <a:avLst>
              <a:gd name="adj" fmla="val 27335"/>
            </a:avLst>
          </a:prstGeom>
          <a:solidFill>
            <a:schemeClr val="bg1">
              <a:alpha val="20000"/>
            </a:schemeClr>
          </a:solidFill>
          <a:ln w="12700">
            <a:gradFill>
              <a:gsLst>
                <a:gs pos="0">
                  <a:schemeClr val="accent1">
                    <a:lumMod val="5000"/>
                    <a:lumOff val="95000"/>
                  </a:schemeClr>
                </a:gs>
                <a:gs pos="74000">
                  <a:schemeClr val="accent1">
                    <a:lumMod val="45000"/>
                    <a:lumOff val="55000"/>
                  </a:schemeClr>
                </a:gs>
                <a:gs pos="83000">
                  <a:schemeClr val="accent1">
                    <a:lumMod val="45000"/>
                    <a:lumOff val="55000"/>
                  </a:schemeClr>
                </a:gs>
                <a:gs pos="100000">
                  <a:schemeClr val="accent1">
                    <a:lumMod val="30000"/>
                    <a:lumOff val="70000"/>
                  </a:schemeClr>
                </a:gs>
              </a:gsLst>
              <a:lin ang="5400000" scaled="1"/>
            </a:gra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59534EB0-C0FA-4024-ABED-011020A16824}"/>
              </a:ext>
            </a:extLst>
          </p:cNvPr>
          <p:cNvSpPr txBox="1"/>
          <p:nvPr/>
        </p:nvSpPr>
        <p:spPr>
          <a:xfrm>
            <a:off x="120315" y="862763"/>
            <a:ext cx="2073976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>
                <a:solidFill>
                  <a:srgbClr val="669E9A"/>
                </a:solidFill>
                <a:latin typeface="Montserrat Medium" panose="00000600000000000000" pitchFamily="2" charset="-52"/>
              </a:rPr>
              <a:t>F.E.A.R</a:t>
            </a:r>
            <a:endParaRPr lang="ru-RU" sz="2000" dirty="0">
              <a:solidFill>
                <a:srgbClr val="669E9A"/>
              </a:solidFill>
              <a:latin typeface="Montserrat Medium" panose="00000600000000000000" pitchFamily="2" charset="-52"/>
            </a:endParaRPr>
          </a:p>
        </p:txBody>
      </p:sp>
      <p:sp>
        <p:nvSpPr>
          <p:cNvPr id="90" name="!!рам2">
            <a:extLst>
              <a:ext uri="{FF2B5EF4-FFF2-40B4-BE49-F238E27FC236}">
                <a16:creationId xmlns:a16="http://schemas.microsoft.com/office/drawing/2014/main" id="{DE438ABD-C8B7-4893-8B3D-713F2938BF56}"/>
              </a:ext>
            </a:extLst>
          </p:cNvPr>
          <p:cNvSpPr/>
          <p:nvPr/>
        </p:nvSpPr>
        <p:spPr>
          <a:xfrm>
            <a:off x="167289" y="1334598"/>
            <a:ext cx="2042613" cy="433765"/>
          </a:xfrm>
          <a:prstGeom prst="roundRect">
            <a:avLst>
              <a:gd name="adj" fmla="val 27335"/>
            </a:avLst>
          </a:prstGeom>
          <a:solidFill>
            <a:schemeClr val="bg1">
              <a:alpha val="20000"/>
            </a:schemeClr>
          </a:solidFill>
          <a:ln w="12700">
            <a:gradFill>
              <a:gsLst>
                <a:gs pos="0">
                  <a:schemeClr val="accent1">
                    <a:lumMod val="5000"/>
                    <a:lumOff val="95000"/>
                  </a:schemeClr>
                </a:gs>
                <a:gs pos="74000">
                  <a:schemeClr val="accent1">
                    <a:lumMod val="45000"/>
                    <a:lumOff val="55000"/>
                  </a:schemeClr>
                </a:gs>
                <a:gs pos="83000">
                  <a:schemeClr val="accent1">
                    <a:lumMod val="45000"/>
                    <a:lumOff val="55000"/>
                  </a:schemeClr>
                </a:gs>
                <a:gs pos="100000">
                  <a:schemeClr val="accent1">
                    <a:lumMod val="30000"/>
                    <a:lumOff val="70000"/>
                  </a:schemeClr>
                </a:gs>
              </a:gsLst>
              <a:lin ang="5400000" scaled="1"/>
            </a:gra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91" name="TextBox 90">
            <a:extLst>
              <a:ext uri="{FF2B5EF4-FFF2-40B4-BE49-F238E27FC236}">
                <a16:creationId xmlns:a16="http://schemas.microsoft.com/office/drawing/2014/main" id="{A9DB35F4-3979-4A78-B5BF-1B322FE0F646}"/>
              </a:ext>
            </a:extLst>
          </p:cNvPr>
          <p:cNvSpPr txBox="1"/>
          <p:nvPr/>
        </p:nvSpPr>
        <p:spPr>
          <a:xfrm>
            <a:off x="135926" y="1343584"/>
            <a:ext cx="2073976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>
                <a:solidFill>
                  <a:srgbClr val="669E9A"/>
                </a:solidFill>
                <a:latin typeface="Montserrat Medium" panose="00000600000000000000" pitchFamily="2" charset="-52"/>
              </a:rPr>
              <a:t>Forza Horizon</a:t>
            </a:r>
            <a:endParaRPr lang="ru-RU" sz="2000" dirty="0">
              <a:solidFill>
                <a:srgbClr val="669E9A"/>
              </a:solidFill>
              <a:latin typeface="Montserrat Medium" panose="00000600000000000000" pitchFamily="2" charset="-52"/>
            </a:endParaRPr>
          </a:p>
        </p:txBody>
      </p:sp>
      <p:sp>
        <p:nvSpPr>
          <p:cNvPr id="92" name="!!рам3">
            <a:extLst>
              <a:ext uri="{FF2B5EF4-FFF2-40B4-BE49-F238E27FC236}">
                <a16:creationId xmlns:a16="http://schemas.microsoft.com/office/drawing/2014/main" id="{2A800CEC-9690-47EE-A7CE-F47479032859}"/>
              </a:ext>
            </a:extLst>
          </p:cNvPr>
          <p:cNvSpPr/>
          <p:nvPr/>
        </p:nvSpPr>
        <p:spPr>
          <a:xfrm>
            <a:off x="692619" y="1815419"/>
            <a:ext cx="2042613" cy="433765"/>
          </a:xfrm>
          <a:prstGeom prst="roundRect">
            <a:avLst>
              <a:gd name="adj" fmla="val 27335"/>
            </a:avLst>
          </a:prstGeom>
          <a:solidFill>
            <a:schemeClr val="bg1">
              <a:alpha val="20000"/>
            </a:schemeClr>
          </a:solidFill>
          <a:ln w="12700">
            <a:gradFill>
              <a:gsLst>
                <a:gs pos="0">
                  <a:schemeClr val="accent1">
                    <a:lumMod val="5000"/>
                    <a:lumOff val="95000"/>
                  </a:schemeClr>
                </a:gs>
                <a:gs pos="74000">
                  <a:schemeClr val="accent1">
                    <a:lumMod val="45000"/>
                    <a:lumOff val="55000"/>
                  </a:schemeClr>
                </a:gs>
                <a:gs pos="83000">
                  <a:schemeClr val="accent1">
                    <a:lumMod val="45000"/>
                    <a:lumOff val="55000"/>
                  </a:schemeClr>
                </a:gs>
                <a:gs pos="100000">
                  <a:schemeClr val="accent1">
                    <a:lumMod val="30000"/>
                    <a:lumOff val="70000"/>
                  </a:schemeClr>
                </a:gs>
              </a:gsLst>
              <a:lin ang="5400000" scaled="1"/>
            </a:gra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93" name="TextBox 92">
            <a:extLst>
              <a:ext uri="{FF2B5EF4-FFF2-40B4-BE49-F238E27FC236}">
                <a16:creationId xmlns:a16="http://schemas.microsoft.com/office/drawing/2014/main" id="{4FBAD4D3-E93A-4859-89F0-000C135DC792}"/>
              </a:ext>
            </a:extLst>
          </p:cNvPr>
          <p:cNvSpPr txBox="1"/>
          <p:nvPr/>
        </p:nvSpPr>
        <p:spPr>
          <a:xfrm>
            <a:off x="661256" y="1824405"/>
            <a:ext cx="2073976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>
                <a:solidFill>
                  <a:srgbClr val="08EDE8"/>
                </a:solidFill>
                <a:latin typeface="Montserrat Medium" panose="00000600000000000000" pitchFamily="2" charset="-52"/>
              </a:rPr>
              <a:t>Alien: Isolation</a:t>
            </a:r>
            <a:endParaRPr lang="ru-RU" sz="2000" dirty="0">
              <a:solidFill>
                <a:srgbClr val="08EDE8"/>
              </a:solidFill>
              <a:latin typeface="Montserrat Medium" panose="00000600000000000000" pitchFamily="2" charset="-52"/>
            </a:endParaRPr>
          </a:p>
        </p:txBody>
      </p:sp>
      <p:sp>
        <p:nvSpPr>
          <p:cNvPr id="94" name="!!рам4">
            <a:extLst>
              <a:ext uri="{FF2B5EF4-FFF2-40B4-BE49-F238E27FC236}">
                <a16:creationId xmlns:a16="http://schemas.microsoft.com/office/drawing/2014/main" id="{66650FA4-B782-4771-B5EB-3D778F55B0C7}"/>
              </a:ext>
            </a:extLst>
          </p:cNvPr>
          <p:cNvSpPr/>
          <p:nvPr/>
        </p:nvSpPr>
        <p:spPr>
          <a:xfrm>
            <a:off x="175491" y="2296240"/>
            <a:ext cx="2042613" cy="433765"/>
          </a:xfrm>
          <a:prstGeom prst="roundRect">
            <a:avLst>
              <a:gd name="adj" fmla="val 27335"/>
            </a:avLst>
          </a:prstGeom>
          <a:solidFill>
            <a:schemeClr val="bg1">
              <a:alpha val="20000"/>
            </a:schemeClr>
          </a:solidFill>
          <a:ln w="12700">
            <a:gradFill>
              <a:gsLst>
                <a:gs pos="0">
                  <a:schemeClr val="accent1">
                    <a:lumMod val="5000"/>
                    <a:lumOff val="95000"/>
                  </a:schemeClr>
                </a:gs>
                <a:gs pos="74000">
                  <a:schemeClr val="accent1">
                    <a:lumMod val="45000"/>
                    <a:lumOff val="55000"/>
                  </a:schemeClr>
                </a:gs>
                <a:gs pos="83000">
                  <a:schemeClr val="accent1">
                    <a:lumMod val="45000"/>
                    <a:lumOff val="55000"/>
                  </a:schemeClr>
                </a:gs>
                <a:gs pos="100000">
                  <a:schemeClr val="accent1">
                    <a:lumMod val="30000"/>
                    <a:lumOff val="70000"/>
                  </a:schemeClr>
                </a:gs>
              </a:gsLst>
              <a:lin ang="5400000" scaled="1"/>
            </a:gra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95" name="TextBox 94">
            <a:extLst>
              <a:ext uri="{FF2B5EF4-FFF2-40B4-BE49-F238E27FC236}">
                <a16:creationId xmlns:a16="http://schemas.microsoft.com/office/drawing/2014/main" id="{3FC90FD2-C2B1-4174-84B0-8D4C93CCD427}"/>
              </a:ext>
            </a:extLst>
          </p:cNvPr>
          <p:cNvSpPr txBox="1"/>
          <p:nvPr/>
        </p:nvSpPr>
        <p:spPr>
          <a:xfrm>
            <a:off x="144128" y="2305226"/>
            <a:ext cx="2073976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>
                <a:solidFill>
                  <a:srgbClr val="669E9A"/>
                </a:solidFill>
                <a:latin typeface="Montserrat Medium" panose="00000600000000000000" pitchFamily="2" charset="-52"/>
              </a:rPr>
              <a:t>Pac-Man</a:t>
            </a:r>
            <a:endParaRPr lang="ru-RU" sz="2000" dirty="0">
              <a:solidFill>
                <a:srgbClr val="669E9A"/>
              </a:solidFill>
              <a:latin typeface="Montserrat Medium" panose="00000600000000000000" pitchFamily="2" charset="-52"/>
            </a:endParaRPr>
          </a:p>
        </p:txBody>
      </p:sp>
      <p:sp>
        <p:nvSpPr>
          <p:cNvPr id="96" name="!!рам5">
            <a:extLst>
              <a:ext uri="{FF2B5EF4-FFF2-40B4-BE49-F238E27FC236}">
                <a16:creationId xmlns:a16="http://schemas.microsoft.com/office/drawing/2014/main" id="{A2E49239-63F7-405B-88B4-61B6A2E92071}"/>
              </a:ext>
            </a:extLst>
          </p:cNvPr>
          <p:cNvSpPr/>
          <p:nvPr/>
        </p:nvSpPr>
        <p:spPr>
          <a:xfrm>
            <a:off x="175491" y="2777061"/>
            <a:ext cx="2042613" cy="433765"/>
          </a:xfrm>
          <a:prstGeom prst="roundRect">
            <a:avLst>
              <a:gd name="adj" fmla="val 27335"/>
            </a:avLst>
          </a:prstGeom>
          <a:solidFill>
            <a:schemeClr val="bg1">
              <a:alpha val="20000"/>
            </a:schemeClr>
          </a:solidFill>
          <a:ln w="12700">
            <a:gradFill>
              <a:gsLst>
                <a:gs pos="0">
                  <a:schemeClr val="accent1">
                    <a:lumMod val="5000"/>
                    <a:lumOff val="95000"/>
                  </a:schemeClr>
                </a:gs>
                <a:gs pos="74000">
                  <a:schemeClr val="accent1">
                    <a:lumMod val="45000"/>
                    <a:lumOff val="55000"/>
                  </a:schemeClr>
                </a:gs>
                <a:gs pos="83000">
                  <a:schemeClr val="accent1">
                    <a:lumMod val="45000"/>
                    <a:lumOff val="55000"/>
                  </a:schemeClr>
                </a:gs>
                <a:gs pos="100000">
                  <a:schemeClr val="accent1">
                    <a:lumMod val="30000"/>
                    <a:lumOff val="70000"/>
                  </a:schemeClr>
                </a:gs>
              </a:gsLst>
              <a:lin ang="5400000" scaled="1"/>
            </a:gra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97" name="TextBox 96">
            <a:extLst>
              <a:ext uri="{FF2B5EF4-FFF2-40B4-BE49-F238E27FC236}">
                <a16:creationId xmlns:a16="http://schemas.microsoft.com/office/drawing/2014/main" id="{66D52391-D9CF-4B32-BDC6-71EA805FC242}"/>
              </a:ext>
            </a:extLst>
          </p:cNvPr>
          <p:cNvSpPr txBox="1"/>
          <p:nvPr/>
        </p:nvSpPr>
        <p:spPr>
          <a:xfrm>
            <a:off x="144128" y="2786047"/>
            <a:ext cx="2073976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>
                <a:solidFill>
                  <a:srgbClr val="669E9A"/>
                </a:solidFill>
                <a:latin typeface="Montserrat Medium" panose="00000600000000000000" pitchFamily="2" charset="-52"/>
              </a:rPr>
              <a:t>The Sims</a:t>
            </a:r>
            <a:endParaRPr lang="ru-RU" sz="2000" dirty="0">
              <a:solidFill>
                <a:srgbClr val="669E9A"/>
              </a:solidFill>
              <a:latin typeface="Montserrat Medium" panose="00000600000000000000" pitchFamily="2" charset="-52"/>
            </a:endParaRPr>
          </a:p>
        </p:txBody>
      </p:sp>
      <p:sp>
        <p:nvSpPr>
          <p:cNvPr id="99" name="TextBox 98">
            <a:extLst>
              <a:ext uri="{FF2B5EF4-FFF2-40B4-BE49-F238E27FC236}">
                <a16:creationId xmlns:a16="http://schemas.microsoft.com/office/drawing/2014/main" id="{5232D38C-9A4C-4806-9542-C2730197D83A}"/>
              </a:ext>
            </a:extLst>
          </p:cNvPr>
          <p:cNvSpPr txBox="1"/>
          <p:nvPr/>
        </p:nvSpPr>
        <p:spPr>
          <a:xfrm>
            <a:off x="76571" y="5580555"/>
            <a:ext cx="5372192" cy="7386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1400" dirty="0" err="1">
                <a:solidFill>
                  <a:schemeClr val="bg1"/>
                </a:solidFill>
                <a:latin typeface="Montserrat Medium" panose="00000600000000000000" pitchFamily="2" charset="-52"/>
              </a:rPr>
              <a:t>Дворівнева</a:t>
            </a:r>
            <a:r>
              <a:rPr lang="ru-RU" sz="1400" dirty="0">
                <a:solidFill>
                  <a:schemeClr val="bg1"/>
                </a:solidFill>
                <a:latin typeface="Montserrat Medium" panose="00000600000000000000" pitchFamily="2" charset="-52"/>
              </a:rPr>
              <a:t> система «Директор – </a:t>
            </a:r>
            <a:r>
              <a:rPr lang="ru-RU" sz="1400" dirty="0" err="1">
                <a:solidFill>
                  <a:schemeClr val="bg1"/>
                </a:solidFill>
                <a:latin typeface="Montserrat Medium" panose="00000600000000000000" pitchFamily="2" charset="-52"/>
              </a:rPr>
              <a:t>Мисливець</a:t>
            </a:r>
            <a:r>
              <a:rPr lang="ru-RU" sz="1400" dirty="0">
                <a:solidFill>
                  <a:schemeClr val="bg1"/>
                </a:solidFill>
                <a:latin typeface="Montserrat Medium" panose="00000600000000000000" pitchFamily="2" charset="-52"/>
              </a:rPr>
              <a:t>», де одна </a:t>
            </a:r>
            <a:r>
              <a:rPr lang="ru-RU" sz="1400" dirty="0" err="1">
                <a:solidFill>
                  <a:schemeClr val="bg1"/>
                </a:solidFill>
                <a:latin typeface="Montserrat Medium" panose="00000600000000000000" pitchFamily="2" charset="-52"/>
              </a:rPr>
              <a:t>частина</a:t>
            </a:r>
            <a:r>
              <a:rPr lang="ru-RU" sz="1400" dirty="0">
                <a:solidFill>
                  <a:schemeClr val="bg1"/>
                </a:solidFill>
                <a:latin typeface="Montserrat Medium" panose="00000600000000000000" pitchFamily="2" charset="-52"/>
              </a:rPr>
              <a:t> ШІ </a:t>
            </a:r>
            <a:r>
              <a:rPr lang="ru-RU" sz="1400" dirty="0" err="1">
                <a:solidFill>
                  <a:schemeClr val="bg1"/>
                </a:solidFill>
                <a:latin typeface="Montserrat Medium" panose="00000600000000000000" pitchFamily="2" charset="-52"/>
              </a:rPr>
              <a:t>дає</a:t>
            </a:r>
            <a:r>
              <a:rPr lang="ru-RU" sz="1400" dirty="0">
                <a:solidFill>
                  <a:schemeClr val="bg1"/>
                </a:solidFill>
                <a:latin typeface="Montserrat Medium" panose="00000600000000000000" pitchFamily="2" charset="-52"/>
              </a:rPr>
              <a:t> </a:t>
            </a:r>
            <a:r>
              <a:rPr lang="ru-RU" sz="1400" dirty="0" err="1">
                <a:solidFill>
                  <a:schemeClr val="bg1"/>
                </a:solidFill>
                <a:latin typeface="Montserrat Medium" panose="00000600000000000000" pitchFamily="2" charset="-52"/>
              </a:rPr>
              <a:t>підказки</a:t>
            </a:r>
            <a:r>
              <a:rPr lang="ru-RU" sz="1400" dirty="0">
                <a:solidFill>
                  <a:schemeClr val="bg1"/>
                </a:solidFill>
                <a:latin typeface="Montserrat Medium" panose="00000600000000000000" pitchFamily="2" charset="-52"/>
              </a:rPr>
              <a:t>, а друга (</a:t>
            </a:r>
            <a:r>
              <a:rPr lang="ru-RU" sz="1400" dirty="0" err="1">
                <a:solidFill>
                  <a:schemeClr val="bg1"/>
                </a:solidFill>
                <a:latin typeface="Montserrat Medium" panose="00000600000000000000" pitchFamily="2" charset="-52"/>
              </a:rPr>
              <a:t>Чужий</a:t>
            </a:r>
            <a:r>
              <a:rPr lang="ru-RU" sz="1400" dirty="0">
                <a:solidFill>
                  <a:schemeClr val="bg1"/>
                </a:solidFill>
                <a:latin typeface="Montserrat Medium" panose="00000600000000000000" pitchFamily="2" charset="-52"/>
              </a:rPr>
              <a:t>) </a:t>
            </a:r>
            <a:r>
              <a:rPr lang="ru-RU" sz="1400" dirty="0" err="1">
                <a:solidFill>
                  <a:schemeClr val="bg1"/>
                </a:solidFill>
                <a:latin typeface="Montserrat Medium" panose="00000600000000000000" pitchFamily="2" charset="-52"/>
              </a:rPr>
              <a:t>вивчає</a:t>
            </a:r>
            <a:r>
              <a:rPr lang="ru-RU" sz="1400" dirty="0">
                <a:solidFill>
                  <a:schemeClr val="bg1"/>
                </a:solidFill>
                <a:latin typeface="Montserrat Medium" panose="00000600000000000000" pitchFamily="2" charset="-52"/>
              </a:rPr>
              <a:t> </a:t>
            </a:r>
            <a:r>
              <a:rPr lang="ru-RU" sz="1400" dirty="0" err="1">
                <a:solidFill>
                  <a:schemeClr val="bg1"/>
                </a:solidFill>
                <a:latin typeface="Montserrat Medium" panose="00000600000000000000" pitchFamily="2" charset="-52"/>
              </a:rPr>
              <a:t>звички</a:t>
            </a:r>
            <a:r>
              <a:rPr lang="ru-RU" sz="1400" dirty="0">
                <a:solidFill>
                  <a:schemeClr val="bg1"/>
                </a:solidFill>
                <a:latin typeface="Montserrat Medium" panose="00000600000000000000" pitchFamily="2" charset="-52"/>
              </a:rPr>
              <a:t> </a:t>
            </a:r>
            <a:r>
              <a:rPr lang="ru-RU" sz="1400" dirty="0" err="1">
                <a:solidFill>
                  <a:schemeClr val="bg1"/>
                </a:solidFill>
                <a:latin typeface="Montserrat Medium" panose="00000600000000000000" pitchFamily="2" charset="-52"/>
              </a:rPr>
              <a:t>гравця</a:t>
            </a:r>
            <a:r>
              <a:rPr lang="ru-RU" sz="1400" dirty="0">
                <a:solidFill>
                  <a:schemeClr val="bg1"/>
                </a:solidFill>
                <a:latin typeface="Montserrat Medium" panose="00000600000000000000" pitchFamily="2" charset="-52"/>
              </a:rPr>
              <a:t> і </a:t>
            </a:r>
            <a:r>
              <a:rPr lang="ru-RU" sz="1400" dirty="0" err="1">
                <a:solidFill>
                  <a:schemeClr val="bg1"/>
                </a:solidFill>
                <a:latin typeface="Montserrat Medium" panose="00000600000000000000" pitchFamily="2" charset="-52"/>
              </a:rPr>
              <a:t>адаптується</a:t>
            </a:r>
            <a:r>
              <a:rPr lang="ru-RU" sz="1400" dirty="0">
                <a:solidFill>
                  <a:schemeClr val="bg1"/>
                </a:solidFill>
                <a:latin typeface="Montserrat Medium" panose="00000600000000000000" pitchFamily="2" charset="-52"/>
              </a:rPr>
              <a:t> до </a:t>
            </a:r>
            <a:r>
              <a:rPr lang="ru-RU" sz="1400" dirty="0" err="1">
                <a:solidFill>
                  <a:schemeClr val="bg1"/>
                </a:solidFill>
                <a:latin typeface="Montserrat Medium" panose="00000600000000000000" pitchFamily="2" charset="-52"/>
              </a:rPr>
              <a:t>його</a:t>
            </a:r>
            <a:r>
              <a:rPr lang="ru-RU" sz="1400" dirty="0">
                <a:solidFill>
                  <a:schemeClr val="bg1"/>
                </a:solidFill>
                <a:latin typeface="Montserrat Medium" panose="00000600000000000000" pitchFamily="2" charset="-52"/>
              </a:rPr>
              <a:t> </a:t>
            </a:r>
            <a:r>
              <a:rPr lang="ru-RU" sz="1400" dirty="0" err="1">
                <a:solidFill>
                  <a:schemeClr val="bg1"/>
                </a:solidFill>
                <a:latin typeface="Montserrat Medium" panose="00000600000000000000" pitchFamily="2" charset="-52"/>
              </a:rPr>
              <a:t>укриттів</a:t>
            </a:r>
            <a:r>
              <a:rPr lang="ru-RU" sz="1400" dirty="0">
                <a:solidFill>
                  <a:schemeClr val="bg1"/>
                </a:solidFill>
                <a:latin typeface="Montserrat Medium" panose="00000600000000000000" pitchFamily="2" charset="-52"/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2737113104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med">
        <p159:morph option="byObject"/>
      </p:transition>
    </mc:Choice>
    <mc:Fallback xmlns="">
      <p:transition spd="med">
        <p:fade/>
      </p:transition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фон">
            <a:extLst>
              <a:ext uri="{FF2B5EF4-FFF2-40B4-BE49-F238E27FC236}">
                <a16:creationId xmlns:a16="http://schemas.microsoft.com/office/drawing/2014/main" id="{123AAA31-15E5-4CD4-90E0-8BA1499E8700}"/>
              </a:ext>
            </a:extLst>
          </p:cNvPr>
          <p:cNvSpPr/>
          <p:nvPr/>
        </p:nvSpPr>
        <p:spPr>
          <a:xfrm>
            <a:off x="-5" y="0"/>
            <a:ext cx="12192000" cy="6858000"/>
          </a:xfrm>
          <a:prstGeom prst="rect">
            <a:avLst/>
          </a:prstGeom>
          <a:gradFill>
            <a:gsLst>
              <a:gs pos="0">
                <a:srgbClr val="1D1D1D"/>
              </a:gs>
              <a:gs pos="100000">
                <a:srgbClr val="1D1D1D"/>
              </a:gs>
            </a:gsLst>
            <a:path path="circle">
              <a:fillToRect r="100000" b="100000"/>
            </a:path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pic>
        <p:nvPicPr>
          <p:cNvPr id="5124" name="!!PlayPhoto" descr="Alien: Isolation - Коллекция">
            <a:extLst>
              <a:ext uri="{FF2B5EF4-FFF2-40B4-BE49-F238E27FC236}">
                <a16:creationId xmlns:a16="http://schemas.microsoft.com/office/drawing/2014/main" id="{F962B1D6-1CC3-41CA-9286-D86FB4F7E0B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alphaModFix amt="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0"/>
            <a:ext cx="12192000" cy="6858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6148" name="Picture 4" descr="Pacman Wallpapers - PixelsTalk">
            <a:extLst>
              <a:ext uri="{FF2B5EF4-FFF2-40B4-BE49-F238E27FC236}">
                <a16:creationId xmlns:a16="http://schemas.microsoft.com/office/drawing/2014/main" id="{040C6D5F-5EAE-46B4-97C1-F245B95BB6C5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6573"/>
          <a:stretch/>
        </p:blipFill>
        <p:spPr bwMode="auto">
          <a:xfrm rot="21229333">
            <a:off x="4456194" y="103657"/>
            <a:ext cx="9154262" cy="6858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64" name="Рисунок 63" descr="The Sims - The Sims™ 4 - Официальный сайт">
            <a:extLst>
              <a:ext uri="{FF2B5EF4-FFF2-40B4-BE49-F238E27FC236}">
                <a16:creationId xmlns:a16="http://schemas.microsoft.com/office/drawing/2014/main" id="{4D6E5EA1-C959-4A9F-A113-6805E34FD1DB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9213" r="1"/>
          <a:stretch/>
        </p:blipFill>
        <p:spPr bwMode="auto">
          <a:xfrm flipH="1">
            <a:off x="-2107822" y="-6248"/>
            <a:ext cx="9240812" cy="6853587"/>
          </a:xfrm>
          <a:custGeom>
            <a:avLst/>
            <a:gdLst>
              <a:gd name="connsiteX0" fmla="*/ 9240812 w 9240812"/>
              <a:gd name="connsiteY0" fmla="*/ 0 h 6853587"/>
              <a:gd name="connsiteX1" fmla="*/ 0 w 9240812"/>
              <a:gd name="connsiteY1" fmla="*/ 0 h 6853587"/>
              <a:gd name="connsiteX2" fmla="*/ 0 w 9240812"/>
              <a:gd name="connsiteY2" fmla="*/ 1486756 h 6853587"/>
              <a:gd name="connsiteX3" fmla="*/ 17813 w 9240812"/>
              <a:gd name="connsiteY3" fmla="*/ 1492148 h 6853587"/>
              <a:gd name="connsiteX4" fmla="*/ 856013 w 9240812"/>
              <a:gd name="connsiteY4" fmla="*/ 2685948 h 6853587"/>
              <a:gd name="connsiteX5" fmla="*/ 1567213 w 9240812"/>
              <a:gd name="connsiteY5" fmla="*/ 4311548 h 6853587"/>
              <a:gd name="connsiteX6" fmla="*/ 3074028 w 9240812"/>
              <a:gd name="connsiteY6" fmla="*/ 6782281 h 6853587"/>
              <a:gd name="connsiteX7" fmla="*/ 3090079 w 9240812"/>
              <a:gd name="connsiteY7" fmla="*/ 6853587 h 6853587"/>
              <a:gd name="connsiteX8" fmla="*/ 9240812 w 9240812"/>
              <a:gd name="connsiteY8" fmla="*/ 6853587 h 685358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9240812" h="6853587">
                <a:moveTo>
                  <a:pt x="9240812" y="0"/>
                </a:moveTo>
                <a:lnTo>
                  <a:pt x="0" y="0"/>
                </a:lnTo>
                <a:lnTo>
                  <a:pt x="0" y="1486756"/>
                </a:lnTo>
                <a:lnTo>
                  <a:pt x="17813" y="1492148"/>
                </a:lnTo>
                <a:cubicBezTo>
                  <a:pt x="383996" y="1638198"/>
                  <a:pt x="597780" y="2216048"/>
                  <a:pt x="856013" y="2685948"/>
                </a:cubicBezTo>
                <a:cubicBezTo>
                  <a:pt x="1114246" y="3155848"/>
                  <a:pt x="1192563" y="3606698"/>
                  <a:pt x="1567213" y="4311548"/>
                </a:cubicBezTo>
                <a:cubicBezTo>
                  <a:pt x="1918448" y="4972345"/>
                  <a:pt x="2872436" y="6088928"/>
                  <a:pt x="3074028" y="6782281"/>
                </a:cubicBezTo>
                <a:lnTo>
                  <a:pt x="3090079" y="6853587"/>
                </a:lnTo>
                <a:lnTo>
                  <a:pt x="9240812" y="6853587"/>
                </a:lnTo>
                <a:close/>
              </a:path>
            </a:pathLst>
          </a:cu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6" name="затемнение">
            <a:extLst>
              <a:ext uri="{FF2B5EF4-FFF2-40B4-BE49-F238E27FC236}">
                <a16:creationId xmlns:a16="http://schemas.microsoft.com/office/drawing/2014/main" id="{E0257E64-9D7E-4D65-BC1A-436E2C6E99A5}"/>
              </a:ext>
            </a:extLst>
          </p:cNvPr>
          <p:cNvSpPr/>
          <p:nvPr/>
        </p:nvSpPr>
        <p:spPr>
          <a:xfrm>
            <a:off x="-9590" y="0"/>
            <a:ext cx="12220933" cy="6858000"/>
          </a:xfrm>
          <a:prstGeom prst="rect">
            <a:avLst/>
          </a:prstGeom>
          <a:solidFill>
            <a:schemeClr val="tx1">
              <a:alpha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98" name="Затемнение низ">
            <a:extLst>
              <a:ext uri="{FF2B5EF4-FFF2-40B4-BE49-F238E27FC236}">
                <a16:creationId xmlns:a16="http://schemas.microsoft.com/office/drawing/2014/main" id="{01F63AF6-2061-4C34-9B9A-D0B30D6C4FC1}"/>
              </a:ext>
            </a:extLst>
          </p:cNvPr>
          <p:cNvSpPr/>
          <p:nvPr/>
        </p:nvSpPr>
        <p:spPr>
          <a:xfrm>
            <a:off x="-9590" y="0"/>
            <a:ext cx="12220933" cy="6847155"/>
          </a:xfrm>
          <a:prstGeom prst="rect">
            <a:avLst/>
          </a:prstGeom>
          <a:gradFill flip="none" rotWithShape="1">
            <a:gsLst>
              <a:gs pos="61000">
                <a:schemeClr val="tx1">
                  <a:alpha val="0"/>
                </a:schemeClr>
              </a:gs>
              <a:gs pos="97000">
                <a:schemeClr val="tx1"/>
              </a:gs>
            </a:gsLst>
            <a:lin ang="81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37" name="Молния 36">
            <a:extLst>
              <a:ext uri="{FF2B5EF4-FFF2-40B4-BE49-F238E27FC236}">
                <a16:creationId xmlns:a16="http://schemas.microsoft.com/office/drawing/2014/main" id="{8AAF601C-2DE3-4216-8AE4-FD26867D820C}"/>
              </a:ext>
            </a:extLst>
          </p:cNvPr>
          <p:cNvSpPr/>
          <p:nvPr/>
        </p:nvSpPr>
        <p:spPr>
          <a:xfrm rot="13340361">
            <a:off x="4017786" y="-1073766"/>
            <a:ext cx="3311524" cy="9212846"/>
          </a:xfrm>
          <a:prstGeom prst="lightningBol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grpSp>
        <p:nvGrpSpPr>
          <p:cNvPr id="3" name="18х12 сетка">
            <a:extLst>
              <a:ext uri="{FF2B5EF4-FFF2-40B4-BE49-F238E27FC236}">
                <a16:creationId xmlns:a16="http://schemas.microsoft.com/office/drawing/2014/main" id="{04138851-021C-4CAD-990D-6CB3C7ABD4FF}"/>
              </a:ext>
            </a:extLst>
          </p:cNvPr>
          <p:cNvGrpSpPr/>
          <p:nvPr/>
        </p:nvGrpSpPr>
        <p:grpSpPr>
          <a:xfrm>
            <a:off x="-9510565" y="-5076340"/>
            <a:ext cx="30344552" cy="17068800"/>
            <a:chOff x="-2" y="0"/>
            <a:chExt cx="12192002" cy="6858000"/>
          </a:xfrm>
        </p:grpSpPr>
        <p:grpSp>
          <p:nvGrpSpPr>
            <p:cNvPr id="4" name="Группа 3">
              <a:extLst>
                <a:ext uri="{FF2B5EF4-FFF2-40B4-BE49-F238E27FC236}">
                  <a16:creationId xmlns:a16="http://schemas.microsoft.com/office/drawing/2014/main" id="{9973B303-2C4F-412C-A298-275073DCC8EE}"/>
                </a:ext>
              </a:extLst>
            </p:cNvPr>
            <p:cNvGrpSpPr/>
            <p:nvPr/>
          </p:nvGrpSpPr>
          <p:grpSpPr>
            <a:xfrm>
              <a:off x="-2" y="0"/>
              <a:ext cx="12192000" cy="6858000"/>
              <a:chOff x="-2" y="0"/>
              <a:chExt cx="8750502" cy="6858000"/>
            </a:xfrm>
            <a:noFill/>
          </p:grpSpPr>
          <p:sp>
            <p:nvSpPr>
              <p:cNvPr id="18" name="Прямоугольник 17">
                <a:extLst>
                  <a:ext uri="{FF2B5EF4-FFF2-40B4-BE49-F238E27FC236}">
                    <a16:creationId xmlns:a16="http://schemas.microsoft.com/office/drawing/2014/main" id="{46CB7FAC-6B87-48C5-8713-3C7386F75E63}"/>
                  </a:ext>
                </a:extLst>
              </p:cNvPr>
              <p:cNvSpPr/>
              <p:nvPr/>
            </p:nvSpPr>
            <p:spPr>
              <a:xfrm>
                <a:off x="-2" y="0"/>
                <a:ext cx="486139" cy="68580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19" name="Прямоугольник 18">
                <a:extLst>
                  <a:ext uri="{FF2B5EF4-FFF2-40B4-BE49-F238E27FC236}">
                    <a16:creationId xmlns:a16="http://schemas.microsoft.com/office/drawing/2014/main" id="{383311ED-9D1D-4FBE-9986-1228A12EC5BE}"/>
                  </a:ext>
                </a:extLst>
              </p:cNvPr>
              <p:cNvSpPr/>
              <p:nvPr/>
            </p:nvSpPr>
            <p:spPr>
              <a:xfrm>
                <a:off x="486137" y="0"/>
                <a:ext cx="486139" cy="68580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20" name="Прямоугольник 19">
                <a:extLst>
                  <a:ext uri="{FF2B5EF4-FFF2-40B4-BE49-F238E27FC236}">
                    <a16:creationId xmlns:a16="http://schemas.microsoft.com/office/drawing/2014/main" id="{3D3A6D47-E623-417C-AF26-6356086B4A4C}"/>
                  </a:ext>
                </a:extLst>
              </p:cNvPr>
              <p:cNvSpPr/>
              <p:nvPr/>
            </p:nvSpPr>
            <p:spPr>
              <a:xfrm>
                <a:off x="972276" y="0"/>
                <a:ext cx="486139" cy="68580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21" name="Прямоугольник 20">
                <a:extLst>
                  <a:ext uri="{FF2B5EF4-FFF2-40B4-BE49-F238E27FC236}">
                    <a16:creationId xmlns:a16="http://schemas.microsoft.com/office/drawing/2014/main" id="{771DDD40-CB71-466A-BAB7-BFDF8548D333}"/>
                  </a:ext>
                </a:extLst>
              </p:cNvPr>
              <p:cNvSpPr/>
              <p:nvPr/>
            </p:nvSpPr>
            <p:spPr>
              <a:xfrm>
                <a:off x="1458415" y="0"/>
                <a:ext cx="486139" cy="68580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22" name="Прямоугольник 21">
                <a:extLst>
                  <a:ext uri="{FF2B5EF4-FFF2-40B4-BE49-F238E27FC236}">
                    <a16:creationId xmlns:a16="http://schemas.microsoft.com/office/drawing/2014/main" id="{A8544190-7CC9-4B5E-A97F-14E8B2A09888}"/>
                  </a:ext>
                </a:extLst>
              </p:cNvPr>
              <p:cNvSpPr/>
              <p:nvPr/>
            </p:nvSpPr>
            <p:spPr>
              <a:xfrm>
                <a:off x="1944554" y="0"/>
                <a:ext cx="486139" cy="68580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23" name="Прямоугольник 22">
                <a:extLst>
                  <a:ext uri="{FF2B5EF4-FFF2-40B4-BE49-F238E27FC236}">
                    <a16:creationId xmlns:a16="http://schemas.microsoft.com/office/drawing/2014/main" id="{50B7B3E2-D833-476C-BE86-53CF4497ED46}"/>
                  </a:ext>
                </a:extLst>
              </p:cNvPr>
              <p:cNvSpPr/>
              <p:nvPr/>
            </p:nvSpPr>
            <p:spPr>
              <a:xfrm>
                <a:off x="2430693" y="0"/>
                <a:ext cx="486139" cy="68580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24" name="Прямоугольник 23">
                <a:extLst>
                  <a:ext uri="{FF2B5EF4-FFF2-40B4-BE49-F238E27FC236}">
                    <a16:creationId xmlns:a16="http://schemas.microsoft.com/office/drawing/2014/main" id="{0E8745C2-72BC-43C7-8E1D-553262D8A1CC}"/>
                  </a:ext>
                </a:extLst>
              </p:cNvPr>
              <p:cNvSpPr/>
              <p:nvPr/>
            </p:nvSpPr>
            <p:spPr>
              <a:xfrm>
                <a:off x="2916832" y="0"/>
                <a:ext cx="486139" cy="68580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25" name="Прямоугольник 24">
                <a:extLst>
                  <a:ext uri="{FF2B5EF4-FFF2-40B4-BE49-F238E27FC236}">
                    <a16:creationId xmlns:a16="http://schemas.microsoft.com/office/drawing/2014/main" id="{820061A3-CA59-41E2-9F01-C120BE276011}"/>
                  </a:ext>
                </a:extLst>
              </p:cNvPr>
              <p:cNvSpPr/>
              <p:nvPr/>
            </p:nvSpPr>
            <p:spPr>
              <a:xfrm>
                <a:off x="3402971" y="0"/>
                <a:ext cx="486139" cy="68580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26" name="Прямоугольник 25">
                <a:extLst>
                  <a:ext uri="{FF2B5EF4-FFF2-40B4-BE49-F238E27FC236}">
                    <a16:creationId xmlns:a16="http://schemas.microsoft.com/office/drawing/2014/main" id="{9784F627-96D6-42F7-95D5-281CD27833F3}"/>
                  </a:ext>
                </a:extLst>
              </p:cNvPr>
              <p:cNvSpPr/>
              <p:nvPr/>
            </p:nvSpPr>
            <p:spPr>
              <a:xfrm>
                <a:off x="3889110" y="0"/>
                <a:ext cx="486139" cy="68580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27" name="Прямоугольник 26">
                <a:extLst>
                  <a:ext uri="{FF2B5EF4-FFF2-40B4-BE49-F238E27FC236}">
                    <a16:creationId xmlns:a16="http://schemas.microsoft.com/office/drawing/2014/main" id="{B0EC3FCC-3242-4A5F-BA9A-F5CB3D6DD528}"/>
                  </a:ext>
                </a:extLst>
              </p:cNvPr>
              <p:cNvSpPr/>
              <p:nvPr/>
            </p:nvSpPr>
            <p:spPr>
              <a:xfrm>
                <a:off x="4375249" y="0"/>
                <a:ext cx="486139" cy="68580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28" name="Прямоугольник 27">
                <a:extLst>
                  <a:ext uri="{FF2B5EF4-FFF2-40B4-BE49-F238E27FC236}">
                    <a16:creationId xmlns:a16="http://schemas.microsoft.com/office/drawing/2014/main" id="{62D52256-2091-4666-B455-AB3FBB190AA1}"/>
                  </a:ext>
                </a:extLst>
              </p:cNvPr>
              <p:cNvSpPr/>
              <p:nvPr/>
            </p:nvSpPr>
            <p:spPr>
              <a:xfrm>
                <a:off x="4861388" y="0"/>
                <a:ext cx="486139" cy="68580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29" name="Прямоугольник 28">
                <a:extLst>
                  <a:ext uri="{FF2B5EF4-FFF2-40B4-BE49-F238E27FC236}">
                    <a16:creationId xmlns:a16="http://schemas.microsoft.com/office/drawing/2014/main" id="{A79CB188-05E5-497F-80E2-C95B441C7AC0}"/>
                  </a:ext>
                </a:extLst>
              </p:cNvPr>
              <p:cNvSpPr/>
              <p:nvPr/>
            </p:nvSpPr>
            <p:spPr>
              <a:xfrm>
                <a:off x="5347527" y="0"/>
                <a:ext cx="486139" cy="68580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30" name="Прямоугольник 29">
                <a:extLst>
                  <a:ext uri="{FF2B5EF4-FFF2-40B4-BE49-F238E27FC236}">
                    <a16:creationId xmlns:a16="http://schemas.microsoft.com/office/drawing/2014/main" id="{38FDC722-3787-4DF2-8923-6A7C34AEF92B}"/>
                  </a:ext>
                </a:extLst>
              </p:cNvPr>
              <p:cNvSpPr/>
              <p:nvPr/>
            </p:nvSpPr>
            <p:spPr>
              <a:xfrm>
                <a:off x="5833666" y="0"/>
                <a:ext cx="486139" cy="68580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31" name="Прямоугольник 30">
                <a:extLst>
                  <a:ext uri="{FF2B5EF4-FFF2-40B4-BE49-F238E27FC236}">
                    <a16:creationId xmlns:a16="http://schemas.microsoft.com/office/drawing/2014/main" id="{BE88DBD0-26E3-449B-AF20-9C3C9D4F1638}"/>
                  </a:ext>
                </a:extLst>
              </p:cNvPr>
              <p:cNvSpPr/>
              <p:nvPr/>
            </p:nvSpPr>
            <p:spPr>
              <a:xfrm>
                <a:off x="6319805" y="0"/>
                <a:ext cx="486139" cy="68580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32" name="Прямоугольник 31">
                <a:extLst>
                  <a:ext uri="{FF2B5EF4-FFF2-40B4-BE49-F238E27FC236}">
                    <a16:creationId xmlns:a16="http://schemas.microsoft.com/office/drawing/2014/main" id="{776F27DC-E892-4D73-B0F8-118D14F67E32}"/>
                  </a:ext>
                </a:extLst>
              </p:cNvPr>
              <p:cNvSpPr/>
              <p:nvPr/>
            </p:nvSpPr>
            <p:spPr>
              <a:xfrm>
                <a:off x="6805944" y="0"/>
                <a:ext cx="486139" cy="68580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33" name="Прямоугольник 32">
                <a:extLst>
                  <a:ext uri="{FF2B5EF4-FFF2-40B4-BE49-F238E27FC236}">
                    <a16:creationId xmlns:a16="http://schemas.microsoft.com/office/drawing/2014/main" id="{152D549E-C182-431B-8732-F0705454200E}"/>
                  </a:ext>
                </a:extLst>
              </p:cNvPr>
              <p:cNvSpPr/>
              <p:nvPr/>
            </p:nvSpPr>
            <p:spPr>
              <a:xfrm>
                <a:off x="7292083" y="0"/>
                <a:ext cx="486139" cy="68580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34" name="Прямоугольник 33">
                <a:extLst>
                  <a:ext uri="{FF2B5EF4-FFF2-40B4-BE49-F238E27FC236}">
                    <a16:creationId xmlns:a16="http://schemas.microsoft.com/office/drawing/2014/main" id="{4E7C4C47-3AC0-44BC-98DC-E3D035569674}"/>
                  </a:ext>
                </a:extLst>
              </p:cNvPr>
              <p:cNvSpPr/>
              <p:nvPr/>
            </p:nvSpPr>
            <p:spPr>
              <a:xfrm>
                <a:off x="7778222" y="0"/>
                <a:ext cx="486139" cy="68580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35" name="Прямоугольник 34">
                <a:extLst>
                  <a:ext uri="{FF2B5EF4-FFF2-40B4-BE49-F238E27FC236}">
                    <a16:creationId xmlns:a16="http://schemas.microsoft.com/office/drawing/2014/main" id="{9643B8DE-ADFC-4106-8B2A-6B39CF7089EE}"/>
                  </a:ext>
                </a:extLst>
              </p:cNvPr>
              <p:cNvSpPr/>
              <p:nvPr/>
            </p:nvSpPr>
            <p:spPr>
              <a:xfrm>
                <a:off x="8264361" y="0"/>
                <a:ext cx="486139" cy="68580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</p:grpSp>
        <p:grpSp>
          <p:nvGrpSpPr>
            <p:cNvPr id="5" name="Группа 4">
              <a:extLst>
                <a:ext uri="{FF2B5EF4-FFF2-40B4-BE49-F238E27FC236}">
                  <a16:creationId xmlns:a16="http://schemas.microsoft.com/office/drawing/2014/main" id="{49791603-02CE-4D09-8544-98B85158BB13}"/>
                </a:ext>
              </a:extLst>
            </p:cNvPr>
            <p:cNvGrpSpPr/>
            <p:nvPr/>
          </p:nvGrpSpPr>
          <p:grpSpPr>
            <a:xfrm>
              <a:off x="0" y="0"/>
              <a:ext cx="12192000" cy="6858000"/>
              <a:chOff x="0" y="0"/>
              <a:chExt cx="12192000" cy="6400800"/>
            </a:xfrm>
            <a:noFill/>
          </p:grpSpPr>
          <p:sp>
            <p:nvSpPr>
              <p:cNvPr id="6" name="Прямоугольник 5">
                <a:extLst>
                  <a:ext uri="{FF2B5EF4-FFF2-40B4-BE49-F238E27FC236}">
                    <a16:creationId xmlns:a16="http://schemas.microsoft.com/office/drawing/2014/main" id="{92031D28-254C-471F-96DA-8CB271766BEE}"/>
                  </a:ext>
                </a:extLst>
              </p:cNvPr>
              <p:cNvSpPr/>
              <p:nvPr/>
            </p:nvSpPr>
            <p:spPr>
              <a:xfrm>
                <a:off x="0" y="0"/>
                <a:ext cx="12192000" cy="5334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7" name="Прямоугольник 6">
                <a:extLst>
                  <a:ext uri="{FF2B5EF4-FFF2-40B4-BE49-F238E27FC236}">
                    <a16:creationId xmlns:a16="http://schemas.microsoft.com/office/drawing/2014/main" id="{9CBDAA7A-D429-43F2-A2EE-1E07EB443F3E}"/>
                  </a:ext>
                </a:extLst>
              </p:cNvPr>
              <p:cNvSpPr/>
              <p:nvPr/>
            </p:nvSpPr>
            <p:spPr>
              <a:xfrm>
                <a:off x="0" y="533400"/>
                <a:ext cx="12192000" cy="5334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8" name="Прямоугольник 7">
                <a:extLst>
                  <a:ext uri="{FF2B5EF4-FFF2-40B4-BE49-F238E27FC236}">
                    <a16:creationId xmlns:a16="http://schemas.microsoft.com/office/drawing/2014/main" id="{1D10029B-6BAB-4E5E-9438-484EE11EF512}"/>
                  </a:ext>
                </a:extLst>
              </p:cNvPr>
              <p:cNvSpPr/>
              <p:nvPr/>
            </p:nvSpPr>
            <p:spPr>
              <a:xfrm>
                <a:off x="0" y="1066800"/>
                <a:ext cx="12192000" cy="5334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9" name="Прямоугольник 8">
                <a:extLst>
                  <a:ext uri="{FF2B5EF4-FFF2-40B4-BE49-F238E27FC236}">
                    <a16:creationId xmlns:a16="http://schemas.microsoft.com/office/drawing/2014/main" id="{E469515C-BABE-429E-BD96-D6201E064EE4}"/>
                  </a:ext>
                </a:extLst>
              </p:cNvPr>
              <p:cNvSpPr/>
              <p:nvPr/>
            </p:nvSpPr>
            <p:spPr>
              <a:xfrm>
                <a:off x="0" y="1600200"/>
                <a:ext cx="12192000" cy="5334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10" name="Прямоугольник 9">
                <a:extLst>
                  <a:ext uri="{FF2B5EF4-FFF2-40B4-BE49-F238E27FC236}">
                    <a16:creationId xmlns:a16="http://schemas.microsoft.com/office/drawing/2014/main" id="{83D20425-307C-44C1-94BC-2CF65A58DF57}"/>
                  </a:ext>
                </a:extLst>
              </p:cNvPr>
              <p:cNvSpPr/>
              <p:nvPr/>
            </p:nvSpPr>
            <p:spPr>
              <a:xfrm>
                <a:off x="0" y="2133600"/>
                <a:ext cx="12192000" cy="5334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11" name="Прямоугольник 10">
                <a:extLst>
                  <a:ext uri="{FF2B5EF4-FFF2-40B4-BE49-F238E27FC236}">
                    <a16:creationId xmlns:a16="http://schemas.microsoft.com/office/drawing/2014/main" id="{60897EA5-6CDE-4BE9-A4EA-331BE755ECB3}"/>
                  </a:ext>
                </a:extLst>
              </p:cNvPr>
              <p:cNvSpPr/>
              <p:nvPr/>
            </p:nvSpPr>
            <p:spPr>
              <a:xfrm>
                <a:off x="0" y="2667000"/>
                <a:ext cx="12192000" cy="5334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12" name="Прямоугольник 11">
                <a:extLst>
                  <a:ext uri="{FF2B5EF4-FFF2-40B4-BE49-F238E27FC236}">
                    <a16:creationId xmlns:a16="http://schemas.microsoft.com/office/drawing/2014/main" id="{F52D57F8-967A-465E-B2FD-95D3308E6B25}"/>
                  </a:ext>
                </a:extLst>
              </p:cNvPr>
              <p:cNvSpPr/>
              <p:nvPr/>
            </p:nvSpPr>
            <p:spPr>
              <a:xfrm>
                <a:off x="0" y="3200400"/>
                <a:ext cx="12192000" cy="5334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13" name="Прямоугольник 12">
                <a:extLst>
                  <a:ext uri="{FF2B5EF4-FFF2-40B4-BE49-F238E27FC236}">
                    <a16:creationId xmlns:a16="http://schemas.microsoft.com/office/drawing/2014/main" id="{E5E3D5BD-7AD4-4228-B7CA-E471F644A3BA}"/>
                  </a:ext>
                </a:extLst>
              </p:cNvPr>
              <p:cNvSpPr/>
              <p:nvPr/>
            </p:nvSpPr>
            <p:spPr>
              <a:xfrm>
                <a:off x="0" y="3733800"/>
                <a:ext cx="12192000" cy="5334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14" name="Прямоугольник 13">
                <a:extLst>
                  <a:ext uri="{FF2B5EF4-FFF2-40B4-BE49-F238E27FC236}">
                    <a16:creationId xmlns:a16="http://schemas.microsoft.com/office/drawing/2014/main" id="{CC0CCDAB-789D-4D99-BF0F-55067D6E55D2}"/>
                  </a:ext>
                </a:extLst>
              </p:cNvPr>
              <p:cNvSpPr/>
              <p:nvPr/>
            </p:nvSpPr>
            <p:spPr>
              <a:xfrm>
                <a:off x="0" y="4267200"/>
                <a:ext cx="12192000" cy="5334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15" name="Прямоугольник 14">
                <a:extLst>
                  <a:ext uri="{FF2B5EF4-FFF2-40B4-BE49-F238E27FC236}">
                    <a16:creationId xmlns:a16="http://schemas.microsoft.com/office/drawing/2014/main" id="{94B2E5C6-0BC0-4BAC-B0E1-A2FD92B91FC0}"/>
                  </a:ext>
                </a:extLst>
              </p:cNvPr>
              <p:cNvSpPr/>
              <p:nvPr/>
            </p:nvSpPr>
            <p:spPr>
              <a:xfrm>
                <a:off x="0" y="4800600"/>
                <a:ext cx="12192000" cy="5334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16" name="Прямоугольник 15">
                <a:extLst>
                  <a:ext uri="{FF2B5EF4-FFF2-40B4-BE49-F238E27FC236}">
                    <a16:creationId xmlns:a16="http://schemas.microsoft.com/office/drawing/2014/main" id="{DC6ABE7E-1967-4DE3-BA13-E016E8644F1B}"/>
                  </a:ext>
                </a:extLst>
              </p:cNvPr>
              <p:cNvSpPr/>
              <p:nvPr/>
            </p:nvSpPr>
            <p:spPr>
              <a:xfrm>
                <a:off x="0" y="5334000"/>
                <a:ext cx="12192000" cy="5334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17" name="Прямоугольник 16">
                <a:extLst>
                  <a:ext uri="{FF2B5EF4-FFF2-40B4-BE49-F238E27FC236}">
                    <a16:creationId xmlns:a16="http://schemas.microsoft.com/office/drawing/2014/main" id="{45B014AE-172C-41CD-8940-49259D24A242}"/>
                  </a:ext>
                </a:extLst>
              </p:cNvPr>
              <p:cNvSpPr/>
              <p:nvPr/>
            </p:nvSpPr>
            <p:spPr>
              <a:xfrm>
                <a:off x="0" y="5867400"/>
                <a:ext cx="12192000" cy="5334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</p:grpSp>
      </p:grpSp>
      <p:pic>
        <p:nvPicPr>
          <p:cNvPr id="61" name="миниДжойстик">
            <a:extLst>
              <a:ext uri="{FF2B5EF4-FFF2-40B4-BE49-F238E27FC236}">
                <a16:creationId xmlns:a16="http://schemas.microsoft.com/office/drawing/2014/main" id="{A17584B8-9902-414D-A447-0745C12A570E}"/>
              </a:ext>
            </a:extLst>
          </p:cNvPr>
          <p:cNvPicPr>
            <a:picLocks noChangeAspect="1"/>
          </p:cNvPicPr>
          <p:nvPr/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266062" t="-128771" r="227320" b="155339"/>
          <a:stretch/>
        </p:blipFill>
        <p:spPr>
          <a:xfrm rot="2335918">
            <a:off x="5397608" y="4268414"/>
            <a:ext cx="2180289" cy="1528035"/>
          </a:xfrm>
          <a:custGeom>
            <a:avLst/>
            <a:gdLst>
              <a:gd name="connsiteX0" fmla="*/ 0 w 1752174"/>
              <a:gd name="connsiteY0" fmla="*/ 0 h 1227994"/>
              <a:gd name="connsiteX1" fmla="*/ 1752174 w 1752174"/>
              <a:gd name="connsiteY1" fmla="*/ 0 h 1227994"/>
              <a:gd name="connsiteX2" fmla="*/ 1752174 w 1752174"/>
              <a:gd name="connsiteY2" fmla="*/ 606495 h 1227994"/>
              <a:gd name="connsiteX3" fmla="*/ 982821 w 1752174"/>
              <a:gd name="connsiteY3" fmla="*/ 1227994 h 1227994"/>
              <a:gd name="connsiteX4" fmla="*/ 55823 w 1752174"/>
              <a:gd name="connsiteY4" fmla="*/ 1227994 h 1227994"/>
              <a:gd name="connsiteX5" fmla="*/ 0 w 1752174"/>
              <a:gd name="connsiteY5" fmla="*/ 1158890 h 122799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1752174" h="1227994">
                <a:moveTo>
                  <a:pt x="0" y="0"/>
                </a:moveTo>
                <a:lnTo>
                  <a:pt x="1752174" y="0"/>
                </a:lnTo>
                <a:lnTo>
                  <a:pt x="1752174" y="606495"/>
                </a:lnTo>
                <a:lnTo>
                  <a:pt x="982821" y="1227994"/>
                </a:lnTo>
                <a:lnTo>
                  <a:pt x="55823" y="1227994"/>
                </a:lnTo>
                <a:lnTo>
                  <a:pt x="0" y="1158890"/>
                </a:lnTo>
                <a:close/>
              </a:path>
            </a:pathLst>
          </a:custGeom>
        </p:spPr>
      </p:pic>
      <p:cxnSp>
        <p:nvCxnSpPr>
          <p:cNvPr id="83" name="вертикаль">
            <a:extLst>
              <a:ext uri="{FF2B5EF4-FFF2-40B4-BE49-F238E27FC236}">
                <a16:creationId xmlns:a16="http://schemas.microsoft.com/office/drawing/2014/main" id="{DCD21CE6-7B73-44C8-ABED-2B45E79B26CF}"/>
              </a:ext>
            </a:extLst>
          </p:cNvPr>
          <p:cNvCxnSpPr>
            <a:cxnSpLocks/>
          </p:cNvCxnSpPr>
          <p:nvPr/>
        </p:nvCxnSpPr>
        <p:spPr>
          <a:xfrm>
            <a:off x="11495307" y="21834"/>
            <a:ext cx="19354" cy="6872452"/>
          </a:xfrm>
          <a:prstGeom prst="line">
            <a:avLst/>
          </a:prstGeom>
          <a:ln w="12700">
            <a:solidFill>
              <a:srgbClr val="08EDE8">
                <a:alpha val="50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4" name="горизонт">
            <a:extLst>
              <a:ext uri="{FF2B5EF4-FFF2-40B4-BE49-F238E27FC236}">
                <a16:creationId xmlns:a16="http://schemas.microsoft.com/office/drawing/2014/main" id="{8E24FD12-6F19-4398-B603-22615E908799}"/>
              </a:ext>
            </a:extLst>
          </p:cNvPr>
          <p:cNvCxnSpPr>
            <a:cxnSpLocks/>
          </p:cNvCxnSpPr>
          <p:nvPr/>
        </p:nvCxnSpPr>
        <p:spPr>
          <a:xfrm>
            <a:off x="19349" y="6286500"/>
            <a:ext cx="12191994" cy="0"/>
          </a:xfrm>
          <a:prstGeom prst="line">
            <a:avLst/>
          </a:prstGeom>
          <a:ln w="12700">
            <a:solidFill>
              <a:srgbClr val="08EDE8">
                <a:alpha val="50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3" name="декор">
            <a:extLst>
              <a:ext uri="{FF2B5EF4-FFF2-40B4-BE49-F238E27FC236}">
                <a16:creationId xmlns:a16="http://schemas.microsoft.com/office/drawing/2014/main" id="{49274652-B192-EDCA-1B55-F082F3B88EF7}"/>
              </a:ext>
            </a:extLst>
          </p:cNvPr>
          <p:cNvSpPr txBox="1"/>
          <p:nvPr/>
        </p:nvSpPr>
        <p:spPr>
          <a:xfrm>
            <a:off x="1" y="6222657"/>
            <a:ext cx="12191994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600" dirty="0">
                <a:solidFill>
                  <a:srgbClr val="06A29E">
                    <a:alpha val="10000"/>
                  </a:srgbClr>
                </a:solidFill>
                <a:latin typeface="Segoe UI Black" panose="020B0A02040204020203" pitchFamily="34" charset="0"/>
                <a:ea typeface="Segoe UI Black" panose="020B0A02040204020203" pitchFamily="34" charset="0"/>
              </a:rPr>
              <a:t>Project: Artificial Intelligence</a:t>
            </a:r>
            <a:endParaRPr lang="ru-UA" sz="3600" dirty="0">
              <a:solidFill>
                <a:srgbClr val="06A29E">
                  <a:alpha val="10000"/>
                </a:srgbClr>
              </a:solidFill>
              <a:latin typeface="Segoe UI Black" panose="020B0A02040204020203" pitchFamily="34" charset="0"/>
              <a:ea typeface="Segoe UI Black" panose="020B0A02040204020203" pitchFamily="34" charset="0"/>
            </a:endParaRP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D62BF7BF-BC4B-4325-B8D1-9BAC365E2B8B}"/>
              </a:ext>
            </a:extLst>
          </p:cNvPr>
          <p:cNvSpPr txBox="1"/>
          <p:nvPr/>
        </p:nvSpPr>
        <p:spPr>
          <a:xfrm>
            <a:off x="86518" y="73778"/>
            <a:ext cx="6005831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2800" dirty="0" err="1">
                <a:solidFill>
                  <a:srgbClr val="08EDE8"/>
                </a:solidFill>
                <a:latin typeface="Montserrat SemiBold" panose="00000700000000000000" pitchFamily="2" charset="-52"/>
              </a:rPr>
              <a:t>Яскраві</a:t>
            </a:r>
            <a:r>
              <a:rPr lang="ru-RU" sz="2800" dirty="0">
                <a:solidFill>
                  <a:srgbClr val="08EDE8"/>
                </a:solidFill>
                <a:latin typeface="Montserrat SemiBold" panose="00000700000000000000" pitchFamily="2" charset="-52"/>
              </a:rPr>
              <a:t> </a:t>
            </a:r>
            <a:r>
              <a:rPr lang="ru-RU" sz="2800" dirty="0" err="1">
                <a:solidFill>
                  <a:srgbClr val="08EDE8"/>
                </a:solidFill>
                <a:latin typeface="Montserrat SemiBold" panose="00000700000000000000" pitchFamily="2" charset="-52"/>
              </a:rPr>
              <a:t>приклади</a:t>
            </a:r>
            <a:r>
              <a:rPr lang="ru-RU" sz="2800" dirty="0">
                <a:solidFill>
                  <a:srgbClr val="08EDE8"/>
                </a:solidFill>
                <a:latin typeface="Montserrat SemiBold" panose="00000700000000000000" pitchFamily="2" charset="-52"/>
              </a:rPr>
              <a:t> </a:t>
            </a:r>
            <a:r>
              <a:rPr lang="ru-RU" sz="2800" dirty="0" err="1">
                <a:solidFill>
                  <a:srgbClr val="08EDE8"/>
                </a:solidFill>
                <a:latin typeface="Montserrat SemiBold" panose="00000700000000000000" pitchFamily="2" charset="-52"/>
              </a:rPr>
              <a:t>ігрового</a:t>
            </a:r>
            <a:r>
              <a:rPr lang="ru-RU" sz="2800" dirty="0">
                <a:solidFill>
                  <a:srgbClr val="08EDE8"/>
                </a:solidFill>
                <a:latin typeface="Montserrat SemiBold" panose="00000700000000000000" pitchFamily="2" charset="-52"/>
              </a:rPr>
              <a:t> ШІ</a:t>
            </a:r>
          </a:p>
        </p:txBody>
      </p:sp>
      <p:sp>
        <p:nvSpPr>
          <p:cNvPr id="66" name="!!рам1">
            <a:extLst>
              <a:ext uri="{FF2B5EF4-FFF2-40B4-BE49-F238E27FC236}">
                <a16:creationId xmlns:a16="http://schemas.microsoft.com/office/drawing/2014/main" id="{7B947CFA-0608-4312-8A41-0FE7C97BBDCE}"/>
              </a:ext>
            </a:extLst>
          </p:cNvPr>
          <p:cNvSpPr/>
          <p:nvPr/>
        </p:nvSpPr>
        <p:spPr>
          <a:xfrm>
            <a:off x="151678" y="853777"/>
            <a:ext cx="2042613" cy="433765"/>
          </a:xfrm>
          <a:prstGeom prst="roundRect">
            <a:avLst>
              <a:gd name="adj" fmla="val 27335"/>
            </a:avLst>
          </a:prstGeom>
          <a:solidFill>
            <a:schemeClr val="bg1">
              <a:alpha val="20000"/>
            </a:schemeClr>
          </a:solidFill>
          <a:ln w="12700">
            <a:gradFill>
              <a:gsLst>
                <a:gs pos="0">
                  <a:schemeClr val="accent1">
                    <a:lumMod val="5000"/>
                    <a:lumOff val="95000"/>
                  </a:schemeClr>
                </a:gs>
                <a:gs pos="74000">
                  <a:schemeClr val="accent1">
                    <a:lumMod val="45000"/>
                    <a:lumOff val="55000"/>
                  </a:schemeClr>
                </a:gs>
                <a:gs pos="83000">
                  <a:schemeClr val="accent1">
                    <a:lumMod val="45000"/>
                    <a:lumOff val="55000"/>
                  </a:schemeClr>
                </a:gs>
                <a:gs pos="100000">
                  <a:schemeClr val="accent1">
                    <a:lumMod val="30000"/>
                    <a:lumOff val="70000"/>
                  </a:schemeClr>
                </a:gs>
              </a:gsLst>
              <a:lin ang="5400000" scaled="1"/>
            </a:gra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59534EB0-C0FA-4024-ABED-011020A16824}"/>
              </a:ext>
            </a:extLst>
          </p:cNvPr>
          <p:cNvSpPr txBox="1"/>
          <p:nvPr/>
        </p:nvSpPr>
        <p:spPr>
          <a:xfrm>
            <a:off x="120315" y="862763"/>
            <a:ext cx="2073976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>
                <a:solidFill>
                  <a:srgbClr val="669E9A"/>
                </a:solidFill>
                <a:latin typeface="Montserrat Medium" panose="00000600000000000000" pitchFamily="2" charset="-52"/>
              </a:rPr>
              <a:t>F.E.A.R</a:t>
            </a:r>
            <a:endParaRPr lang="ru-RU" sz="2000" dirty="0">
              <a:solidFill>
                <a:srgbClr val="669E9A"/>
              </a:solidFill>
              <a:latin typeface="Montserrat Medium" panose="00000600000000000000" pitchFamily="2" charset="-52"/>
            </a:endParaRPr>
          </a:p>
        </p:txBody>
      </p:sp>
      <p:sp>
        <p:nvSpPr>
          <p:cNvPr id="90" name="!!рам2">
            <a:extLst>
              <a:ext uri="{FF2B5EF4-FFF2-40B4-BE49-F238E27FC236}">
                <a16:creationId xmlns:a16="http://schemas.microsoft.com/office/drawing/2014/main" id="{DE438ABD-C8B7-4893-8B3D-713F2938BF56}"/>
              </a:ext>
            </a:extLst>
          </p:cNvPr>
          <p:cNvSpPr/>
          <p:nvPr/>
        </p:nvSpPr>
        <p:spPr>
          <a:xfrm>
            <a:off x="167289" y="1334598"/>
            <a:ext cx="2042613" cy="433765"/>
          </a:xfrm>
          <a:prstGeom prst="roundRect">
            <a:avLst>
              <a:gd name="adj" fmla="val 27335"/>
            </a:avLst>
          </a:prstGeom>
          <a:solidFill>
            <a:schemeClr val="bg1">
              <a:alpha val="20000"/>
            </a:schemeClr>
          </a:solidFill>
          <a:ln w="12700">
            <a:gradFill>
              <a:gsLst>
                <a:gs pos="0">
                  <a:schemeClr val="accent1">
                    <a:lumMod val="5000"/>
                    <a:lumOff val="95000"/>
                  </a:schemeClr>
                </a:gs>
                <a:gs pos="74000">
                  <a:schemeClr val="accent1">
                    <a:lumMod val="45000"/>
                    <a:lumOff val="55000"/>
                  </a:schemeClr>
                </a:gs>
                <a:gs pos="83000">
                  <a:schemeClr val="accent1">
                    <a:lumMod val="45000"/>
                    <a:lumOff val="55000"/>
                  </a:schemeClr>
                </a:gs>
                <a:gs pos="100000">
                  <a:schemeClr val="accent1">
                    <a:lumMod val="30000"/>
                    <a:lumOff val="70000"/>
                  </a:schemeClr>
                </a:gs>
              </a:gsLst>
              <a:lin ang="5400000" scaled="1"/>
            </a:gra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91" name="TextBox 90">
            <a:extLst>
              <a:ext uri="{FF2B5EF4-FFF2-40B4-BE49-F238E27FC236}">
                <a16:creationId xmlns:a16="http://schemas.microsoft.com/office/drawing/2014/main" id="{A9DB35F4-3979-4A78-B5BF-1B322FE0F646}"/>
              </a:ext>
            </a:extLst>
          </p:cNvPr>
          <p:cNvSpPr txBox="1"/>
          <p:nvPr/>
        </p:nvSpPr>
        <p:spPr>
          <a:xfrm>
            <a:off x="135926" y="1343584"/>
            <a:ext cx="2073976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>
                <a:solidFill>
                  <a:srgbClr val="669E9A"/>
                </a:solidFill>
                <a:latin typeface="Montserrat Medium" panose="00000600000000000000" pitchFamily="2" charset="-52"/>
              </a:rPr>
              <a:t>Forza Horizon</a:t>
            </a:r>
            <a:endParaRPr lang="ru-RU" sz="2000" dirty="0">
              <a:solidFill>
                <a:srgbClr val="669E9A"/>
              </a:solidFill>
              <a:latin typeface="Montserrat Medium" panose="00000600000000000000" pitchFamily="2" charset="-52"/>
            </a:endParaRPr>
          </a:p>
        </p:txBody>
      </p:sp>
      <p:sp>
        <p:nvSpPr>
          <p:cNvPr id="92" name="!!рам3">
            <a:extLst>
              <a:ext uri="{FF2B5EF4-FFF2-40B4-BE49-F238E27FC236}">
                <a16:creationId xmlns:a16="http://schemas.microsoft.com/office/drawing/2014/main" id="{2A800CEC-9690-47EE-A7CE-F47479032859}"/>
              </a:ext>
            </a:extLst>
          </p:cNvPr>
          <p:cNvSpPr/>
          <p:nvPr/>
        </p:nvSpPr>
        <p:spPr>
          <a:xfrm>
            <a:off x="152811" y="1815419"/>
            <a:ext cx="2042613" cy="433765"/>
          </a:xfrm>
          <a:prstGeom prst="roundRect">
            <a:avLst>
              <a:gd name="adj" fmla="val 27335"/>
            </a:avLst>
          </a:prstGeom>
          <a:solidFill>
            <a:schemeClr val="bg1">
              <a:alpha val="20000"/>
            </a:schemeClr>
          </a:solidFill>
          <a:ln w="12700">
            <a:gradFill>
              <a:gsLst>
                <a:gs pos="0">
                  <a:schemeClr val="accent1">
                    <a:lumMod val="5000"/>
                    <a:lumOff val="95000"/>
                  </a:schemeClr>
                </a:gs>
                <a:gs pos="74000">
                  <a:schemeClr val="accent1">
                    <a:lumMod val="45000"/>
                    <a:lumOff val="55000"/>
                  </a:schemeClr>
                </a:gs>
                <a:gs pos="83000">
                  <a:schemeClr val="accent1">
                    <a:lumMod val="45000"/>
                    <a:lumOff val="55000"/>
                  </a:schemeClr>
                </a:gs>
                <a:gs pos="100000">
                  <a:schemeClr val="accent1">
                    <a:lumMod val="30000"/>
                    <a:lumOff val="70000"/>
                  </a:schemeClr>
                </a:gs>
              </a:gsLst>
              <a:lin ang="5400000" scaled="1"/>
            </a:gra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93" name="TextBox 92">
            <a:extLst>
              <a:ext uri="{FF2B5EF4-FFF2-40B4-BE49-F238E27FC236}">
                <a16:creationId xmlns:a16="http://schemas.microsoft.com/office/drawing/2014/main" id="{4FBAD4D3-E93A-4859-89F0-000C135DC792}"/>
              </a:ext>
            </a:extLst>
          </p:cNvPr>
          <p:cNvSpPr txBox="1"/>
          <p:nvPr/>
        </p:nvSpPr>
        <p:spPr>
          <a:xfrm>
            <a:off x="121448" y="1824405"/>
            <a:ext cx="2073976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>
                <a:solidFill>
                  <a:srgbClr val="669E9A"/>
                </a:solidFill>
                <a:latin typeface="Montserrat Medium" panose="00000600000000000000" pitchFamily="2" charset="-52"/>
              </a:rPr>
              <a:t>Alien: Isolation</a:t>
            </a:r>
            <a:endParaRPr lang="ru-RU" sz="2000" dirty="0">
              <a:solidFill>
                <a:srgbClr val="669E9A"/>
              </a:solidFill>
              <a:latin typeface="Montserrat Medium" panose="00000600000000000000" pitchFamily="2" charset="-52"/>
            </a:endParaRPr>
          </a:p>
        </p:txBody>
      </p:sp>
      <p:sp>
        <p:nvSpPr>
          <p:cNvPr id="94" name="!!рам4">
            <a:extLst>
              <a:ext uri="{FF2B5EF4-FFF2-40B4-BE49-F238E27FC236}">
                <a16:creationId xmlns:a16="http://schemas.microsoft.com/office/drawing/2014/main" id="{66650FA4-B782-4771-B5EB-3D778F55B0C7}"/>
              </a:ext>
            </a:extLst>
          </p:cNvPr>
          <p:cNvSpPr/>
          <p:nvPr/>
        </p:nvSpPr>
        <p:spPr>
          <a:xfrm>
            <a:off x="695101" y="2296240"/>
            <a:ext cx="2042613" cy="433765"/>
          </a:xfrm>
          <a:prstGeom prst="roundRect">
            <a:avLst>
              <a:gd name="adj" fmla="val 27335"/>
            </a:avLst>
          </a:prstGeom>
          <a:solidFill>
            <a:schemeClr val="bg1">
              <a:alpha val="20000"/>
            </a:schemeClr>
          </a:solidFill>
          <a:ln w="12700">
            <a:gradFill>
              <a:gsLst>
                <a:gs pos="0">
                  <a:schemeClr val="accent1">
                    <a:lumMod val="5000"/>
                    <a:lumOff val="95000"/>
                  </a:schemeClr>
                </a:gs>
                <a:gs pos="74000">
                  <a:schemeClr val="accent1">
                    <a:lumMod val="45000"/>
                    <a:lumOff val="55000"/>
                  </a:schemeClr>
                </a:gs>
                <a:gs pos="83000">
                  <a:schemeClr val="accent1">
                    <a:lumMod val="45000"/>
                    <a:lumOff val="55000"/>
                  </a:schemeClr>
                </a:gs>
                <a:gs pos="100000">
                  <a:schemeClr val="accent1">
                    <a:lumMod val="30000"/>
                    <a:lumOff val="70000"/>
                  </a:schemeClr>
                </a:gs>
              </a:gsLst>
              <a:lin ang="5400000" scaled="1"/>
            </a:gra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95" name="TextBox 94">
            <a:extLst>
              <a:ext uri="{FF2B5EF4-FFF2-40B4-BE49-F238E27FC236}">
                <a16:creationId xmlns:a16="http://schemas.microsoft.com/office/drawing/2014/main" id="{3FC90FD2-C2B1-4174-84B0-8D4C93CCD427}"/>
              </a:ext>
            </a:extLst>
          </p:cNvPr>
          <p:cNvSpPr txBox="1"/>
          <p:nvPr/>
        </p:nvSpPr>
        <p:spPr>
          <a:xfrm>
            <a:off x="663738" y="2305226"/>
            <a:ext cx="2073976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>
                <a:solidFill>
                  <a:srgbClr val="08EDE8"/>
                </a:solidFill>
                <a:latin typeface="Montserrat Medium" panose="00000600000000000000" pitchFamily="2" charset="-52"/>
              </a:rPr>
              <a:t>Pac-Man</a:t>
            </a:r>
            <a:endParaRPr lang="ru-RU" sz="2000" dirty="0">
              <a:solidFill>
                <a:srgbClr val="08EDE8"/>
              </a:solidFill>
              <a:latin typeface="Montserrat Medium" panose="00000600000000000000" pitchFamily="2" charset="-52"/>
            </a:endParaRPr>
          </a:p>
        </p:txBody>
      </p:sp>
      <p:sp>
        <p:nvSpPr>
          <p:cNvPr id="96" name="!!рам5">
            <a:extLst>
              <a:ext uri="{FF2B5EF4-FFF2-40B4-BE49-F238E27FC236}">
                <a16:creationId xmlns:a16="http://schemas.microsoft.com/office/drawing/2014/main" id="{A2E49239-63F7-405B-88B4-61B6A2E92071}"/>
              </a:ext>
            </a:extLst>
          </p:cNvPr>
          <p:cNvSpPr/>
          <p:nvPr/>
        </p:nvSpPr>
        <p:spPr>
          <a:xfrm>
            <a:off x="695101" y="2777061"/>
            <a:ext cx="2042613" cy="433765"/>
          </a:xfrm>
          <a:prstGeom prst="roundRect">
            <a:avLst>
              <a:gd name="adj" fmla="val 27335"/>
            </a:avLst>
          </a:prstGeom>
          <a:solidFill>
            <a:schemeClr val="bg1">
              <a:alpha val="20000"/>
            </a:schemeClr>
          </a:solidFill>
          <a:ln w="12700">
            <a:gradFill>
              <a:gsLst>
                <a:gs pos="0">
                  <a:schemeClr val="accent1">
                    <a:lumMod val="5000"/>
                    <a:lumOff val="95000"/>
                  </a:schemeClr>
                </a:gs>
                <a:gs pos="74000">
                  <a:schemeClr val="accent1">
                    <a:lumMod val="45000"/>
                    <a:lumOff val="55000"/>
                  </a:schemeClr>
                </a:gs>
                <a:gs pos="83000">
                  <a:schemeClr val="accent1">
                    <a:lumMod val="45000"/>
                    <a:lumOff val="55000"/>
                  </a:schemeClr>
                </a:gs>
                <a:gs pos="100000">
                  <a:schemeClr val="accent1">
                    <a:lumMod val="30000"/>
                    <a:lumOff val="70000"/>
                  </a:schemeClr>
                </a:gs>
              </a:gsLst>
              <a:lin ang="5400000" scaled="1"/>
            </a:gra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97" name="TextBox 96">
            <a:extLst>
              <a:ext uri="{FF2B5EF4-FFF2-40B4-BE49-F238E27FC236}">
                <a16:creationId xmlns:a16="http://schemas.microsoft.com/office/drawing/2014/main" id="{66D52391-D9CF-4B32-BDC6-71EA805FC242}"/>
              </a:ext>
            </a:extLst>
          </p:cNvPr>
          <p:cNvSpPr txBox="1"/>
          <p:nvPr/>
        </p:nvSpPr>
        <p:spPr>
          <a:xfrm>
            <a:off x="663738" y="2786047"/>
            <a:ext cx="2073976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>
                <a:solidFill>
                  <a:srgbClr val="08EDE8"/>
                </a:solidFill>
                <a:latin typeface="Montserrat Medium" panose="00000600000000000000" pitchFamily="2" charset="-52"/>
              </a:rPr>
              <a:t>The Sims</a:t>
            </a:r>
            <a:endParaRPr lang="ru-RU" sz="2000" dirty="0">
              <a:solidFill>
                <a:srgbClr val="08EDE8"/>
              </a:solidFill>
              <a:latin typeface="Montserrat Medium" panose="00000600000000000000" pitchFamily="2" charset="-52"/>
            </a:endParaRPr>
          </a:p>
        </p:txBody>
      </p:sp>
      <p:sp>
        <p:nvSpPr>
          <p:cNvPr id="99" name="TextBox 98">
            <a:extLst>
              <a:ext uri="{FF2B5EF4-FFF2-40B4-BE49-F238E27FC236}">
                <a16:creationId xmlns:a16="http://schemas.microsoft.com/office/drawing/2014/main" id="{5232D38C-9A4C-4806-9542-C2730197D83A}"/>
              </a:ext>
            </a:extLst>
          </p:cNvPr>
          <p:cNvSpPr txBox="1"/>
          <p:nvPr/>
        </p:nvSpPr>
        <p:spPr>
          <a:xfrm>
            <a:off x="76571" y="5580555"/>
            <a:ext cx="5372192" cy="7386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1400" dirty="0" err="1">
                <a:solidFill>
                  <a:schemeClr val="bg1"/>
                </a:solidFill>
                <a:latin typeface="Montserrat Medium" panose="00000600000000000000" pitchFamily="2" charset="-52"/>
              </a:rPr>
              <a:t>Реалізація</a:t>
            </a:r>
            <a:r>
              <a:rPr lang="ru-RU" sz="1400" dirty="0">
                <a:solidFill>
                  <a:schemeClr val="bg1"/>
                </a:solidFill>
                <a:latin typeface="Montserrat Medium" panose="00000600000000000000" pitchFamily="2" charset="-52"/>
              </a:rPr>
              <a:t> «ШІ потреб» (</a:t>
            </a:r>
            <a:r>
              <a:rPr lang="en-US" sz="1400" dirty="0">
                <a:solidFill>
                  <a:schemeClr val="bg1"/>
                </a:solidFill>
                <a:latin typeface="Montserrat Medium" panose="00000600000000000000" pitchFamily="2" charset="-52"/>
              </a:rPr>
              <a:t>Utility AI), </a:t>
            </a:r>
            <a:r>
              <a:rPr lang="ru-RU" sz="1400" dirty="0">
                <a:solidFill>
                  <a:schemeClr val="bg1"/>
                </a:solidFill>
                <a:latin typeface="Montserrat Medium" panose="00000600000000000000" pitchFamily="2" charset="-52"/>
              </a:rPr>
              <a:t>де </a:t>
            </a:r>
            <a:r>
              <a:rPr lang="ru-RU" sz="1400" dirty="0" err="1">
                <a:solidFill>
                  <a:schemeClr val="bg1"/>
                </a:solidFill>
                <a:latin typeface="Montserrat Medium" panose="00000600000000000000" pitchFamily="2" charset="-52"/>
              </a:rPr>
              <a:t>персонажі</a:t>
            </a:r>
            <a:r>
              <a:rPr lang="ru-RU" sz="1400" dirty="0">
                <a:solidFill>
                  <a:schemeClr val="bg1"/>
                </a:solidFill>
                <a:latin typeface="Montserrat Medium" panose="00000600000000000000" pitchFamily="2" charset="-52"/>
              </a:rPr>
              <a:t> </a:t>
            </a:r>
            <a:r>
              <a:rPr lang="ru-RU" sz="1400" dirty="0" err="1">
                <a:solidFill>
                  <a:schemeClr val="bg1"/>
                </a:solidFill>
                <a:latin typeface="Montserrat Medium" panose="00000600000000000000" pitchFamily="2" charset="-52"/>
              </a:rPr>
              <a:t>самостійно</a:t>
            </a:r>
            <a:r>
              <a:rPr lang="ru-RU" sz="1400" dirty="0">
                <a:solidFill>
                  <a:schemeClr val="bg1"/>
                </a:solidFill>
                <a:latin typeface="Montserrat Medium" panose="00000600000000000000" pitchFamily="2" charset="-52"/>
              </a:rPr>
              <a:t> </a:t>
            </a:r>
            <a:r>
              <a:rPr lang="ru-RU" sz="1400" dirty="0" err="1">
                <a:solidFill>
                  <a:schemeClr val="bg1"/>
                </a:solidFill>
                <a:latin typeface="Montserrat Medium" panose="00000600000000000000" pitchFamily="2" charset="-52"/>
              </a:rPr>
              <a:t>приймають</a:t>
            </a:r>
            <a:r>
              <a:rPr lang="ru-RU" sz="1400" dirty="0">
                <a:solidFill>
                  <a:schemeClr val="bg1"/>
                </a:solidFill>
                <a:latin typeface="Montserrat Medium" panose="00000600000000000000" pitchFamily="2" charset="-52"/>
              </a:rPr>
              <a:t> </a:t>
            </a:r>
            <a:r>
              <a:rPr lang="ru-RU" sz="1400" dirty="0" err="1">
                <a:solidFill>
                  <a:schemeClr val="bg1"/>
                </a:solidFill>
                <a:latin typeface="Montserrat Medium" panose="00000600000000000000" pitchFamily="2" charset="-52"/>
              </a:rPr>
              <a:t>рішення</a:t>
            </a:r>
            <a:r>
              <a:rPr lang="ru-RU" sz="1400" dirty="0">
                <a:solidFill>
                  <a:schemeClr val="bg1"/>
                </a:solidFill>
                <a:latin typeface="Montserrat Medium" panose="00000600000000000000" pitchFamily="2" charset="-52"/>
              </a:rPr>
              <a:t>, </a:t>
            </a:r>
            <a:r>
              <a:rPr lang="ru-RU" sz="1400" dirty="0" err="1">
                <a:solidFill>
                  <a:schemeClr val="bg1"/>
                </a:solidFill>
                <a:latin typeface="Montserrat Medium" panose="00000600000000000000" pitchFamily="2" charset="-52"/>
              </a:rPr>
              <a:t>виходячи</a:t>
            </a:r>
            <a:r>
              <a:rPr lang="ru-RU" sz="1400" dirty="0">
                <a:solidFill>
                  <a:schemeClr val="bg1"/>
                </a:solidFill>
                <a:latin typeface="Montserrat Medium" panose="00000600000000000000" pitchFamily="2" charset="-52"/>
              </a:rPr>
              <a:t> з </a:t>
            </a:r>
            <a:r>
              <a:rPr lang="ru-RU" sz="1400" dirty="0" err="1">
                <a:solidFill>
                  <a:schemeClr val="bg1"/>
                </a:solidFill>
                <a:latin typeface="Montserrat Medium" panose="00000600000000000000" pitchFamily="2" charset="-52"/>
              </a:rPr>
              <a:t>ієрархії</a:t>
            </a:r>
            <a:r>
              <a:rPr lang="ru-RU" sz="1400" dirty="0">
                <a:solidFill>
                  <a:schemeClr val="bg1"/>
                </a:solidFill>
                <a:latin typeface="Montserrat Medium" panose="00000600000000000000" pitchFamily="2" charset="-52"/>
              </a:rPr>
              <a:t> </a:t>
            </a:r>
            <a:r>
              <a:rPr lang="ru-RU" sz="1400" dirty="0" err="1">
                <a:solidFill>
                  <a:schemeClr val="bg1"/>
                </a:solidFill>
                <a:latin typeface="Montserrat Medium" panose="00000600000000000000" pitchFamily="2" charset="-52"/>
              </a:rPr>
              <a:t>своїх</a:t>
            </a:r>
            <a:r>
              <a:rPr lang="ru-RU" sz="1400" dirty="0">
                <a:solidFill>
                  <a:schemeClr val="bg1"/>
                </a:solidFill>
                <a:latin typeface="Montserrat Medium" panose="00000600000000000000" pitchFamily="2" charset="-52"/>
              </a:rPr>
              <a:t> потреб (голод, комфорт, </a:t>
            </a:r>
            <a:r>
              <a:rPr lang="ru-RU" sz="1400" dirty="0" err="1">
                <a:solidFill>
                  <a:schemeClr val="bg1"/>
                </a:solidFill>
                <a:latin typeface="Montserrat Medium" panose="00000600000000000000" pitchFamily="2" charset="-52"/>
              </a:rPr>
              <a:t>спілкування</a:t>
            </a:r>
            <a:r>
              <a:rPr lang="ru-RU" sz="1400" dirty="0">
                <a:solidFill>
                  <a:schemeClr val="bg1"/>
                </a:solidFill>
                <a:latin typeface="Montserrat Medium" panose="00000600000000000000" pitchFamily="2" charset="-52"/>
              </a:rPr>
              <a:t>).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434D85B3-DBC4-49A0-8F09-FC09C1E082E9}"/>
              </a:ext>
            </a:extLst>
          </p:cNvPr>
          <p:cNvSpPr txBox="1"/>
          <p:nvPr/>
        </p:nvSpPr>
        <p:spPr>
          <a:xfrm>
            <a:off x="5719764" y="5580555"/>
            <a:ext cx="5785130" cy="7386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1400" dirty="0" err="1">
                <a:solidFill>
                  <a:schemeClr val="bg1"/>
                </a:solidFill>
                <a:latin typeface="Montserrat Medium" panose="00000600000000000000" pitchFamily="2" charset="-52"/>
              </a:rPr>
              <a:t>Кожен</a:t>
            </a:r>
            <a:r>
              <a:rPr lang="ru-RU" sz="1400" dirty="0">
                <a:solidFill>
                  <a:schemeClr val="bg1"/>
                </a:solidFill>
                <a:latin typeface="Montserrat Medium" panose="00000600000000000000" pitchFamily="2" charset="-52"/>
              </a:rPr>
              <a:t> з </a:t>
            </a:r>
            <a:r>
              <a:rPr lang="ru-RU" sz="1400" dirty="0" err="1">
                <a:solidFill>
                  <a:schemeClr val="bg1"/>
                </a:solidFill>
                <a:latin typeface="Montserrat Medium" panose="00000600000000000000" pitchFamily="2" charset="-52"/>
              </a:rPr>
              <a:t>чотирьох</a:t>
            </a:r>
            <a:r>
              <a:rPr lang="ru-RU" sz="1400" dirty="0">
                <a:solidFill>
                  <a:schemeClr val="bg1"/>
                </a:solidFill>
                <a:latin typeface="Montserrat Medium" panose="00000600000000000000" pitchFamily="2" charset="-52"/>
              </a:rPr>
              <a:t> </a:t>
            </a:r>
            <a:r>
              <a:rPr lang="ru-RU" sz="1400" dirty="0" err="1">
                <a:solidFill>
                  <a:schemeClr val="bg1"/>
                </a:solidFill>
                <a:latin typeface="Montserrat Medium" panose="00000600000000000000" pitchFamily="2" charset="-52"/>
              </a:rPr>
              <a:t>привидів</a:t>
            </a:r>
            <a:r>
              <a:rPr lang="ru-RU" sz="1400" dirty="0">
                <a:solidFill>
                  <a:schemeClr val="bg1"/>
                </a:solidFill>
                <a:latin typeface="Montserrat Medium" panose="00000600000000000000" pitchFamily="2" charset="-52"/>
              </a:rPr>
              <a:t> </a:t>
            </a:r>
            <a:r>
              <a:rPr lang="ru-RU" sz="1400" dirty="0" err="1">
                <a:solidFill>
                  <a:schemeClr val="bg1"/>
                </a:solidFill>
                <a:latin typeface="Montserrat Medium" panose="00000600000000000000" pitchFamily="2" charset="-52"/>
              </a:rPr>
              <a:t>має</a:t>
            </a:r>
            <a:r>
              <a:rPr lang="ru-RU" sz="1400" dirty="0">
                <a:solidFill>
                  <a:schemeClr val="bg1"/>
                </a:solidFill>
                <a:latin typeface="Montserrat Medium" panose="00000600000000000000" pitchFamily="2" charset="-52"/>
              </a:rPr>
              <a:t> </a:t>
            </a:r>
            <a:r>
              <a:rPr lang="ru-RU" sz="1400" dirty="0" err="1">
                <a:solidFill>
                  <a:schemeClr val="bg1"/>
                </a:solidFill>
                <a:latin typeface="Montserrat Medium" panose="00000600000000000000" pitchFamily="2" charset="-52"/>
              </a:rPr>
              <a:t>унікальний</a:t>
            </a:r>
            <a:r>
              <a:rPr lang="ru-RU" sz="1400" dirty="0">
                <a:solidFill>
                  <a:schemeClr val="bg1"/>
                </a:solidFill>
                <a:latin typeface="Montserrat Medium" panose="00000600000000000000" pitchFamily="2" charset="-52"/>
              </a:rPr>
              <a:t> </a:t>
            </a:r>
            <a:r>
              <a:rPr lang="ru-RU" sz="1400" dirty="0" err="1">
                <a:solidFill>
                  <a:schemeClr val="bg1"/>
                </a:solidFill>
                <a:latin typeface="Montserrat Medium" panose="00000600000000000000" pitchFamily="2" charset="-52"/>
              </a:rPr>
              <a:t>математичний</a:t>
            </a:r>
            <a:r>
              <a:rPr lang="ru-RU" sz="1400" dirty="0">
                <a:solidFill>
                  <a:schemeClr val="bg1"/>
                </a:solidFill>
                <a:latin typeface="Montserrat Medium" panose="00000600000000000000" pitchFamily="2" charset="-52"/>
              </a:rPr>
              <a:t> алгоритм (</a:t>
            </a:r>
            <a:r>
              <a:rPr lang="ru-RU" sz="1400" dirty="0" err="1">
                <a:solidFill>
                  <a:schemeClr val="bg1"/>
                </a:solidFill>
                <a:latin typeface="Montserrat Medium" panose="00000600000000000000" pitchFamily="2" charset="-52"/>
              </a:rPr>
              <a:t>переслідування</a:t>
            </a:r>
            <a:r>
              <a:rPr lang="ru-RU" sz="1400" dirty="0">
                <a:solidFill>
                  <a:schemeClr val="bg1"/>
                </a:solidFill>
                <a:latin typeface="Montserrat Medium" panose="00000600000000000000" pitchFamily="2" charset="-52"/>
              </a:rPr>
              <a:t>, </a:t>
            </a:r>
            <a:r>
              <a:rPr lang="ru-RU" sz="1400" dirty="0" err="1">
                <a:solidFill>
                  <a:schemeClr val="bg1"/>
                </a:solidFill>
                <a:latin typeface="Montserrat Medium" panose="00000600000000000000" pitchFamily="2" charset="-52"/>
              </a:rPr>
              <a:t>перехоплення</a:t>
            </a:r>
            <a:r>
              <a:rPr lang="ru-RU" sz="1400" dirty="0">
                <a:solidFill>
                  <a:schemeClr val="bg1"/>
                </a:solidFill>
                <a:latin typeface="Montserrat Medium" panose="00000600000000000000" pitchFamily="2" charset="-52"/>
              </a:rPr>
              <a:t>, хаос), </a:t>
            </a:r>
            <a:r>
              <a:rPr lang="ru-RU" sz="1400" dirty="0" err="1">
                <a:solidFill>
                  <a:schemeClr val="bg1"/>
                </a:solidFill>
                <a:latin typeface="Montserrat Medium" panose="00000600000000000000" pitchFamily="2" charset="-52"/>
              </a:rPr>
              <a:t>що</a:t>
            </a:r>
            <a:r>
              <a:rPr lang="ru-RU" sz="1400" dirty="0">
                <a:solidFill>
                  <a:schemeClr val="bg1"/>
                </a:solidFill>
                <a:latin typeface="Montserrat Medium" panose="00000600000000000000" pitchFamily="2" charset="-52"/>
              </a:rPr>
              <a:t> </a:t>
            </a:r>
            <a:r>
              <a:rPr lang="ru-RU" sz="1400" dirty="0" err="1">
                <a:solidFill>
                  <a:schemeClr val="bg1"/>
                </a:solidFill>
                <a:latin typeface="Montserrat Medium" panose="00000600000000000000" pitchFamily="2" charset="-52"/>
              </a:rPr>
              <a:t>створює</a:t>
            </a:r>
            <a:r>
              <a:rPr lang="ru-RU" sz="1400" dirty="0">
                <a:solidFill>
                  <a:schemeClr val="bg1"/>
                </a:solidFill>
                <a:latin typeface="Montserrat Medium" panose="00000600000000000000" pitchFamily="2" charset="-52"/>
              </a:rPr>
              <a:t> першу в </a:t>
            </a:r>
            <a:r>
              <a:rPr lang="ru-RU" sz="1400" dirty="0" err="1">
                <a:solidFill>
                  <a:schemeClr val="bg1"/>
                </a:solidFill>
                <a:latin typeface="Montserrat Medium" panose="00000600000000000000" pitchFamily="2" charset="-52"/>
              </a:rPr>
              <a:t>історії</a:t>
            </a:r>
            <a:r>
              <a:rPr lang="ru-RU" sz="1400" dirty="0">
                <a:solidFill>
                  <a:schemeClr val="bg1"/>
                </a:solidFill>
                <a:latin typeface="Montserrat Medium" panose="00000600000000000000" pitchFamily="2" charset="-52"/>
              </a:rPr>
              <a:t> </a:t>
            </a:r>
            <a:r>
              <a:rPr lang="ru-RU" sz="1400" dirty="0" err="1">
                <a:solidFill>
                  <a:schemeClr val="bg1"/>
                </a:solidFill>
                <a:latin typeface="Montserrat Medium" panose="00000600000000000000" pitchFamily="2" charset="-52"/>
              </a:rPr>
              <a:t>ілюзію</a:t>
            </a:r>
            <a:r>
              <a:rPr lang="ru-RU" sz="1400" dirty="0">
                <a:solidFill>
                  <a:schemeClr val="bg1"/>
                </a:solidFill>
                <a:latin typeface="Montserrat Medium" panose="00000600000000000000" pitchFamily="2" charset="-52"/>
              </a:rPr>
              <a:t> «</a:t>
            </a:r>
            <a:r>
              <a:rPr lang="ru-RU" sz="1400" dirty="0" err="1">
                <a:solidFill>
                  <a:schemeClr val="bg1"/>
                </a:solidFill>
                <a:latin typeface="Montserrat Medium" panose="00000600000000000000" pitchFamily="2" charset="-52"/>
              </a:rPr>
              <a:t>особистості</a:t>
            </a:r>
            <a:r>
              <a:rPr lang="ru-RU" sz="1400" dirty="0">
                <a:solidFill>
                  <a:schemeClr val="bg1"/>
                </a:solidFill>
                <a:latin typeface="Montserrat Medium" panose="00000600000000000000" pitchFamily="2" charset="-52"/>
              </a:rPr>
              <a:t>» </a:t>
            </a:r>
            <a:r>
              <a:rPr lang="ru-RU" sz="1400" dirty="0" err="1">
                <a:solidFill>
                  <a:schemeClr val="bg1"/>
                </a:solidFill>
                <a:latin typeface="Montserrat Medium" panose="00000600000000000000" pitchFamily="2" charset="-52"/>
              </a:rPr>
              <a:t>ворогів</a:t>
            </a:r>
            <a:r>
              <a:rPr lang="ru-RU" sz="1400" dirty="0">
                <a:solidFill>
                  <a:schemeClr val="bg1"/>
                </a:solidFill>
                <a:latin typeface="Montserrat Medium" panose="00000600000000000000" pitchFamily="2" charset="-52"/>
              </a:rPr>
              <a:t>.</a:t>
            </a: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A4665C32-B333-44BD-9949-1FA9A1FF860C}"/>
              </a:ext>
            </a:extLst>
          </p:cNvPr>
          <p:cNvSpPr txBox="1"/>
          <p:nvPr/>
        </p:nvSpPr>
        <p:spPr>
          <a:xfrm>
            <a:off x="167289" y="5238147"/>
            <a:ext cx="4972998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00" dirty="0">
                <a:solidFill>
                  <a:schemeClr val="bg1"/>
                </a:solidFill>
                <a:latin typeface="Montserrat Medium" panose="00000600000000000000" pitchFamily="2" charset="-52"/>
              </a:rPr>
              <a:t>The Sims</a:t>
            </a:r>
            <a:endParaRPr lang="ru-RU" sz="2000" dirty="0">
              <a:solidFill>
                <a:schemeClr val="bg1"/>
              </a:solidFill>
              <a:latin typeface="Montserrat Medium" panose="00000600000000000000" pitchFamily="2" charset="-52"/>
            </a:endParaRP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1BCB42D4-467A-4794-9EB4-DF7E35FD882F}"/>
              </a:ext>
            </a:extLst>
          </p:cNvPr>
          <p:cNvSpPr txBox="1"/>
          <p:nvPr/>
        </p:nvSpPr>
        <p:spPr>
          <a:xfrm>
            <a:off x="5799573" y="5238147"/>
            <a:ext cx="5551898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00" dirty="0">
                <a:solidFill>
                  <a:schemeClr val="bg1"/>
                </a:solidFill>
                <a:latin typeface="Montserrat Medium" panose="00000600000000000000" pitchFamily="2" charset="-52"/>
              </a:rPr>
              <a:t>Pac-Man</a:t>
            </a:r>
            <a:endParaRPr lang="ru-RU" sz="2000" dirty="0">
              <a:solidFill>
                <a:schemeClr val="bg1"/>
              </a:solidFill>
              <a:latin typeface="Montserrat Medium" panose="00000600000000000000" pitchFamily="2" charset="-52"/>
            </a:endParaRPr>
          </a:p>
        </p:txBody>
      </p:sp>
      <p:pic>
        <p:nvPicPr>
          <p:cNvPr id="68" name="Рисунок 67">
            <a:extLst>
              <a:ext uri="{FF2B5EF4-FFF2-40B4-BE49-F238E27FC236}">
                <a16:creationId xmlns:a16="http://schemas.microsoft.com/office/drawing/2014/main" id="{AE9F7DB6-82CB-41FE-BE66-76026949C02D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1166332">
            <a:off x="12123100" y="3420545"/>
            <a:ext cx="4812324" cy="6652982"/>
          </a:xfrm>
          <a:prstGeom prst="rect">
            <a:avLst/>
          </a:prstGeom>
        </p:spPr>
      </p:pic>
      <p:sp>
        <p:nvSpPr>
          <p:cNvPr id="69" name="Полилиния: фигура 68">
            <a:extLst>
              <a:ext uri="{FF2B5EF4-FFF2-40B4-BE49-F238E27FC236}">
                <a16:creationId xmlns:a16="http://schemas.microsoft.com/office/drawing/2014/main" id="{BBB49FD5-723D-45A5-8F65-355466FA1AC5}"/>
              </a:ext>
            </a:extLst>
          </p:cNvPr>
          <p:cNvSpPr/>
          <p:nvPr/>
        </p:nvSpPr>
        <p:spPr>
          <a:xfrm>
            <a:off x="3315709" y="-2910399"/>
            <a:ext cx="7460442" cy="2031641"/>
          </a:xfrm>
          <a:custGeom>
            <a:avLst/>
            <a:gdLst>
              <a:gd name="connsiteX0" fmla="*/ 214850 w 7460442"/>
              <a:gd name="connsiteY0" fmla="*/ 0 h 2139668"/>
              <a:gd name="connsiteX1" fmla="*/ 6426170 w 7460442"/>
              <a:gd name="connsiteY1" fmla="*/ 0 h 2139668"/>
              <a:gd name="connsiteX2" fmla="*/ 6641020 w 7460442"/>
              <a:gd name="connsiteY2" fmla="*/ 214850 h 2139668"/>
              <a:gd name="connsiteX3" fmla="*/ 6641020 w 7460442"/>
              <a:gd name="connsiteY3" fmla="*/ 1296464 h 2139668"/>
              <a:gd name="connsiteX4" fmla="*/ 7460442 w 7460442"/>
              <a:gd name="connsiteY4" fmla="*/ 2139668 h 2139668"/>
              <a:gd name="connsiteX5" fmla="*/ 6447245 w 7460442"/>
              <a:gd name="connsiteY5" fmla="*/ 1820335 h 2139668"/>
              <a:gd name="connsiteX6" fmla="*/ 6426170 w 7460442"/>
              <a:gd name="connsiteY6" fmla="*/ 1822459 h 2139668"/>
              <a:gd name="connsiteX7" fmla="*/ 214850 w 7460442"/>
              <a:gd name="connsiteY7" fmla="*/ 1822459 h 2139668"/>
              <a:gd name="connsiteX8" fmla="*/ 0 w 7460442"/>
              <a:gd name="connsiteY8" fmla="*/ 1607609 h 2139668"/>
              <a:gd name="connsiteX9" fmla="*/ 0 w 7460442"/>
              <a:gd name="connsiteY9" fmla="*/ 214850 h 2139668"/>
              <a:gd name="connsiteX10" fmla="*/ 214850 w 7460442"/>
              <a:gd name="connsiteY10" fmla="*/ 0 h 213966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7460442" h="2139668">
                <a:moveTo>
                  <a:pt x="214850" y="0"/>
                </a:moveTo>
                <a:lnTo>
                  <a:pt x="6426170" y="0"/>
                </a:lnTo>
                <a:cubicBezTo>
                  <a:pt x="6544828" y="0"/>
                  <a:pt x="6641020" y="96192"/>
                  <a:pt x="6641020" y="214850"/>
                </a:cubicBezTo>
                <a:lnTo>
                  <a:pt x="6641020" y="1296464"/>
                </a:lnTo>
                <a:lnTo>
                  <a:pt x="7460442" y="2139668"/>
                </a:lnTo>
                <a:lnTo>
                  <a:pt x="6447245" y="1820335"/>
                </a:lnTo>
                <a:lnTo>
                  <a:pt x="6426170" y="1822459"/>
                </a:lnTo>
                <a:lnTo>
                  <a:pt x="214850" y="1822459"/>
                </a:lnTo>
                <a:cubicBezTo>
                  <a:pt x="96192" y="1822459"/>
                  <a:pt x="0" y="1726267"/>
                  <a:pt x="0" y="1607609"/>
                </a:cubicBezTo>
                <a:lnTo>
                  <a:pt x="0" y="214850"/>
                </a:lnTo>
                <a:cubicBezTo>
                  <a:pt x="0" y="96192"/>
                  <a:pt x="96192" y="0"/>
                  <a:pt x="214850" y="0"/>
                </a:cubicBezTo>
                <a:close/>
              </a:path>
            </a:pathLst>
          </a:custGeom>
          <a:solidFill>
            <a:schemeClr val="bg1">
              <a:alpha val="20000"/>
            </a:schemeClr>
          </a:solidFill>
          <a:ln w="12700">
            <a:gradFill>
              <a:gsLst>
                <a:gs pos="0">
                  <a:schemeClr val="accent1">
                    <a:lumMod val="5000"/>
                    <a:lumOff val="95000"/>
                  </a:schemeClr>
                </a:gs>
                <a:gs pos="74000">
                  <a:schemeClr val="accent1">
                    <a:lumMod val="45000"/>
                    <a:lumOff val="55000"/>
                  </a:schemeClr>
                </a:gs>
                <a:gs pos="83000">
                  <a:schemeClr val="accent1">
                    <a:lumMod val="45000"/>
                    <a:lumOff val="55000"/>
                  </a:schemeClr>
                </a:gs>
                <a:gs pos="100000">
                  <a:schemeClr val="accent1">
                    <a:lumMod val="30000"/>
                    <a:lumOff val="70000"/>
                  </a:schemeClr>
                </a:gs>
              </a:gsLst>
              <a:lin ang="5400000" scaled="1"/>
            </a:gra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1BCC7739-3510-4A55-B8C1-5B66B616E942}"/>
              </a:ext>
            </a:extLst>
          </p:cNvPr>
          <p:cNvSpPr txBox="1"/>
          <p:nvPr/>
        </p:nvSpPr>
        <p:spPr>
          <a:xfrm>
            <a:off x="3898012" y="-2358583"/>
            <a:ext cx="5747748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1400" dirty="0">
                <a:solidFill>
                  <a:schemeClr val="bg1"/>
                </a:solidFill>
                <a:latin typeface="Montserrat Medium" panose="00000600000000000000" pitchFamily="2" charset="-52"/>
              </a:rPr>
              <a:t>ШІ – </a:t>
            </a:r>
            <a:r>
              <a:rPr lang="ru-RU" sz="1400" dirty="0" err="1">
                <a:solidFill>
                  <a:schemeClr val="bg1"/>
                </a:solidFill>
                <a:latin typeface="Montserrat Medium" panose="00000600000000000000" pitchFamily="2" charset="-52"/>
              </a:rPr>
              <a:t>це</a:t>
            </a:r>
            <a:r>
              <a:rPr lang="ru-RU" sz="1400" dirty="0">
                <a:solidFill>
                  <a:schemeClr val="bg1"/>
                </a:solidFill>
                <a:latin typeface="Montserrat Medium" panose="00000600000000000000" pitchFamily="2" charset="-52"/>
              </a:rPr>
              <a:t> «наука і </a:t>
            </a:r>
            <a:r>
              <a:rPr lang="ru-RU" sz="1400" dirty="0" err="1">
                <a:solidFill>
                  <a:schemeClr val="bg1"/>
                </a:solidFill>
                <a:latin typeface="Montserrat Medium" panose="00000600000000000000" pitchFamily="2" charset="-52"/>
              </a:rPr>
              <a:t>розробка</a:t>
            </a:r>
            <a:r>
              <a:rPr lang="ru-RU" sz="1400" dirty="0">
                <a:solidFill>
                  <a:schemeClr val="bg1"/>
                </a:solidFill>
                <a:latin typeface="Montserrat Medium" panose="00000600000000000000" pitchFamily="2" charset="-52"/>
              </a:rPr>
              <a:t> </a:t>
            </a:r>
            <a:r>
              <a:rPr lang="ru-RU" sz="1400" dirty="0" err="1">
                <a:solidFill>
                  <a:schemeClr val="bg1"/>
                </a:solidFill>
                <a:latin typeface="Montserrat Medium" panose="00000600000000000000" pitchFamily="2" charset="-52"/>
              </a:rPr>
              <a:t>інтелектуальних</a:t>
            </a:r>
            <a:r>
              <a:rPr lang="ru-RU" sz="1400" dirty="0">
                <a:solidFill>
                  <a:schemeClr val="bg1"/>
                </a:solidFill>
                <a:latin typeface="Montserrat Medium" panose="00000600000000000000" pitchFamily="2" charset="-52"/>
              </a:rPr>
              <a:t> машин і систем, особливо </a:t>
            </a:r>
            <a:r>
              <a:rPr lang="ru-RU" sz="1400" dirty="0" err="1">
                <a:solidFill>
                  <a:schemeClr val="bg1"/>
                </a:solidFill>
                <a:latin typeface="Montserrat Medium" panose="00000600000000000000" pitchFamily="2" charset="-52"/>
              </a:rPr>
              <a:t>інтелектуальних</a:t>
            </a:r>
            <a:r>
              <a:rPr lang="ru-RU" sz="1400" dirty="0">
                <a:solidFill>
                  <a:schemeClr val="bg1"/>
                </a:solidFill>
                <a:latin typeface="Montserrat Medium" panose="00000600000000000000" pitchFamily="2" charset="-52"/>
              </a:rPr>
              <a:t> </a:t>
            </a:r>
            <a:r>
              <a:rPr lang="ru-RU" sz="1400" dirty="0" err="1">
                <a:solidFill>
                  <a:schemeClr val="bg1"/>
                </a:solidFill>
                <a:latin typeface="Montserrat Medium" panose="00000600000000000000" pitchFamily="2" charset="-52"/>
              </a:rPr>
              <a:t>комп'ютерних</a:t>
            </a:r>
            <a:r>
              <a:rPr lang="ru-RU" sz="1400" dirty="0">
                <a:solidFill>
                  <a:schemeClr val="bg1"/>
                </a:solidFill>
                <a:latin typeface="Montserrat Medium" panose="00000600000000000000" pitchFamily="2" charset="-52"/>
              </a:rPr>
              <a:t> </a:t>
            </a:r>
            <a:r>
              <a:rPr lang="ru-RU" sz="1400" dirty="0" err="1">
                <a:solidFill>
                  <a:schemeClr val="bg1"/>
                </a:solidFill>
                <a:latin typeface="Montserrat Medium" panose="00000600000000000000" pitchFamily="2" charset="-52"/>
              </a:rPr>
              <a:t>програм</a:t>
            </a:r>
            <a:r>
              <a:rPr lang="ru-RU" sz="1400" dirty="0">
                <a:solidFill>
                  <a:schemeClr val="bg1"/>
                </a:solidFill>
                <a:latin typeface="Montserrat Medium" panose="00000600000000000000" pitchFamily="2" charset="-52"/>
              </a:rPr>
              <a:t>, </a:t>
            </a:r>
            <a:r>
              <a:rPr lang="ru-RU" sz="1400" dirty="0" err="1">
                <a:solidFill>
                  <a:schemeClr val="bg1"/>
                </a:solidFill>
                <a:latin typeface="Montserrat Medium" panose="00000600000000000000" pitchFamily="2" charset="-52"/>
              </a:rPr>
              <a:t>спрямованих</a:t>
            </a:r>
            <a:r>
              <a:rPr lang="ru-RU" sz="1400" dirty="0">
                <a:solidFill>
                  <a:schemeClr val="bg1"/>
                </a:solidFill>
                <a:latin typeface="Montserrat Medium" panose="00000600000000000000" pitchFamily="2" charset="-52"/>
              </a:rPr>
              <a:t> на те, </a:t>
            </a:r>
            <a:r>
              <a:rPr lang="ru-RU" sz="1400" dirty="0" err="1">
                <a:solidFill>
                  <a:schemeClr val="bg1"/>
                </a:solidFill>
                <a:latin typeface="Montserrat Medium" panose="00000600000000000000" pitchFamily="2" charset="-52"/>
              </a:rPr>
              <a:t>щоб</a:t>
            </a:r>
            <a:r>
              <a:rPr lang="ru-RU" sz="1400" dirty="0">
                <a:solidFill>
                  <a:schemeClr val="bg1"/>
                </a:solidFill>
                <a:latin typeface="Montserrat Medium" panose="00000600000000000000" pitchFamily="2" charset="-52"/>
              </a:rPr>
              <a:t> </a:t>
            </a:r>
            <a:r>
              <a:rPr lang="ru-RU" sz="1400" dirty="0" err="1">
                <a:solidFill>
                  <a:schemeClr val="bg1"/>
                </a:solidFill>
                <a:latin typeface="Montserrat Medium" panose="00000600000000000000" pitchFamily="2" charset="-52"/>
              </a:rPr>
              <a:t>зрозуміти</a:t>
            </a:r>
            <a:r>
              <a:rPr lang="ru-RU" sz="1400" dirty="0">
                <a:solidFill>
                  <a:schemeClr val="bg1"/>
                </a:solidFill>
                <a:latin typeface="Montserrat Medium" panose="00000600000000000000" pitchFamily="2" charset="-52"/>
              </a:rPr>
              <a:t> </a:t>
            </a:r>
            <a:r>
              <a:rPr lang="ru-RU" sz="1400" dirty="0" err="1">
                <a:solidFill>
                  <a:schemeClr val="bg1"/>
                </a:solidFill>
                <a:latin typeface="Montserrat Medium" panose="00000600000000000000" pitchFamily="2" charset="-52"/>
              </a:rPr>
              <a:t>людський</a:t>
            </a:r>
            <a:r>
              <a:rPr lang="ru-RU" sz="1400" dirty="0">
                <a:solidFill>
                  <a:schemeClr val="bg1"/>
                </a:solidFill>
                <a:latin typeface="Montserrat Medium" panose="00000600000000000000" pitchFamily="2" charset="-52"/>
              </a:rPr>
              <a:t> </a:t>
            </a:r>
            <a:r>
              <a:rPr lang="ru-RU" sz="1400" dirty="0" err="1">
                <a:solidFill>
                  <a:schemeClr val="bg1"/>
                </a:solidFill>
                <a:latin typeface="Montserrat Medium" panose="00000600000000000000" pitchFamily="2" charset="-52"/>
              </a:rPr>
              <a:t>інтелект</a:t>
            </a:r>
            <a:r>
              <a:rPr lang="ru-RU" sz="1400" dirty="0">
                <a:solidFill>
                  <a:schemeClr val="bg1"/>
                </a:solidFill>
                <a:latin typeface="Montserrat Medium" panose="00000600000000000000" pitchFamily="2" charset="-52"/>
              </a:rPr>
              <a:t>».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8FA19EB0-F6D3-47A6-88CF-4CEBB0C182F4}"/>
              </a:ext>
            </a:extLst>
          </p:cNvPr>
          <p:cNvSpPr txBox="1"/>
          <p:nvPr/>
        </p:nvSpPr>
        <p:spPr>
          <a:xfrm>
            <a:off x="3896593" y="-2828118"/>
            <a:ext cx="230681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>
                <a:solidFill>
                  <a:srgbClr val="08EDE8"/>
                </a:solidFill>
                <a:latin typeface="Montserrat Medium" panose="00000600000000000000" pitchFamily="2" charset="-52"/>
              </a:rPr>
              <a:t>John McCarthy</a:t>
            </a:r>
            <a:endParaRPr lang="ru-RU" sz="2000" dirty="0">
              <a:solidFill>
                <a:srgbClr val="08EDE8"/>
              </a:solidFill>
              <a:latin typeface="Montserrat Medium" panose="00000600000000000000" pitchFamily="2" charset="-52"/>
            </a:endParaRP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0A3B6DFF-C561-4970-ABCF-59243F537A53}"/>
              </a:ext>
            </a:extLst>
          </p:cNvPr>
          <p:cNvSpPr txBox="1"/>
          <p:nvPr/>
        </p:nvSpPr>
        <p:spPr>
          <a:xfrm rot="2833229">
            <a:off x="-1690511" y="8369937"/>
            <a:ext cx="1844282" cy="1015663"/>
          </a:xfrm>
          <a:prstGeom prst="rect">
            <a:avLst/>
          </a:prstGeom>
        </p:spPr>
        <p:txBody>
          <a:bodyPr wrap="square" rtlCol="0">
            <a:spAutoFit/>
          </a:bodyPr>
          <a:lstStyle/>
          <a:p>
            <a:r>
              <a:rPr lang="en-US" sz="6000" dirty="0">
                <a:solidFill>
                  <a:srgbClr val="06A29E">
                    <a:alpha val="10000"/>
                  </a:srgbClr>
                </a:solidFill>
                <a:latin typeface="Segoe UI Black" panose="020B0A02040204020203" pitchFamily="34" charset="0"/>
                <a:ea typeface="Segoe UI Black" panose="020B0A02040204020203" pitchFamily="34" charset="0"/>
              </a:rPr>
              <a:t>FSM</a:t>
            </a:r>
            <a:endParaRPr lang="ru-RU" sz="6000" dirty="0">
              <a:solidFill>
                <a:srgbClr val="06A29E">
                  <a:alpha val="10000"/>
                </a:srgbClr>
              </a:solidFill>
              <a:latin typeface="Segoe UI Black" panose="020B0A02040204020203" pitchFamily="34" charset="0"/>
              <a:ea typeface="Segoe UI Black" panose="020B0A02040204020203" pitchFamily="34" charset="0"/>
            </a:endParaRPr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6A0DE6E6-448F-4022-A87D-69F562778C31}"/>
              </a:ext>
            </a:extLst>
          </p:cNvPr>
          <p:cNvSpPr txBox="1"/>
          <p:nvPr/>
        </p:nvSpPr>
        <p:spPr>
          <a:xfrm rot="20232721">
            <a:off x="700886" y="9700740"/>
            <a:ext cx="1844282" cy="1015663"/>
          </a:xfrm>
          <a:prstGeom prst="rect">
            <a:avLst/>
          </a:prstGeom>
        </p:spPr>
        <p:txBody>
          <a:bodyPr wrap="square" rtlCol="0">
            <a:spAutoFit/>
          </a:bodyPr>
          <a:lstStyle/>
          <a:p>
            <a:r>
              <a:rPr lang="en-US" sz="6000" dirty="0">
                <a:solidFill>
                  <a:srgbClr val="06A29E">
                    <a:alpha val="10000"/>
                  </a:srgbClr>
                </a:solidFill>
                <a:latin typeface="Segoe UI Black" panose="020B0A02040204020203" pitchFamily="34" charset="0"/>
                <a:ea typeface="Segoe UI Black" panose="020B0A02040204020203" pitchFamily="34" charset="0"/>
              </a:rPr>
              <a:t>BT</a:t>
            </a:r>
            <a:endParaRPr lang="ru-RU" sz="6000" dirty="0">
              <a:solidFill>
                <a:srgbClr val="06A29E">
                  <a:alpha val="10000"/>
                </a:srgbClr>
              </a:solidFill>
              <a:latin typeface="Segoe UI Black" panose="020B0A02040204020203" pitchFamily="34" charset="0"/>
              <a:ea typeface="Segoe UI Black" panose="020B0A02040204020203" pitchFamily="34" charset="0"/>
            </a:endParaRP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018BF28D-5A39-46C9-8C42-1B6DD5FCD5DF}"/>
              </a:ext>
            </a:extLst>
          </p:cNvPr>
          <p:cNvSpPr txBox="1"/>
          <p:nvPr/>
        </p:nvSpPr>
        <p:spPr>
          <a:xfrm rot="2451780">
            <a:off x="491678" y="8064751"/>
            <a:ext cx="2619077" cy="1015663"/>
          </a:xfrm>
          <a:prstGeom prst="rect">
            <a:avLst/>
          </a:prstGeom>
        </p:spPr>
        <p:txBody>
          <a:bodyPr wrap="square" rtlCol="0">
            <a:spAutoFit/>
          </a:bodyPr>
          <a:lstStyle/>
          <a:p>
            <a:r>
              <a:rPr lang="en-US" sz="6000" dirty="0">
                <a:solidFill>
                  <a:srgbClr val="06A29E">
                    <a:alpha val="10000"/>
                  </a:srgbClr>
                </a:solidFill>
                <a:latin typeface="Segoe UI Black" panose="020B0A02040204020203" pitchFamily="34" charset="0"/>
                <a:ea typeface="Segoe UI Black" panose="020B0A02040204020203" pitchFamily="34" charset="0"/>
              </a:rPr>
              <a:t>GOAP</a:t>
            </a:r>
            <a:endParaRPr lang="ru-RU" sz="6000" dirty="0">
              <a:solidFill>
                <a:srgbClr val="06A29E">
                  <a:alpha val="10000"/>
                </a:srgbClr>
              </a:solidFill>
              <a:latin typeface="Segoe UI Black" panose="020B0A02040204020203" pitchFamily="34" charset="0"/>
              <a:ea typeface="Segoe UI Black" panose="020B0A02040204020203" pitchFamily="34" charset="0"/>
            </a:endParaRPr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74F529C8-8A5F-4D27-B049-77F6133BFF03}"/>
              </a:ext>
            </a:extLst>
          </p:cNvPr>
          <p:cNvSpPr txBox="1"/>
          <p:nvPr/>
        </p:nvSpPr>
        <p:spPr>
          <a:xfrm>
            <a:off x="3359977" y="8102570"/>
            <a:ext cx="1844282" cy="1015663"/>
          </a:xfrm>
          <a:prstGeom prst="rect">
            <a:avLst/>
          </a:prstGeom>
        </p:spPr>
        <p:txBody>
          <a:bodyPr wrap="square" rtlCol="0">
            <a:spAutoFit/>
          </a:bodyPr>
          <a:lstStyle/>
          <a:p>
            <a:r>
              <a:rPr lang="en-US" sz="6000" dirty="0">
                <a:solidFill>
                  <a:srgbClr val="06A29E">
                    <a:alpha val="10000"/>
                  </a:srgbClr>
                </a:solidFill>
                <a:latin typeface="Segoe UI Black" panose="020B0A02040204020203" pitchFamily="34" charset="0"/>
                <a:ea typeface="Segoe UI Black" panose="020B0A02040204020203" pitchFamily="34" charset="0"/>
              </a:rPr>
              <a:t>ML</a:t>
            </a:r>
            <a:endParaRPr lang="ru-RU" sz="6000" dirty="0">
              <a:solidFill>
                <a:srgbClr val="06A29E">
                  <a:alpha val="10000"/>
                </a:srgbClr>
              </a:solidFill>
              <a:latin typeface="Segoe UI Black" panose="020B0A02040204020203" pitchFamily="34" charset="0"/>
              <a:ea typeface="Segoe UI Black" panose="020B0A02040204020203" pitchFamily="34" charset="0"/>
            </a:endParaRPr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9BD4FAD3-BB15-48B8-B890-C3295C1A4DC3}"/>
              </a:ext>
            </a:extLst>
          </p:cNvPr>
          <p:cNvSpPr txBox="1"/>
          <p:nvPr/>
        </p:nvSpPr>
        <p:spPr>
          <a:xfrm rot="19510982">
            <a:off x="4174918" y="9403574"/>
            <a:ext cx="1111812" cy="1015663"/>
          </a:xfrm>
          <a:prstGeom prst="rect">
            <a:avLst/>
          </a:prstGeom>
        </p:spPr>
        <p:txBody>
          <a:bodyPr wrap="square" rtlCol="0">
            <a:spAutoFit/>
          </a:bodyPr>
          <a:lstStyle/>
          <a:p>
            <a:r>
              <a:rPr lang="en-US" sz="6000" dirty="0">
                <a:solidFill>
                  <a:srgbClr val="06A29E">
                    <a:alpha val="10000"/>
                  </a:srgbClr>
                </a:solidFill>
                <a:latin typeface="Segoe UI Black" panose="020B0A02040204020203" pitchFamily="34" charset="0"/>
                <a:ea typeface="Segoe UI Black" panose="020B0A02040204020203" pitchFamily="34" charset="0"/>
              </a:rPr>
              <a:t>AI</a:t>
            </a:r>
            <a:endParaRPr lang="ru-RU" sz="6000" dirty="0">
              <a:solidFill>
                <a:srgbClr val="06A29E">
                  <a:alpha val="10000"/>
                </a:srgbClr>
              </a:solidFill>
              <a:latin typeface="Segoe UI Black" panose="020B0A02040204020203" pitchFamily="34" charset="0"/>
              <a:ea typeface="Segoe UI Black" panose="020B0A02040204020203" pitchFamily="34" charset="0"/>
            </a:endParaRPr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193C2F40-FD78-4EC0-A3A7-983CFB977BB4}"/>
              </a:ext>
            </a:extLst>
          </p:cNvPr>
          <p:cNvSpPr txBox="1"/>
          <p:nvPr/>
        </p:nvSpPr>
        <p:spPr>
          <a:xfrm rot="19381440">
            <a:off x="-3336931" y="8194325"/>
            <a:ext cx="1844282" cy="1015663"/>
          </a:xfrm>
          <a:prstGeom prst="rect">
            <a:avLst/>
          </a:prstGeom>
        </p:spPr>
        <p:txBody>
          <a:bodyPr wrap="square" rtlCol="0">
            <a:spAutoFit/>
          </a:bodyPr>
          <a:lstStyle/>
          <a:p>
            <a:r>
              <a:rPr lang="en-US" sz="6000" dirty="0">
                <a:solidFill>
                  <a:srgbClr val="06A29E">
                    <a:alpha val="10000"/>
                  </a:srgbClr>
                </a:solidFill>
                <a:latin typeface="Segoe UI Black" panose="020B0A02040204020203" pitchFamily="34" charset="0"/>
                <a:ea typeface="Segoe UI Black" panose="020B0A02040204020203" pitchFamily="34" charset="0"/>
              </a:rPr>
              <a:t>DL</a:t>
            </a:r>
            <a:endParaRPr lang="ru-RU" sz="6000" dirty="0">
              <a:solidFill>
                <a:srgbClr val="06A29E">
                  <a:alpha val="10000"/>
                </a:srgbClr>
              </a:solidFill>
              <a:latin typeface="Segoe UI Black" panose="020B0A02040204020203" pitchFamily="34" charset="0"/>
              <a:ea typeface="Segoe UI Black" panose="020B0A02040204020203" pitchFamily="34" charset="0"/>
            </a:endParaRPr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299D9E77-E105-4B45-8D10-F2046503A3E8}"/>
              </a:ext>
            </a:extLst>
          </p:cNvPr>
          <p:cNvSpPr txBox="1"/>
          <p:nvPr/>
        </p:nvSpPr>
        <p:spPr>
          <a:xfrm rot="19540174">
            <a:off x="-4688780" y="6450169"/>
            <a:ext cx="1844282" cy="1015663"/>
          </a:xfrm>
          <a:prstGeom prst="rect">
            <a:avLst/>
          </a:prstGeom>
        </p:spPr>
        <p:txBody>
          <a:bodyPr wrap="square" rtlCol="0">
            <a:spAutoFit/>
          </a:bodyPr>
          <a:lstStyle/>
          <a:p>
            <a:r>
              <a:rPr lang="en-US" sz="6000" dirty="0">
                <a:solidFill>
                  <a:srgbClr val="06A29E">
                    <a:alpha val="10000"/>
                  </a:srgbClr>
                </a:solidFill>
                <a:latin typeface="Segoe UI Black" panose="020B0A02040204020203" pitchFamily="34" charset="0"/>
                <a:ea typeface="Segoe UI Black" panose="020B0A02040204020203" pitchFamily="34" charset="0"/>
              </a:rPr>
              <a:t>LLM</a:t>
            </a:r>
            <a:endParaRPr lang="ru-RU" sz="6000" dirty="0">
              <a:solidFill>
                <a:srgbClr val="06A29E">
                  <a:alpha val="10000"/>
                </a:srgbClr>
              </a:solidFill>
              <a:latin typeface="Segoe UI Black" panose="020B0A02040204020203" pitchFamily="34" charset="0"/>
              <a:ea typeface="Segoe UI Black" panose="020B0A02040204020203" pitchFamily="34" charset="0"/>
            </a:endParaRPr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00594D17-136E-4580-B5A7-9488CACBE84E}"/>
              </a:ext>
            </a:extLst>
          </p:cNvPr>
          <p:cNvSpPr txBox="1"/>
          <p:nvPr/>
        </p:nvSpPr>
        <p:spPr>
          <a:xfrm>
            <a:off x="5810430" y="8801806"/>
            <a:ext cx="2432884" cy="1015663"/>
          </a:xfrm>
          <a:prstGeom prst="rect">
            <a:avLst/>
          </a:prstGeom>
        </p:spPr>
        <p:txBody>
          <a:bodyPr wrap="square" rtlCol="0">
            <a:spAutoFit/>
          </a:bodyPr>
          <a:lstStyle/>
          <a:p>
            <a:r>
              <a:rPr lang="en-US" sz="6000" dirty="0">
                <a:solidFill>
                  <a:srgbClr val="06A29E">
                    <a:alpha val="10000"/>
                  </a:srgbClr>
                </a:solidFill>
                <a:latin typeface="Segoe UI Black" panose="020B0A02040204020203" pitchFamily="34" charset="0"/>
                <a:ea typeface="Segoe UI Black" panose="020B0A02040204020203" pitchFamily="34" charset="0"/>
              </a:rPr>
              <a:t>UAI</a:t>
            </a:r>
            <a:endParaRPr lang="ru-RU" sz="6000" dirty="0">
              <a:solidFill>
                <a:srgbClr val="06A29E">
                  <a:alpha val="10000"/>
                </a:srgbClr>
              </a:solidFill>
              <a:latin typeface="Segoe UI Black" panose="020B0A02040204020203" pitchFamily="34" charset="0"/>
              <a:ea typeface="Segoe UI Black" panose="020B0A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852364731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med">
        <p159:morph option="byObject"/>
      </p:transition>
    </mc:Choice>
    <mc:Fallback xmlns="">
      <p:transition spd="med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фон">
            <a:extLst>
              <a:ext uri="{FF2B5EF4-FFF2-40B4-BE49-F238E27FC236}">
                <a16:creationId xmlns:a16="http://schemas.microsoft.com/office/drawing/2014/main" id="{123AAA31-15E5-4CD4-90E0-8BA1499E8700}"/>
              </a:ext>
            </a:extLst>
          </p:cNvPr>
          <p:cNvSpPr/>
          <p:nvPr/>
        </p:nvSpPr>
        <p:spPr>
          <a:xfrm>
            <a:off x="-5" y="0"/>
            <a:ext cx="12192000" cy="6858000"/>
          </a:xfrm>
          <a:prstGeom prst="rect">
            <a:avLst/>
          </a:prstGeom>
          <a:gradFill>
            <a:gsLst>
              <a:gs pos="0">
                <a:srgbClr val="1D1D1D"/>
              </a:gs>
              <a:gs pos="100000">
                <a:srgbClr val="1D1D1D"/>
              </a:gs>
            </a:gsLst>
            <a:path path="circle">
              <a:fillToRect r="100000" b="100000"/>
            </a:path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pic>
        <p:nvPicPr>
          <p:cNvPr id="5124" name="!!PlayPhoto" descr="Alien: Isolation - Коллекция">
            <a:extLst>
              <a:ext uri="{FF2B5EF4-FFF2-40B4-BE49-F238E27FC236}">
                <a16:creationId xmlns:a16="http://schemas.microsoft.com/office/drawing/2014/main" id="{F962B1D6-1CC3-41CA-9286-D86FB4F7E0B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alphaModFix amt="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0"/>
            <a:ext cx="12192000" cy="6858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6148" name="Picture 4" descr="Pacman Wallpapers - PixelsTalk">
            <a:extLst>
              <a:ext uri="{FF2B5EF4-FFF2-40B4-BE49-F238E27FC236}">
                <a16:creationId xmlns:a16="http://schemas.microsoft.com/office/drawing/2014/main" id="{040C6D5F-5EAE-46B4-97C1-F245B95BB6C5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alphaModFix amt="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6573"/>
          <a:stretch/>
        </p:blipFill>
        <p:spPr bwMode="auto">
          <a:xfrm rot="21229333">
            <a:off x="4456194" y="103657"/>
            <a:ext cx="9154262" cy="6858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64" name="Рисунок 63" descr="The Sims - The Sims™ 4 - Официальный сайт">
            <a:extLst>
              <a:ext uri="{FF2B5EF4-FFF2-40B4-BE49-F238E27FC236}">
                <a16:creationId xmlns:a16="http://schemas.microsoft.com/office/drawing/2014/main" id="{4D6E5EA1-C959-4A9F-A113-6805E34FD1DB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4">
            <a:alphaModFix amt="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9213" r="1"/>
          <a:stretch/>
        </p:blipFill>
        <p:spPr bwMode="auto">
          <a:xfrm flipH="1">
            <a:off x="-2107822" y="-6248"/>
            <a:ext cx="9240812" cy="6853587"/>
          </a:xfrm>
          <a:custGeom>
            <a:avLst/>
            <a:gdLst>
              <a:gd name="connsiteX0" fmla="*/ 9240812 w 9240812"/>
              <a:gd name="connsiteY0" fmla="*/ 0 h 6853587"/>
              <a:gd name="connsiteX1" fmla="*/ 0 w 9240812"/>
              <a:gd name="connsiteY1" fmla="*/ 0 h 6853587"/>
              <a:gd name="connsiteX2" fmla="*/ 0 w 9240812"/>
              <a:gd name="connsiteY2" fmla="*/ 1486756 h 6853587"/>
              <a:gd name="connsiteX3" fmla="*/ 17813 w 9240812"/>
              <a:gd name="connsiteY3" fmla="*/ 1492148 h 6853587"/>
              <a:gd name="connsiteX4" fmla="*/ 856013 w 9240812"/>
              <a:gd name="connsiteY4" fmla="*/ 2685948 h 6853587"/>
              <a:gd name="connsiteX5" fmla="*/ 1567213 w 9240812"/>
              <a:gd name="connsiteY5" fmla="*/ 4311548 h 6853587"/>
              <a:gd name="connsiteX6" fmla="*/ 3074028 w 9240812"/>
              <a:gd name="connsiteY6" fmla="*/ 6782281 h 6853587"/>
              <a:gd name="connsiteX7" fmla="*/ 3090079 w 9240812"/>
              <a:gd name="connsiteY7" fmla="*/ 6853587 h 6853587"/>
              <a:gd name="connsiteX8" fmla="*/ 9240812 w 9240812"/>
              <a:gd name="connsiteY8" fmla="*/ 6853587 h 685358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9240812" h="6853587">
                <a:moveTo>
                  <a:pt x="9240812" y="0"/>
                </a:moveTo>
                <a:lnTo>
                  <a:pt x="0" y="0"/>
                </a:lnTo>
                <a:lnTo>
                  <a:pt x="0" y="1486756"/>
                </a:lnTo>
                <a:lnTo>
                  <a:pt x="17813" y="1492148"/>
                </a:lnTo>
                <a:cubicBezTo>
                  <a:pt x="383996" y="1638198"/>
                  <a:pt x="597780" y="2216048"/>
                  <a:pt x="856013" y="2685948"/>
                </a:cubicBezTo>
                <a:cubicBezTo>
                  <a:pt x="1114246" y="3155848"/>
                  <a:pt x="1192563" y="3606698"/>
                  <a:pt x="1567213" y="4311548"/>
                </a:cubicBezTo>
                <a:cubicBezTo>
                  <a:pt x="1918448" y="4972345"/>
                  <a:pt x="2872436" y="6088928"/>
                  <a:pt x="3074028" y="6782281"/>
                </a:cubicBezTo>
                <a:lnTo>
                  <a:pt x="3090079" y="6853587"/>
                </a:lnTo>
                <a:lnTo>
                  <a:pt x="9240812" y="6853587"/>
                </a:lnTo>
                <a:close/>
              </a:path>
            </a:pathLst>
          </a:cu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6" name="затемнение">
            <a:extLst>
              <a:ext uri="{FF2B5EF4-FFF2-40B4-BE49-F238E27FC236}">
                <a16:creationId xmlns:a16="http://schemas.microsoft.com/office/drawing/2014/main" id="{E0257E64-9D7E-4D65-BC1A-436E2C6E99A5}"/>
              </a:ext>
            </a:extLst>
          </p:cNvPr>
          <p:cNvSpPr/>
          <p:nvPr/>
        </p:nvSpPr>
        <p:spPr>
          <a:xfrm>
            <a:off x="-9590" y="0"/>
            <a:ext cx="12220933" cy="6858000"/>
          </a:xfrm>
          <a:prstGeom prst="rect">
            <a:avLst/>
          </a:prstGeom>
          <a:solidFill>
            <a:schemeClr val="tx1">
              <a:alpha val="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98" name="Затемнение низ">
            <a:extLst>
              <a:ext uri="{FF2B5EF4-FFF2-40B4-BE49-F238E27FC236}">
                <a16:creationId xmlns:a16="http://schemas.microsoft.com/office/drawing/2014/main" id="{01F63AF6-2061-4C34-9B9A-D0B30D6C4FC1}"/>
              </a:ext>
            </a:extLst>
          </p:cNvPr>
          <p:cNvSpPr/>
          <p:nvPr/>
        </p:nvSpPr>
        <p:spPr>
          <a:xfrm>
            <a:off x="-9590" y="0"/>
            <a:ext cx="12220933" cy="6847155"/>
          </a:xfrm>
          <a:prstGeom prst="rect">
            <a:avLst/>
          </a:prstGeom>
          <a:gradFill flip="none" rotWithShape="1">
            <a:gsLst>
              <a:gs pos="61000">
                <a:schemeClr val="tx1">
                  <a:alpha val="0"/>
                </a:schemeClr>
              </a:gs>
              <a:gs pos="97000">
                <a:schemeClr val="tx1">
                  <a:alpha val="0"/>
                </a:schemeClr>
              </a:gs>
            </a:gsLst>
            <a:lin ang="81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37" name="Молния 36">
            <a:extLst>
              <a:ext uri="{FF2B5EF4-FFF2-40B4-BE49-F238E27FC236}">
                <a16:creationId xmlns:a16="http://schemas.microsoft.com/office/drawing/2014/main" id="{8AAF601C-2DE3-4216-8AE4-FD26867D820C}"/>
              </a:ext>
            </a:extLst>
          </p:cNvPr>
          <p:cNvSpPr/>
          <p:nvPr/>
        </p:nvSpPr>
        <p:spPr>
          <a:xfrm rot="13340361">
            <a:off x="4017786" y="-1073766"/>
            <a:ext cx="3311524" cy="9212846"/>
          </a:xfrm>
          <a:prstGeom prst="lightningBolt">
            <a:avLst/>
          </a:prstGeom>
          <a:solidFill>
            <a:schemeClr val="tx1">
              <a:alpha val="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grpSp>
        <p:nvGrpSpPr>
          <p:cNvPr id="62" name="18х12 сетка">
            <a:extLst>
              <a:ext uri="{FF2B5EF4-FFF2-40B4-BE49-F238E27FC236}">
                <a16:creationId xmlns:a16="http://schemas.microsoft.com/office/drawing/2014/main" id="{B3CD36E5-6234-4C3A-BED7-A5B1ADB7FF62}"/>
              </a:ext>
            </a:extLst>
          </p:cNvPr>
          <p:cNvGrpSpPr/>
          <p:nvPr/>
        </p:nvGrpSpPr>
        <p:grpSpPr>
          <a:xfrm>
            <a:off x="-8" y="0"/>
            <a:ext cx="12192007" cy="6858000"/>
            <a:chOff x="-2" y="0"/>
            <a:chExt cx="12192002" cy="6858000"/>
          </a:xfrm>
        </p:grpSpPr>
        <p:grpSp>
          <p:nvGrpSpPr>
            <p:cNvPr id="68" name="Группа 67">
              <a:extLst>
                <a:ext uri="{FF2B5EF4-FFF2-40B4-BE49-F238E27FC236}">
                  <a16:creationId xmlns:a16="http://schemas.microsoft.com/office/drawing/2014/main" id="{058C4490-79C4-45FE-AACB-69EA39D66F8A}"/>
                </a:ext>
              </a:extLst>
            </p:cNvPr>
            <p:cNvGrpSpPr/>
            <p:nvPr/>
          </p:nvGrpSpPr>
          <p:grpSpPr>
            <a:xfrm>
              <a:off x="-2" y="0"/>
              <a:ext cx="12192000" cy="6858000"/>
              <a:chOff x="-2" y="0"/>
              <a:chExt cx="8750502" cy="6858000"/>
            </a:xfrm>
            <a:noFill/>
          </p:grpSpPr>
          <p:sp>
            <p:nvSpPr>
              <p:cNvPr id="86" name="Прямоугольник 85">
                <a:extLst>
                  <a:ext uri="{FF2B5EF4-FFF2-40B4-BE49-F238E27FC236}">
                    <a16:creationId xmlns:a16="http://schemas.microsoft.com/office/drawing/2014/main" id="{7E2552AE-C149-4D44-83AB-0888AFBDFEF2}"/>
                  </a:ext>
                </a:extLst>
              </p:cNvPr>
              <p:cNvSpPr/>
              <p:nvPr/>
            </p:nvSpPr>
            <p:spPr>
              <a:xfrm>
                <a:off x="-2" y="0"/>
                <a:ext cx="486139" cy="68580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87" name="Прямоугольник 86">
                <a:extLst>
                  <a:ext uri="{FF2B5EF4-FFF2-40B4-BE49-F238E27FC236}">
                    <a16:creationId xmlns:a16="http://schemas.microsoft.com/office/drawing/2014/main" id="{208E4854-E973-4CC6-AC53-D304668D8FD7}"/>
                  </a:ext>
                </a:extLst>
              </p:cNvPr>
              <p:cNvSpPr/>
              <p:nvPr/>
            </p:nvSpPr>
            <p:spPr>
              <a:xfrm>
                <a:off x="486137" y="0"/>
                <a:ext cx="486139" cy="68580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88" name="Прямоугольник 87">
                <a:extLst>
                  <a:ext uri="{FF2B5EF4-FFF2-40B4-BE49-F238E27FC236}">
                    <a16:creationId xmlns:a16="http://schemas.microsoft.com/office/drawing/2014/main" id="{B6F0D48E-117A-4741-85D4-54A79EEA2DFD}"/>
                  </a:ext>
                </a:extLst>
              </p:cNvPr>
              <p:cNvSpPr/>
              <p:nvPr/>
            </p:nvSpPr>
            <p:spPr>
              <a:xfrm>
                <a:off x="972276" y="0"/>
                <a:ext cx="486139" cy="68580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89" name="Прямоугольник 88">
                <a:extLst>
                  <a:ext uri="{FF2B5EF4-FFF2-40B4-BE49-F238E27FC236}">
                    <a16:creationId xmlns:a16="http://schemas.microsoft.com/office/drawing/2014/main" id="{FC8BE352-D19F-4FF7-B5F5-9F888B8D184B}"/>
                  </a:ext>
                </a:extLst>
              </p:cNvPr>
              <p:cNvSpPr/>
              <p:nvPr/>
            </p:nvSpPr>
            <p:spPr>
              <a:xfrm>
                <a:off x="1458415" y="0"/>
                <a:ext cx="486139" cy="68580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100" name="Прямоугольник 99">
                <a:extLst>
                  <a:ext uri="{FF2B5EF4-FFF2-40B4-BE49-F238E27FC236}">
                    <a16:creationId xmlns:a16="http://schemas.microsoft.com/office/drawing/2014/main" id="{7A365643-F78E-4764-9982-E39237A1F247}"/>
                  </a:ext>
                </a:extLst>
              </p:cNvPr>
              <p:cNvSpPr/>
              <p:nvPr/>
            </p:nvSpPr>
            <p:spPr>
              <a:xfrm>
                <a:off x="1944554" y="0"/>
                <a:ext cx="486139" cy="68580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101" name="Прямоугольник 100">
                <a:extLst>
                  <a:ext uri="{FF2B5EF4-FFF2-40B4-BE49-F238E27FC236}">
                    <a16:creationId xmlns:a16="http://schemas.microsoft.com/office/drawing/2014/main" id="{2BD627C7-E89C-42EC-B764-AAEBC644B4ED}"/>
                  </a:ext>
                </a:extLst>
              </p:cNvPr>
              <p:cNvSpPr/>
              <p:nvPr/>
            </p:nvSpPr>
            <p:spPr>
              <a:xfrm>
                <a:off x="2430693" y="0"/>
                <a:ext cx="486139" cy="68580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102" name="Прямоугольник 101">
                <a:extLst>
                  <a:ext uri="{FF2B5EF4-FFF2-40B4-BE49-F238E27FC236}">
                    <a16:creationId xmlns:a16="http://schemas.microsoft.com/office/drawing/2014/main" id="{BE631F47-4B73-4971-BA95-D82629DFFDCE}"/>
                  </a:ext>
                </a:extLst>
              </p:cNvPr>
              <p:cNvSpPr/>
              <p:nvPr/>
            </p:nvSpPr>
            <p:spPr>
              <a:xfrm>
                <a:off x="2916832" y="0"/>
                <a:ext cx="486139" cy="68580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103" name="Прямоугольник 102">
                <a:extLst>
                  <a:ext uri="{FF2B5EF4-FFF2-40B4-BE49-F238E27FC236}">
                    <a16:creationId xmlns:a16="http://schemas.microsoft.com/office/drawing/2014/main" id="{D63641B2-1ECC-4C32-9365-D89BF5C7E705}"/>
                  </a:ext>
                </a:extLst>
              </p:cNvPr>
              <p:cNvSpPr/>
              <p:nvPr/>
            </p:nvSpPr>
            <p:spPr>
              <a:xfrm>
                <a:off x="3402971" y="0"/>
                <a:ext cx="486139" cy="68580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104" name="Прямоугольник 103">
                <a:extLst>
                  <a:ext uri="{FF2B5EF4-FFF2-40B4-BE49-F238E27FC236}">
                    <a16:creationId xmlns:a16="http://schemas.microsoft.com/office/drawing/2014/main" id="{3EF7A471-F0D8-4EB3-AF40-721137F4ACEA}"/>
                  </a:ext>
                </a:extLst>
              </p:cNvPr>
              <p:cNvSpPr/>
              <p:nvPr/>
            </p:nvSpPr>
            <p:spPr>
              <a:xfrm>
                <a:off x="3889110" y="0"/>
                <a:ext cx="486139" cy="68580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105" name="Прямоугольник 104">
                <a:extLst>
                  <a:ext uri="{FF2B5EF4-FFF2-40B4-BE49-F238E27FC236}">
                    <a16:creationId xmlns:a16="http://schemas.microsoft.com/office/drawing/2014/main" id="{A7262BF0-60B8-4450-B2A6-5A2076D5D9B4}"/>
                  </a:ext>
                </a:extLst>
              </p:cNvPr>
              <p:cNvSpPr/>
              <p:nvPr/>
            </p:nvSpPr>
            <p:spPr>
              <a:xfrm>
                <a:off x="4375249" y="0"/>
                <a:ext cx="486139" cy="68580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106" name="Прямоугольник 105">
                <a:extLst>
                  <a:ext uri="{FF2B5EF4-FFF2-40B4-BE49-F238E27FC236}">
                    <a16:creationId xmlns:a16="http://schemas.microsoft.com/office/drawing/2014/main" id="{67F7441A-18F7-4A13-931B-FD8BEDEFA8BB}"/>
                  </a:ext>
                </a:extLst>
              </p:cNvPr>
              <p:cNvSpPr/>
              <p:nvPr/>
            </p:nvSpPr>
            <p:spPr>
              <a:xfrm>
                <a:off x="4861388" y="0"/>
                <a:ext cx="486139" cy="68580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107" name="Прямоугольник 106">
                <a:extLst>
                  <a:ext uri="{FF2B5EF4-FFF2-40B4-BE49-F238E27FC236}">
                    <a16:creationId xmlns:a16="http://schemas.microsoft.com/office/drawing/2014/main" id="{20942736-BBF0-45AC-ADCA-22E1CF1790CA}"/>
                  </a:ext>
                </a:extLst>
              </p:cNvPr>
              <p:cNvSpPr/>
              <p:nvPr/>
            </p:nvSpPr>
            <p:spPr>
              <a:xfrm>
                <a:off x="5347527" y="0"/>
                <a:ext cx="486139" cy="68580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108" name="Прямоугольник 107">
                <a:extLst>
                  <a:ext uri="{FF2B5EF4-FFF2-40B4-BE49-F238E27FC236}">
                    <a16:creationId xmlns:a16="http://schemas.microsoft.com/office/drawing/2014/main" id="{4CF93E4B-DF1A-4610-92B1-4AC7BB6988B1}"/>
                  </a:ext>
                </a:extLst>
              </p:cNvPr>
              <p:cNvSpPr/>
              <p:nvPr/>
            </p:nvSpPr>
            <p:spPr>
              <a:xfrm>
                <a:off x="5833666" y="0"/>
                <a:ext cx="486139" cy="68580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109" name="Прямоугольник 108">
                <a:extLst>
                  <a:ext uri="{FF2B5EF4-FFF2-40B4-BE49-F238E27FC236}">
                    <a16:creationId xmlns:a16="http://schemas.microsoft.com/office/drawing/2014/main" id="{4421E6CB-B79F-4985-AC9F-EF634819E1F6}"/>
                  </a:ext>
                </a:extLst>
              </p:cNvPr>
              <p:cNvSpPr/>
              <p:nvPr/>
            </p:nvSpPr>
            <p:spPr>
              <a:xfrm>
                <a:off x="6319805" y="0"/>
                <a:ext cx="486139" cy="68580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110" name="Прямоугольник 109">
                <a:extLst>
                  <a:ext uri="{FF2B5EF4-FFF2-40B4-BE49-F238E27FC236}">
                    <a16:creationId xmlns:a16="http://schemas.microsoft.com/office/drawing/2014/main" id="{22EC2E10-D1BB-43A7-B5AC-1A67618D86DD}"/>
                  </a:ext>
                </a:extLst>
              </p:cNvPr>
              <p:cNvSpPr/>
              <p:nvPr/>
            </p:nvSpPr>
            <p:spPr>
              <a:xfrm>
                <a:off x="6805944" y="0"/>
                <a:ext cx="486139" cy="68580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111" name="Прямоугольник 110">
                <a:extLst>
                  <a:ext uri="{FF2B5EF4-FFF2-40B4-BE49-F238E27FC236}">
                    <a16:creationId xmlns:a16="http://schemas.microsoft.com/office/drawing/2014/main" id="{903A5950-D35B-4110-A561-2760E9105C91}"/>
                  </a:ext>
                </a:extLst>
              </p:cNvPr>
              <p:cNvSpPr/>
              <p:nvPr/>
            </p:nvSpPr>
            <p:spPr>
              <a:xfrm>
                <a:off x="7292083" y="0"/>
                <a:ext cx="486139" cy="68580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112" name="Прямоугольник 111">
                <a:extLst>
                  <a:ext uri="{FF2B5EF4-FFF2-40B4-BE49-F238E27FC236}">
                    <a16:creationId xmlns:a16="http://schemas.microsoft.com/office/drawing/2014/main" id="{CB92CC41-F5C9-4C7C-AA2C-93C882CEA916}"/>
                  </a:ext>
                </a:extLst>
              </p:cNvPr>
              <p:cNvSpPr/>
              <p:nvPr/>
            </p:nvSpPr>
            <p:spPr>
              <a:xfrm>
                <a:off x="7778222" y="0"/>
                <a:ext cx="486139" cy="68580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113" name="Прямоугольник 112">
                <a:extLst>
                  <a:ext uri="{FF2B5EF4-FFF2-40B4-BE49-F238E27FC236}">
                    <a16:creationId xmlns:a16="http://schemas.microsoft.com/office/drawing/2014/main" id="{84F3766D-387C-4BCF-9467-7E7C69DFE17C}"/>
                  </a:ext>
                </a:extLst>
              </p:cNvPr>
              <p:cNvSpPr/>
              <p:nvPr/>
            </p:nvSpPr>
            <p:spPr>
              <a:xfrm>
                <a:off x="8264361" y="0"/>
                <a:ext cx="486139" cy="68580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</p:grpSp>
        <p:grpSp>
          <p:nvGrpSpPr>
            <p:cNvPr id="69" name="Группа 68">
              <a:extLst>
                <a:ext uri="{FF2B5EF4-FFF2-40B4-BE49-F238E27FC236}">
                  <a16:creationId xmlns:a16="http://schemas.microsoft.com/office/drawing/2014/main" id="{661AE684-D580-489B-83A6-7B752ABDD836}"/>
                </a:ext>
              </a:extLst>
            </p:cNvPr>
            <p:cNvGrpSpPr/>
            <p:nvPr/>
          </p:nvGrpSpPr>
          <p:grpSpPr>
            <a:xfrm>
              <a:off x="0" y="0"/>
              <a:ext cx="12192000" cy="6858000"/>
              <a:chOff x="0" y="0"/>
              <a:chExt cx="12192000" cy="6400800"/>
            </a:xfrm>
            <a:noFill/>
          </p:grpSpPr>
          <p:sp>
            <p:nvSpPr>
              <p:cNvPr id="70" name="Прямоугольник 69">
                <a:extLst>
                  <a:ext uri="{FF2B5EF4-FFF2-40B4-BE49-F238E27FC236}">
                    <a16:creationId xmlns:a16="http://schemas.microsoft.com/office/drawing/2014/main" id="{35A4AE5D-CC26-4ADD-B50A-33492E34BA44}"/>
                  </a:ext>
                </a:extLst>
              </p:cNvPr>
              <p:cNvSpPr/>
              <p:nvPr/>
            </p:nvSpPr>
            <p:spPr>
              <a:xfrm>
                <a:off x="0" y="0"/>
                <a:ext cx="12192000" cy="5334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71" name="Прямоугольник 70">
                <a:extLst>
                  <a:ext uri="{FF2B5EF4-FFF2-40B4-BE49-F238E27FC236}">
                    <a16:creationId xmlns:a16="http://schemas.microsoft.com/office/drawing/2014/main" id="{A904FD80-26F8-418D-98CB-EF7667B84B9F}"/>
                  </a:ext>
                </a:extLst>
              </p:cNvPr>
              <p:cNvSpPr/>
              <p:nvPr/>
            </p:nvSpPr>
            <p:spPr>
              <a:xfrm>
                <a:off x="0" y="533400"/>
                <a:ext cx="12192000" cy="5334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74" name="Прямоугольник 73">
                <a:extLst>
                  <a:ext uri="{FF2B5EF4-FFF2-40B4-BE49-F238E27FC236}">
                    <a16:creationId xmlns:a16="http://schemas.microsoft.com/office/drawing/2014/main" id="{F377F6D9-F703-420E-9370-A4000E8BC6EC}"/>
                  </a:ext>
                </a:extLst>
              </p:cNvPr>
              <p:cNvSpPr/>
              <p:nvPr/>
            </p:nvSpPr>
            <p:spPr>
              <a:xfrm>
                <a:off x="0" y="1066800"/>
                <a:ext cx="12192000" cy="5334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75" name="Прямоугольник 74">
                <a:extLst>
                  <a:ext uri="{FF2B5EF4-FFF2-40B4-BE49-F238E27FC236}">
                    <a16:creationId xmlns:a16="http://schemas.microsoft.com/office/drawing/2014/main" id="{EE45EA95-E9A8-4C8A-9EFC-F124CD6E39B7}"/>
                  </a:ext>
                </a:extLst>
              </p:cNvPr>
              <p:cNvSpPr/>
              <p:nvPr/>
            </p:nvSpPr>
            <p:spPr>
              <a:xfrm>
                <a:off x="0" y="1600200"/>
                <a:ext cx="12192000" cy="5334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76" name="Прямоугольник 75">
                <a:extLst>
                  <a:ext uri="{FF2B5EF4-FFF2-40B4-BE49-F238E27FC236}">
                    <a16:creationId xmlns:a16="http://schemas.microsoft.com/office/drawing/2014/main" id="{D4B0BAA9-CAD8-43C6-85E7-B42E9228D155}"/>
                  </a:ext>
                </a:extLst>
              </p:cNvPr>
              <p:cNvSpPr/>
              <p:nvPr/>
            </p:nvSpPr>
            <p:spPr>
              <a:xfrm>
                <a:off x="0" y="2133600"/>
                <a:ext cx="12192000" cy="5334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77" name="Прямоугольник 76">
                <a:extLst>
                  <a:ext uri="{FF2B5EF4-FFF2-40B4-BE49-F238E27FC236}">
                    <a16:creationId xmlns:a16="http://schemas.microsoft.com/office/drawing/2014/main" id="{4D49B1A5-D301-46DF-8E6A-26BE5EC5F99C}"/>
                  </a:ext>
                </a:extLst>
              </p:cNvPr>
              <p:cNvSpPr/>
              <p:nvPr/>
            </p:nvSpPr>
            <p:spPr>
              <a:xfrm>
                <a:off x="0" y="2667000"/>
                <a:ext cx="12192000" cy="5334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78" name="Прямоугольник 77">
                <a:extLst>
                  <a:ext uri="{FF2B5EF4-FFF2-40B4-BE49-F238E27FC236}">
                    <a16:creationId xmlns:a16="http://schemas.microsoft.com/office/drawing/2014/main" id="{D33CCEC1-4F3F-4C18-A464-CCF35EC559C6}"/>
                  </a:ext>
                </a:extLst>
              </p:cNvPr>
              <p:cNvSpPr/>
              <p:nvPr/>
            </p:nvSpPr>
            <p:spPr>
              <a:xfrm>
                <a:off x="0" y="3200400"/>
                <a:ext cx="12192000" cy="5334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79" name="Прямоугольник 78">
                <a:extLst>
                  <a:ext uri="{FF2B5EF4-FFF2-40B4-BE49-F238E27FC236}">
                    <a16:creationId xmlns:a16="http://schemas.microsoft.com/office/drawing/2014/main" id="{D1AF7ABD-7026-4189-83CA-53D628B0D14C}"/>
                  </a:ext>
                </a:extLst>
              </p:cNvPr>
              <p:cNvSpPr/>
              <p:nvPr/>
            </p:nvSpPr>
            <p:spPr>
              <a:xfrm>
                <a:off x="0" y="3733800"/>
                <a:ext cx="12192000" cy="5334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80" name="Прямоугольник 79">
                <a:extLst>
                  <a:ext uri="{FF2B5EF4-FFF2-40B4-BE49-F238E27FC236}">
                    <a16:creationId xmlns:a16="http://schemas.microsoft.com/office/drawing/2014/main" id="{8DBF17EE-9D40-40B0-9121-18053F82C4C6}"/>
                  </a:ext>
                </a:extLst>
              </p:cNvPr>
              <p:cNvSpPr/>
              <p:nvPr/>
            </p:nvSpPr>
            <p:spPr>
              <a:xfrm>
                <a:off x="0" y="4267200"/>
                <a:ext cx="12192000" cy="5334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81" name="Прямоугольник 80">
                <a:extLst>
                  <a:ext uri="{FF2B5EF4-FFF2-40B4-BE49-F238E27FC236}">
                    <a16:creationId xmlns:a16="http://schemas.microsoft.com/office/drawing/2014/main" id="{B648A457-FEF3-4422-B2B6-6C6DA0816277}"/>
                  </a:ext>
                </a:extLst>
              </p:cNvPr>
              <p:cNvSpPr/>
              <p:nvPr/>
            </p:nvSpPr>
            <p:spPr>
              <a:xfrm>
                <a:off x="0" y="4800600"/>
                <a:ext cx="12192000" cy="5334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82" name="Прямоугольник 81">
                <a:extLst>
                  <a:ext uri="{FF2B5EF4-FFF2-40B4-BE49-F238E27FC236}">
                    <a16:creationId xmlns:a16="http://schemas.microsoft.com/office/drawing/2014/main" id="{8D38DBB3-E87C-433D-BBCB-F073E603DBC3}"/>
                  </a:ext>
                </a:extLst>
              </p:cNvPr>
              <p:cNvSpPr/>
              <p:nvPr/>
            </p:nvSpPr>
            <p:spPr>
              <a:xfrm>
                <a:off x="0" y="5334000"/>
                <a:ext cx="12192000" cy="5334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85" name="Прямоугольник 84">
                <a:extLst>
                  <a:ext uri="{FF2B5EF4-FFF2-40B4-BE49-F238E27FC236}">
                    <a16:creationId xmlns:a16="http://schemas.microsoft.com/office/drawing/2014/main" id="{AF8A0BA6-A1D4-4F25-AEA3-0C457ED99146}"/>
                  </a:ext>
                </a:extLst>
              </p:cNvPr>
              <p:cNvSpPr/>
              <p:nvPr/>
            </p:nvSpPr>
            <p:spPr>
              <a:xfrm>
                <a:off x="0" y="5867400"/>
                <a:ext cx="12192000" cy="5334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</p:grpSp>
      </p:grpSp>
      <p:cxnSp>
        <p:nvCxnSpPr>
          <p:cNvPr id="83" name="вертикаль">
            <a:extLst>
              <a:ext uri="{FF2B5EF4-FFF2-40B4-BE49-F238E27FC236}">
                <a16:creationId xmlns:a16="http://schemas.microsoft.com/office/drawing/2014/main" id="{DCD21CE6-7B73-44C8-ABED-2B45E79B26CF}"/>
              </a:ext>
            </a:extLst>
          </p:cNvPr>
          <p:cNvCxnSpPr>
            <a:cxnSpLocks/>
          </p:cNvCxnSpPr>
          <p:nvPr/>
        </p:nvCxnSpPr>
        <p:spPr>
          <a:xfrm>
            <a:off x="11495307" y="21834"/>
            <a:ext cx="19354" cy="6872452"/>
          </a:xfrm>
          <a:prstGeom prst="line">
            <a:avLst/>
          </a:prstGeom>
          <a:ln w="12700">
            <a:solidFill>
              <a:srgbClr val="08EDE8">
                <a:alpha val="50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4" name="горизонт">
            <a:extLst>
              <a:ext uri="{FF2B5EF4-FFF2-40B4-BE49-F238E27FC236}">
                <a16:creationId xmlns:a16="http://schemas.microsoft.com/office/drawing/2014/main" id="{8E24FD12-6F19-4398-B603-22615E908799}"/>
              </a:ext>
            </a:extLst>
          </p:cNvPr>
          <p:cNvCxnSpPr>
            <a:cxnSpLocks/>
          </p:cNvCxnSpPr>
          <p:nvPr/>
        </p:nvCxnSpPr>
        <p:spPr>
          <a:xfrm>
            <a:off x="19349" y="6286500"/>
            <a:ext cx="12191994" cy="0"/>
          </a:xfrm>
          <a:prstGeom prst="line">
            <a:avLst/>
          </a:prstGeom>
          <a:ln w="12700">
            <a:solidFill>
              <a:srgbClr val="08EDE8">
                <a:alpha val="50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39" name="Рисунок 38">
            <a:extLst>
              <a:ext uri="{FF2B5EF4-FFF2-40B4-BE49-F238E27FC236}">
                <a16:creationId xmlns:a16="http://schemas.microsoft.com/office/drawing/2014/main" id="{78F18432-5544-464E-B50A-ECDA558086A6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670505" y="1770598"/>
            <a:ext cx="4812324" cy="6652982"/>
          </a:xfrm>
          <a:prstGeom prst="rect">
            <a:avLst/>
          </a:prstGeom>
        </p:spPr>
      </p:pic>
      <p:sp>
        <p:nvSpPr>
          <p:cNvPr id="63" name="декор">
            <a:extLst>
              <a:ext uri="{FF2B5EF4-FFF2-40B4-BE49-F238E27FC236}">
                <a16:creationId xmlns:a16="http://schemas.microsoft.com/office/drawing/2014/main" id="{49274652-B192-EDCA-1B55-F082F3B88EF7}"/>
              </a:ext>
            </a:extLst>
          </p:cNvPr>
          <p:cNvSpPr txBox="1"/>
          <p:nvPr/>
        </p:nvSpPr>
        <p:spPr>
          <a:xfrm>
            <a:off x="1" y="6222657"/>
            <a:ext cx="12191994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600" dirty="0">
                <a:solidFill>
                  <a:srgbClr val="06A29E">
                    <a:alpha val="10000"/>
                  </a:srgbClr>
                </a:solidFill>
                <a:latin typeface="Segoe UI Black" panose="020B0A02040204020203" pitchFamily="34" charset="0"/>
                <a:ea typeface="Segoe UI Black" panose="020B0A02040204020203" pitchFamily="34" charset="0"/>
              </a:rPr>
              <a:t>Project: Artificial Intelligence</a:t>
            </a:r>
            <a:endParaRPr lang="ru-UA" sz="3600" dirty="0">
              <a:solidFill>
                <a:srgbClr val="06A29E">
                  <a:alpha val="10000"/>
                </a:srgbClr>
              </a:solidFill>
              <a:latin typeface="Segoe UI Black" panose="020B0A02040204020203" pitchFamily="34" charset="0"/>
              <a:ea typeface="Segoe UI Black" panose="020B0A02040204020203" pitchFamily="34" charset="0"/>
            </a:endParaRP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D62BF7BF-BC4B-4325-B8D1-9BAC365E2B8B}"/>
              </a:ext>
            </a:extLst>
          </p:cNvPr>
          <p:cNvSpPr txBox="1"/>
          <p:nvPr/>
        </p:nvSpPr>
        <p:spPr>
          <a:xfrm>
            <a:off x="86518" y="73778"/>
            <a:ext cx="6369138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2800" dirty="0">
                <a:solidFill>
                  <a:srgbClr val="08EDE8"/>
                </a:solidFill>
                <a:latin typeface="Montserrat SemiBold" panose="00000700000000000000" pitchFamily="2" charset="-52"/>
              </a:rPr>
              <a:t>Про </a:t>
            </a:r>
            <a:r>
              <a:rPr lang="ru-RU" sz="2800" dirty="0" err="1">
                <a:solidFill>
                  <a:srgbClr val="08EDE8"/>
                </a:solidFill>
                <a:latin typeface="Montserrat SemiBold" panose="00000700000000000000" pitchFamily="2" charset="-52"/>
              </a:rPr>
              <a:t>визначення</a:t>
            </a:r>
            <a:r>
              <a:rPr lang="ru-RU" sz="2800" dirty="0">
                <a:solidFill>
                  <a:srgbClr val="08EDE8"/>
                </a:solidFill>
                <a:latin typeface="Montserrat SemiBold" panose="00000700000000000000" pitchFamily="2" charset="-52"/>
              </a:rPr>
              <a:t> </a:t>
            </a:r>
            <a:r>
              <a:rPr lang="ru-RU" sz="2800" dirty="0" err="1">
                <a:solidFill>
                  <a:srgbClr val="08EDE8"/>
                </a:solidFill>
                <a:latin typeface="Montserrat SemiBold" panose="00000700000000000000" pitchFamily="2" charset="-52"/>
              </a:rPr>
              <a:t>терміну</a:t>
            </a:r>
            <a:r>
              <a:rPr lang="ru-RU" sz="2800" dirty="0">
                <a:solidFill>
                  <a:srgbClr val="08EDE8"/>
                </a:solidFill>
                <a:latin typeface="Montserrat SemiBold" panose="00000700000000000000" pitchFamily="2" charset="-52"/>
              </a:rPr>
              <a:t> «</a:t>
            </a:r>
            <a:r>
              <a:rPr lang="ru-RU" sz="2800" dirty="0" err="1">
                <a:solidFill>
                  <a:srgbClr val="08EDE8"/>
                </a:solidFill>
                <a:latin typeface="Montserrat SemiBold" panose="00000700000000000000" pitchFamily="2" charset="-52"/>
              </a:rPr>
              <a:t>Штучний</a:t>
            </a:r>
            <a:r>
              <a:rPr lang="ru-RU" sz="2800" dirty="0">
                <a:solidFill>
                  <a:srgbClr val="08EDE8"/>
                </a:solidFill>
                <a:latin typeface="Montserrat SemiBold" panose="00000700000000000000" pitchFamily="2" charset="-52"/>
              </a:rPr>
              <a:t> </a:t>
            </a:r>
            <a:r>
              <a:rPr lang="ru-RU" sz="2800" dirty="0" err="1">
                <a:solidFill>
                  <a:srgbClr val="08EDE8"/>
                </a:solidFill>
                <a:latin typeface="Montserrat SemiBold" panose="00000700000000000000" pitchFamily="2" charset="-52"/>
              </a:rPr>
              <a:t>Інтелект</a:t>
            </a:r>
            <a:r>
              <a:rPr lang="ru-RU" sz="2800" dirty="0">
                <a:solidFill>
                  <a:srgbClr val="08EDE8"/>
                </a:solidFill>
                <a:latin typeface="Montserrat SemiBold" panose="00000700000000000000" pitchFamily="2" charset="-52"/>
              </a:rPr>
              <a:t>»</a:t>
            </a:r>
          </a:p>
        </p:txBody>
      </p:sp>
      <p:sp>
        <p:nvSpPr>
          <p:cNvPr id="66" name="!!рам1">
            <a:extLst>
              <a:ext uri="{FF2B5EF4-FFF2-40B4-BE49-F238E27FC236}">
                <a16:creationId xmlns:a16="http://schemas.microsoft.com/office/drawing/2014/main" id="{7B947CFA-0608-4312-8A41-0FE7C97BBDCE}"/>
              </a:ext>
            </a:extLst>
          </p:cNvPr>
          <p:cNvSpPr/>
          <p:nvPr/>
        </p:nvSpPr>
        <p:spPr>
          <a:xfrm>
            <a:off x="-4773229" y="853777"/>
            <a:ext cx="2042613" cy="433765"/>
          </a:xfrm>
          <a:prstGeom prst="roundRect">
            <a:avLst>
              <a:gd name="adj" fmla="val 27335"/>
            </a:avLst>
          </a:prstGeom>
          <a:solidFill>
            <a:schemeClr val="bg1">
              <a:alpha val="20000"/>
            </a:schemeClr>
          </a:solidFill>
          <a:ln w="12700">
            <a:gradFill>
              <a:gsLst>
                <a:gs pos="0">
                  <a:schemeClr val="accent1">
                    <a:lumMod val="5000"/>
                    <a:lumOff val="95000"/>
                  </a:schemeClr>
                </a:gs>
                <a:gs pos="74000">
                  <a:schemeClr val="accent1">
                    <a:lumMod val="45000"/>
                    <a:lumOff val="55000"/>
                  </a:schemeClr>
                </a:gs>
                <a:gs pos="83000">
                  <a:schemeClr val="accent1">
                    <a:lumMod val="45000"/>
                    <a:lumOff val="55000"/>
                  </a:schemeClr>
                </a:gs>
                <a:gs pos="100000">
                  <a:schemeClr val="accent1">
                    <a:lumMod val="30000"/>
                    <a:lumOff val="70000"/>
                  </a:schemeClr>
                </a:gs>
              </a:gsLst>
              <a:lin ang="5400000" scaled="1"/>
            </a:gra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59534EB0-C0FA-4024-ABED-011020A16824}"/>
              </a:ext>
            </a:extLst>
          </p:cNvPr>
          <p:cNvSpPr txBox="1"/>
          <p:nvPr/>
        </p:nvSpPr>
        <p:spPr>
          <a:xfrm>
            <a:off x="-4804592" y="862763"/>
            <a:ext cx="2073976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>
                <a:solidFill>
                  <a:srgbClr val="669E9A"/>
                </a:solidFill>
                <a:latin typeface="Montserrat Medium" panose="00000600000000000000" pitchFamily="2" charset="-52"/>
              </a:rPr>
              <a:t>F.E.A.R</a:t>
            </a:r>
            <a:endParaRPr lang="ru-RU" sz="2000" dirty="0">
              <a:solidFill>
                <a:srgbClr val="669E9A"/>
              </a:solidFill>
              <a:latin typeface="Montserrat Medium" panose="00000600000000000000" pitchFamily="2" charset="-52"/>
            </a:endParaRPr>
          </a:p>
        </p:txBody>
      </p:sp>
      <p:sp>
        <p:nvSpPr>
          <p:cNvPr id="90" name="!!рам2">
            <a:extLst>
              <a:ext uri="{FF2B5EF4-FFF2-40B4-BE49-F238E27FC236}">
                <a16:creationId xmlns:a16="http://schemas.microsoft.com/office/drawing/2014/main" id="{DE438ABD-C8B7-4893-8B3D-713F2938BF56}"/>
              </a:ext>
            </a:extLst>
          </p:cNvPr>
          <p:cNvSpPr/>
          <p:nvPr/>
        </p:nvSpPr>
        <p:spPr>
          <a:xfrm>
            <a:off x="-4122528" y="1334598"/>
            <a:ext cx="2042613" cy="433765"/>
          </a:xfrm>
          <a:prstGeom prst="roundRect">
            <a:avLst>
              <a:gd name="adj" fmla="val 27335"/>
            </a:avLst>
          </a:prstGeom>
          <a:solidFill>
            <a:schemeClr val="bg1">
              <a:alpha val="20000"/>
            </a:schemeClr>
          </a:solidFill>
          <a:ln w="12700">
            <a:gradFill>
              <a:gsLst>
                <a:gs pos="0">
                  <a:schemeClr val="accent1">
                    <a:lumMod val="5000"/>
                    <a:lumOff val="95000"/>
                  </a:schemeClr>
                </a:gs>
                <a:gs pos="74000">
                  <a:schemeClr val="accent1">
                    <a:lumMod val="45000"/>
                    <a:lumOff val="55000"/>
                  </a:schemeClr>
                </a:gs>
                <a:gs pos="83000">
                  <a:schemeClr val="accent1">
                    <a:lumMod val="45000"/>
                    <a:lumOff val="55000"/>
                  </a:schemeClr>
                </a:gs>
                <a:gs pos="100000">
                  <a:schemeClr val="accent1">
                    <a:lumMod val="30000"/>
                    <a:lumOff val="70000"/>
                  </a:schemeClr>
                </a:gs>
              </a:gsLst>
              <a:lin ang="5400000" scaled="1"/>
            </a:gra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91" name="TextBox 90">
            <a:extLst>
              <a:ext uri="{FF2B5EF4-FFF2-40B4-BE49-F238E27FC236}">
                <a16:creationId xmlns:a16="http://schemas.microsoft.com/office/drawing/2014/main" id="{A9DB35F4-3979-4A78-B5BF-1B322FE0F646}"/>
              </a:ext>
            </a:extLst>
          </p:cNvPr>
          <p:cNvSpPr txBox="1"/>
          <p:nvPr/>
        </p:nvSpPr>
        <p:spPr>
          <a:xfrm>
            <a:off x="-4153891" y="1343584"/>
            <a:ext cx="2073976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>
                <a:solidFill>
                  <a:srgbClr val="669E9A"/>
                </a:solidFill>
                <a:latin typeface="Montserrat Medium" panose="00000600000000000000" pitchFamily="2" charset="-52"/>
              </a:rPr>
              <a:t>Forza Horizon</a:t>
            </a:r>
            <a:endParaRPr lang="ru-RU" sz="2000" dirty="0">
              <a:solidFill>
                <a:srgbClr val="669E9A"/>
              </a:solidFill>
              <a:latin typeface="Montserrat Medium" panose="00000600000000000000" pitchFamily="2" charset="-52"/>
            </a:endParaRPr>
          </a:p>
        </p:txBody>
      </p:sp>
      <p:sp>
        <p:nvSpPr>
          <p:cNvPr id="92" name="!!рам3">
            <a:extLst>
              <a:ext uri="{FF2B5EF4-FFF2-40B4-BE49-F238E27FC236}">
                <a16:creationId xmlns:a16="http://schemas.microsoft.com/office/drawing/2014/main" id="{2A800CEC-9690-47EE-A7CE-F47479032859}"/>
              </a:ext>
            </a:extLst>
          </p:cNvPr>
          <p:cNvSpPr/>
          <p:nvPr/>
        </p:nvSpPr>
        <p:spPr>
          <a:xfrm>
            <a:off x="-3681536" y="1815419"/>
            <a:ext cx="2042613" cy="433765"/>
          </a:xfrm>
          <a:prstGeom prst="roundRect">
            <a:avLst>
              <a:gd name="adj" fmla="val 27335"/>
            </a:avLst>
          </a:prstGeom>
          <a:solidFill>
            <a:schemeClr val="bg1">
              <a:alpha val="20000"/>
            </a:schemeClr>
          </a:solidFill>
          <a:ln w="12700">
            <a:gradFill>
              <a:gsLst>
                <a:gs pos="0">
                  <a:schemeClr val="accent1">
                    <a:lumMod val="5000"/>
                    <a:lumOff val="95000"/>
                  </a:schemeClr>
                </a:gs>
                <a:gs pos="74000">
                  <a:schemeClr val="accent1">
                    <a:lumMod val="45000"/>
                    <a:lumOff val="55000"/>
                  </a:schemeClr>
                </a:gs>
                <a:gs pos="83000">
                  <a:schemeClr val="accent1">
                    <a:lumMod val="45000"/>
                    <a:lumOff val="55000"/>
                  </a:schemeClr>
                </a:gs>
                <a:gs pos="100000">
                  <a:schemeClr val="accent1">
                    <a:lumMod val="30000"/>
                    <a:lumOff val="70000"/>
                  </a:schemeClr>
                </a:gs>
              </a:gsLst>
              <a:lin ang="5400000" scaled="1"/>
            </a:gra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93" name="TextBox 92">
            <a:extLst>
              <a:ext uri="{FF2B5EF4-FFF2-40B4-BE49-F238E27FC236}">
                <a16:creationId xmlns:a16="http://schemas.microsoft.com/office/drawing/2014/main" id="{4FBAD4D3-E93A-4859-89F0-000C135DC792}"/>
              </a:ext>
            </a:extLst>
          </p:cNvPr>
          <p:cNvSpPr txBox="1"/>
          <p:nvPr/>
        </p:nvSpPr>
        <p:spPr>
          <a:xfrm>
            <a:off x="-3712899" y="1824405"/>
            <a:ext cx="2073976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>
                <a:solidFill>
                  <a:srgbClr val="669E9A"/>
                </a:solidFill>
                <a:latin typeface="Montserrat Medium" panose="00000600000000000000" pitchFamily="2" charset="-52"/>
              </a:rPr>
              <a:t>Alien: Isolation</a:t>
            </a:r>
            <a:endParaRPr lang="ru-RU" sz="2000" dirty="0">
              <a:solidFill>
                <a:srgbClr val="669E9A"/>
              </a:solidFill>
              <a:latin typeface="Montserrat Medium" panose="00000600000000000000" pitchFamily="2" charset="-52"/>
            </a:endParaRPr>
          </a:p>
        </p:txBody>
      </p:sp>
      <p:sp>
        <p:nvSpPr>
          <p:cNvPr id="94" name="!!рам4">
            <a:extLst>
              <a:ext uri="{FF2B5EF4-FFF2-40B4-BE49-F238E27FC236}">
                <a16:creationId xmlns:a16="http://schemas.microsoft.com/office/drawing/2014/main" id="{66650FA4-B782-4771-B5EB-3D778F55B0C7}"/>
              </a:ext>
            </a:extLst>
          </p:cNvPr>
          <p:cNvSpPr/>
          <p:nvPr/>
        </p:nvSpPr>
        <p:spPr>
          <a:xfrm>
            <a:off x="-3139246" y="2296240"/>
            <a:ext cx="2042613" cy="433765"/>
          </a:xfrm>
          <a:prstGeom prst="roundRect">
            <a:avLst>
              <a:gd name="adj" fmla="val 27335"/>
            </a:avLst>
          </a:prstGeom>
          <a:solidFill>
            <a:schemeClr val="bg1">
              <a:alpha val="20000"/>
            </a:schemeClr>
          </a:solidFill>
          <a:ln w="12700">
            <a:gradFill>
              <a:gsLst>
                <a:gs pos="0">
                  <a:schemeClr val="accent1">
                    <a:lumMod val="5000"/>
                    <a:lumOff val="95000"/>
                  </a:schemeClr>
                </a:gs>
                <a:gs pos="74000">
                  <a:schemeClr val="accent1">
                    <a:lumMod val="45000"/>
                    <a:lumOff val="55000"/>
                  </a:schemeClr>
                </a:gs>
                <a:gs pos="83000">
                  <a:schemeClr val="accent1">
                    <a:lumMod val="45000"/>
                    <a:lumOff val="55000"/>
                  </a:schemeClr>
                </a:gs>
                <a:gs pos="100000">
                  <a:schemeClr val="accent1">
                    <a:lumMod val="30000"/>
                    <a:lumOff val="70000"/>
                  </a:schemeClr>
                </a:gs>
              </a:gsLst>
              <a:lin ang="5400000" scaled="1"/>
            </a:gra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95" name="TextBox 94">
            <a:extLst>
              <a:ext uri="{FF2B5EF4-FFF2-40B4-BE49-F238E27FC236}">
                <a16:creationId xmlns:a16="http://schemas.microsoft.com/office/drawing/2014/main" id="{3FC90FD2-C2B1-4174-84B0-8D4C93CCD427}"/>
              </a:ext>
            </a:extLst>
          </p:cNvPr>
          <p:cNvSpPr txBox="1"/>
          <p:nvPr/>
        </p:nvSpPr>
        <p:spPr>
          <a:xfrm>
            <a:off x="-3170609" y="2305226"/>
            <a:ext cx="2073976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>
                <a:solidFill>
                  <a:srgbClr val="08EDE8"/>
                </a:solidFill>
                <a:latin typeface="Montserrat Medium" panose="00000600000000000000" pitchFamily="2" charset="-52"/>
              </a:rPr>
              <a:t>Pac-Man</a:t>
            </a:r>
            <a:endParaRPr lang="ru-RU" sz="2000" dirty="0">
              <a:solidFill>
                <a:srgbClr val="08EDE8"/>
              </a:solidFill>
              <a:latin typeface="Montserrat Medium" panose="00000600000000000000" pitchFamily="2" charset="-52"/>
            </a:endParaRPr>
          </a:p>
        </p:txBody>
      </p:sp>
      <p:sp>
        <p:nvSpPr>
          <p:cNvPr id="96" name="!!рам5">
            <a:extLst>
              <a:ext uri="{FF2B5EF4-FFF2-40B4-BE49-F238E27FC236}">
                <a16:creationId xmlns:a16="http://schemas.microsoft.com/office/drawing/2014/main" id="{A2E49239-63F7-405B-88B4-61B6A2E92071}"/>
              </a:ext>
            </a:extLst>
          </p:cNvPr>
          <p:cNvSpPr/>
          <p:nvPr/>
        </p:nvSpPr>
        <p:spPr>
          <a:xfrm>
            <a:off x="-2225981" y="2777061"/>
            <a:ext cx="2042613" cy="433765"/>
          </a:xfrm>
          <a:prstGeom prst="roundRect">
            <a:avLst>
              <a:gd name="adj" fmla="val 27335"/>
            </a:avLst>
          </a:prstGeom>
          <a:solidFill>
            <a:schemeClr val="bg1">
              <a:alpha val="20000"/>
            </a:schemeClr>
          </a:solidFill>
          <a:ln w="12700">
            <a:gradFill>
              <a:gsLst>
                <a:gs pos="0">
                  <a:schemeClr val="accent1">
                    <a:lumMod val="5000"/>
                    <a:lumOff val="95000"/>
                  </a:schemeClr>
                </a:gs>
                <a:gs pos="74000">
                  <a:schemeClr val="accent1">
                    <a:lumMod val="45000"/>
                    <a:lumOff val="55000"/>
                  </a:schemeClr>
                </a:gs>
                <a:gs pos="83000">
                  <a:schemeClr val="accent1">
                    <a:lumMod val="45000"/>
                    <a:lumOff val="55000"/>
                  </a:schemeClr>
                </a:gs>
                <a:gs pos="100000">
                  <a:schemeClr val="accent1">
                    <a:lumMod val="30000"/>
                    <a:lumOff val="70000"/>
                  </a:schemeClr>
                </a:gs>
              </a:gsLst>
              <a:lin ang="5400000" scaled="1"/>
            </a:gra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97" name="TextBox 96">
            <a:extLst>
              <a:ext uri="{FF2B5EF4-FFF2-40B4-BE49-F238E27FC236}">
                <a16:creationId xmlns:a16="http://schemas.microsoft.com/office/drawing/2014/main" id="{66D52391-D9CF-4B32-BDC6-71EA805FC242}"/>
              </a:ext>
            </a:extLst>
          </p:cNvPr>
          <p:cNvSpPr txBox="1"/>
          <p:nvPr/>
        </p:nvSpPr>
        <p:spPr>
          <a:xfrm>
            <a:off x="-2257344" y="2786047"/>
            <a:ext cx="2073976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>
                <a:solidFill>
                  <a:srgbClr val="08EDE8"/>
                </a:solidFill>
                <a:latin typeface="Montserrat Medium" panose="00000600000000000000" pitchFamily="2" charset="-52"/>
              </a:rPr>
              <a:t>The Sims</a:t>
            </a:r>
            <a:endParaRPr lang="ru-RU" sz="2000" dirty="0">
              <a:solidFill>
                <a:srgbClr val="08EDE8"/>
              </a:solidFill>
              <a:latin typeface="Montserrat Medium" panose="00000600000000000000" pitchFamily="2" charset="-52"/>
            </a:endParaRPr>
          </a:p>
        </p:txBody>
      </p:sp>
      <p:sp>
        <p:nvSpPr>
          <p:cNvPr id="99" name="TextBox 98">
            <a:extLst>
              <a:ext uri="{FF2B5EF4-FFF2-40B4-BE49-F238E27FC236}">
                <a16:creationId xmlns:a16="http://schemas.microsoft.com/office/drawing/2014/main" id="{5232D38C-9A4C-4806-9542-C2730197D83A}"/>
              </a:ext>
            </a:extLst>
          </p:cNvPr>
          <p:cNvSpPr txBox="1"/>
          <p:nvPr/>
        </p:nvSpPr>
        <p:spPr>
          <a:xfrm>
            <a:off x="76571" y="8074605"/>
            <a:ext cx="5372192" cy="7386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1400" dirty="0" err="1">
                <a:solidFill>
                  <a:schemeClr val="bg1"/>
                </a:solidFill>
                <a:latin typeface="Montserrat Medium" panose="00000600000000000000" pitchFamily="2" charset="-52"/>
              </a:rPr>
              <a:t>Реалізація</a:t>
            </a:r>
            <a:r>
              <a:rPr lang="ru-RU" sz="1400" dirty="0">
                <a:solidFill>
                  <a:schemeClr val="bg1"/>
                </a:solidFill>
                <a:latin typeface="Montserrat Medium" panose="00000600000000000000" pitchFamily="2" charset="-52"/>
              </a:rPr>
              <a:t> «ШІ потреб» (</a:t>
            </a:r>
            <a:r>
              <a:rPr lang="en-US" sz="1400" dirty="0">
                <a:solidFill>
                  <a:schemeClr val="bg1"/>
                </a:solidFill>
                <a:latin typeface="Montserrat Medium" panose="00000600000000000000" pitchFamily="2" charset="-52"/>
              </a:rPr>
              <a:t>Utility AI), </a:t>
            </a:r>
            <a:r>
              <a:rPr lang="ru-RU" sz="1400" dirty="0">
                <a:solidFill>
                  <a:schemeClr val="bg1"/>
                </a:solidFill>
                <a:latin typeface="Montserrat Medium" panose="00000600000000000000" pitchFamily="2" charset="-52"/>
              </a:rPr>
              <a:t>де </a:t>
            </a:r>
            <a:r>
              <a:rPr lang="ru-RU" sz="1400" dirty="0" err="1">
                <a:solidFill>
                  <a:schemeClr val="bg1"/>
                </a:solidFill>
                <a:latin typeface="Montserrat Medium" panose="00000600000000000000" pitchFamily="2" charset="-52"/>
              </a:rPr>
              <a:t>персонажі</a:t>
            </a:r>
            <a:r>
              <a:rPr lang="ru-RU" sz="1400" dirty="0">
                <a:solidFill>
                  <a:schemeClr val="bg1"/>
                </a:solidFill>
                <a:latin typeface="Montserrat Medium" panose="00000600000000000000" pitchFamily="2" charset="-52"/>
              </a:rPr>
              <a:t> </a:t>
            </a:r>
            <a:r>
              <a:rPr lang="ru-RU" sz="1400" dirty="0" err="1">
                <a:solidFill>
                  <a:schemeClr val="bg1"/>
                </a:solidFill>
                <a:latin typeface="Montserrat Medium" panose="00000600000000000000" pitchFamily="2" charset="-52"/>
              </a:rPr>
              <a:t>самостійно</a:t>
            </a:r>
            <a:r>
              <a:rPr lang="ru-RU" sz="1400" dirty="0">
                <a:solidFill>
                  <a:schemeClr val="bg1"/>
                </a:solidFill>
                <a:latin typeface="Montserrat Medium" panose="00000600000000000000" pitchFamily="2" charset="-52"/>
              </a:rPr>
              <a:t> </a:t>
            </a:r>
            <a:r>
              <a:rPr lang="ru-RU" sz="1400" dirty="0" err="1">
                <a:solidFill>
                  <a:schemeClr val="bg1"/>
                </a:solidFill>
                <a:latin typeface="Montserrat Medium" panose="00000600000000000000" pitchFamily="2" charset="-52"/>
              </a:rPr>
              <a:t>приймають</a:t>
            </a:r>
            <a:r>
              <a:rPr lang="ru-RU" sz="1400" dirty="0">
                <a:solidFill>
                  <a:schemeClr val="bg1"/>
                </a:solidFill>
                <a:latin typeface="Montserrat Medium" panose="00000600000000000000" pitchFamily="2" charset="-52"/>
              </a:rPr>
              <a:t> </a:t>
            </a:r>
            <a:r>
              <a:rPr lang="ru-RU" sz="1400" dirty="0" err="1">
                <a:solidFill>
                  <a:schemeClr val="bg1"/>
                </a:solidFill>
                <a:latin typeface="Montserrat Medium" panose="00000600000000000000" pitchFamily="2" charset="-52"/>
              </a:rPr>
              <a:t>рішення</a:t>
            </a:r>
            <a:r>
              <a:rPr lang="ru-RU" sz="1400" dirty="0">
                <a:solidFill>
                  <a:schemeClr val="bg1"/>
                </a:solidFill>
                <a:latin typeface="Montserrat Medium" panose="00000600000000000000" pitchFamily="2" charset="-52"/>
              </a:rPr>
              <a:t>, </a:t>
            </a:r>
            <a:r>
              <a:rPr lang="ru-RU" sz="1400" dirty="0" err="1">
                <a:solidFill>
                  <a:schemeClr val="bg1"/>
                </a:solidFill>
                <a:latin typeface="Montserrat Medium" panose="00000600000000000000" pitchFamily="2" charset="-52"/>
              </a:rPr>
              <a:t>виходячи</a:t>
            </a:r>
            <a:r>
              <a:rPr lang="ru-RU" sz="1400" dirty="0">
                <a:solidFill>
                  <a:schemeClr val="bg1"/>
                </a:solidFill>
                <a:latin typeface="Montserrat Medium" panose="00000600000000000000" pitchFamily="2" charset="-52"/>
              </a:rPr>
              <a:t> з </a:t>
            </a:r>
            <a:r>
              <a:rPr lang="ru-RU" sz="1400" dirty="0" err="1">
                <a:solidFill>
                  <a:schemeClr val="bg1"/>
                </a:solidFill>
                <a:latin typeface="Montserrat Medium" panose="00000600000000000000" pitchFamily="2" charset="-52"/>
              </a:rPr>
              <a:t>ієрархії</a:t>
            </a:r>
            <a:r>
              <a:rPr lang="ru-RU" sz="1400" dirty="0">
                <a:solidFill>
                  <a:schemeClr val="bg1"/>
                </a:solidFill>
                <a:latin typeface="Montserrat Medium" panose="00000600000000000000" pitchFamily="2" charset="-52"/>
              </a:rPr>
              <a:t> </a:t>
            </a:r>
            <a:r>
              <a:rPr lang="ru-RU" sz="1400" dirty="0" err="1">
                <a:solidFill>
                  <a:schemeClr val="bg1"/>
                </a:solidFill>
                <a:latin typeface="Montserrat Medium" panose="00000600000000000000" pitchFamily="2" charset="-52"/>
              </a:rPr>
              <a:t>своїх</a:t>
            </a:r>
            <a:r>
              <a:rPr lang="ru-RU" sz="1400" dirty="0">
                <a:solidFill>
                  <a:schemeClr val="bg1"/>
                </a:solidFill>
                <a:latin typeface="Montserrat Medium" panose="00000600000000000000" pitchFamily="2" charset="-52"/>
              </a:rPr>
              <a:t> потреб (голод, комфорт, </a:t>
            </a:r>
            <a:r>
              <a:rPr lang="ru-RU" sz="1400" dirty="0" err="1">
                <a:solidFill>
                  <a:schemeClr val="bg1"/>
                </a:solidFill>
                <a:latin typeface="Montserrat Medium" panose="00000600000000000000" pitchFamily="2" charset="-52"/>
              </a:rPr>
              <a:t>спілкування</a:t>
            </a:r>
            <a:r>
              <a:rPr lang="ru-RU" sz="1400" dirty="0">
                <a:solidFill>
                  <a:schemeClr val="bg1"/>
                </a:solidFill>
                <a:latin typeface="Montserrat Medium" panose="00000600000000000000" pitchFamily="2" charset="-52"/>
              </a:rPr>
              <a:t>).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434D85B3-DBC4-49A0-8F09-FC09C1E082E9}"/>
              </a:ext>
            </a:extLst>
          </p:cNvPr>
          <p:cNvSpPr txBox="1"/>
          <p:nvPr/>
        </p:nvSpPr>
        <p:spPr>
          <a:xfrm>
            <a:off x="5719764" y="8074605"/>
            <a:ext cx="5785130" cy="7386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1400" dirty="0" err="1">
                <a:solidFill>
                  <a:schemeClr val="bg1"/>
                </a:solidFill>
                <a:latin typeface="Montserrat Medium" panose="00000600000000000000" pitchFamily="2" charset="-52"/>
              </a:rPr>
              <a:t>Кожен</a:t>
            </a:r>
            <a:r>
              <a:rPr lang="ru-RU" sz="1400" dirty="0">
                <a:solidFill>
                  <a:schemeClr val="bg1"/>
                </a:solidFill>
                <a:latin typeface="Montserrat Medium" panose="00000600000000000000" pitchFamily="2" charset="-52"/>
              </a:rPr>
              <a:t> з </a:t>
            </a:r>
            <a:r>
              <a:rPr lang="ru-RU" sz="1400" dirty="0" err="1">
                <a:solidFill>
                  <a:schemeClr val="bg1"/>
                </a:solidFill>
                <a:latin typeface="Montserrat Medium" panose="00000600000000000000" pitchFamily="2" charset="-52"/>
              </a:rPr>
              <a:t>чотирьох</a:t>
            </a:r>
            <a:r>
              <a:rPr lang="ru-RU" sz="1400" dirty="0">
                <a:solidFill>
                  <a:schemeClr val="bg1"/>
                </a:solidFill>
                <a:latin typeface="Montserrat Medium" panose="00000600000000000000" pitchFamily="2" charset="-52"/>
              </a:rPr>
              <a:t> </a:t>
            </a:r>
            <a:r>
              <a:rPr lang="ru-RU" sz="1400" dirty="0" err="1">
                <a:solidFill>
                  <a:schemeClr val="bg1"/>
                </a:solidFill>
                <a:latin typeface="Montserrat Medium" panose="00000600000000000000" pitchFamily="2" charset="-52"/>
              </a:rPr>
              <a:t>привидів</a:t>
            </a:r>
            <a:r>
              <a:rPr lang="ru-RU" sz="1400" dirty="0">
                <a:solidFill>
                  <a:schemeClr val="bg1"/>
                </a:solidFill>
                <a:latin typeface="Montserrat Medium" panose="00000600000000000000" pitchFamily="2" charset="-52"/>
              </a:rPr>
              <a:t> </a:t>
            </a:r>
            <a:r>
              <a:rPr lang="ru-RU" sz="1400" dirty="0" err="1">
                <a:solidFill>
                  <a:schemeClr val="bg1"/>
                </a:solidFill>
                <a:latin typeface="Montserrat Medium" panose="00000600000000000000" pitchFamily="2" charset="-52"/>
              </a:rPr>
              <a:t>має</a:t>
            </a:r>
            <a:r>
              <a:rPr lang="ru-RU" sz="1400" dirty="0">
                <a:solidFill>
                  <a:schemeClr val="bg1"/>
                </a:solidFill>
                <a:latin typeface="Montserrat Medium" panose="00000600000000000000" pitchFamily="2" charset="-52"/>
              </a:rPr>
              <a:t> </a:t>
            </a:r>
            <a:r>
              <a:rPr lang="ru-RU" sz="1400" dirty="0" err="1">
                <a:solidFill>
                  <a:schemeClr val="bg1"/>
                </a:solidFill>
                <a:latin typeface="Montserrat Medium" panose="00000600000000000000" pitchFamily="2" charset="-52"/>
              </a:rPr>
              <a:t>унікальний</a:t>
            </a:r>
            <a:r>
              <a:rPr lang="ru-RU" sz="1400" dirty="0">
                <a:solidFill>
                  <a:schemeClr val="bg1"/>
                </a:solidFill>
                <a:latin typeface="Montserrat Medium" panose="00000600000000000000" pitchFamily="2" charset="-52"/>
              </a:rPr>
              <a:t> </a:t>
            </a:r>
            <a:r>
              <a:rPr lang="ru-RU" sz="1400" dirty="0" err="1">
                <a:solidFill>
                  <a:schemeClr val="bg1"/>
                </a:solidFill>
                <a:latin typeface="Montserrat Medium" panose="00000600000000000000" pitchFamily="2" charset="-52"/>
              </a:rPr>
              <a:t>математичний</a:t>
            </a:r>
            <a:r>
              <a:rPr lang="ru-RU" sz="1400" dirty="0">
                <a:solidFill>
                  <a:schemeClr val="bg1"/>
                </a:solidFill>
                <a:latin typeface="Montserrat Medium" panose="00000600000000000000" pitchFamily="2" charset="-52"/>
              </a:rPr>
              <a:t> алгоритм (</a:t>
            </a:r>
            <a:r>
              <a:rPr lang="ru-RU" sz="1400" dirty="0" err="1">
                <a:solidFill>
                  <a:schemeClr val="bg1"/>
                </a:solidFill>
                <a:latin typeface="Montserrat Medium" panose="00000600000000000000" pitchFamily="2" charset="-52"/>
              </a:rPr>
              <a:t>переслідування</a:t>
            </a:r>
            <a:r>
              <a:rPr lang="ru-RU" sz="1400" dirty="0">
                <a:solidFill>
                  <a:schemeClr val="bg1"/>
                </a:solidFill>
                <a:latin typeface="Montserrat Medium" panose="00000600000000000000" pitchFamily="2" charset="-52"/>
              </a:rPr>
              <a:t>, </a:t>
            </a:r>
            <a:r>
              <a:rPr lang="ru-RU" sz="1400" dirty="0" err="1">
                <a:solidFill>
                  <a:schemeClr val="bg1"/>
                </a:solidFill>
                <a:latin typeface="Montserrat Medium" panose="00000600000000000000" pitchFamily="2" charset="-52"/>
              </a:rPr>
              <a:t>перехоплення</a:t>
            </a:r>
            <a:r>
              <a:rPr lang="ru-RU" sz="1400" dirty="0">
                <a:solidFill>
                  <a:schemeClr val="bg1"/>
                </a:solidFill>
                <a:latin typeface="Montserrat Medium" panose="00000600000000000000" pitchFamily="2" charset="-52"/>
              </a:rPr>
              <a:t>, хаос), </a:t>
            </a:r>
            <a:r>
              <a:rPr lang="ru-RU" sz="1400" dirty="0" err="1">
                <a:solidFill>
                  <a:schemeClr val="bg1"/>
                </a:solidFill>
                <a:latin typeface="Montserrat Medium" panose="00000600000000000000" pitchFamily="2" charset="-52"/>
              </a:rPr>
              <a:t>що</a:t>
            </a:r>
            <a:r>
              <a:rPr lang="ru-RU" sz="1400" dirty="0">
                <a:solidFill>
                  <a:schemeClr val="bg1"/>
                </a:solidFill>
                <a:latin typeface="Montserrat Medium" panose="00000600000000000000" pitchFamily="2" charset="-52"/>
              </a:rPr>
              <a:t> </a:t>
            </a:r>
            <a:r>
              <a:rPr lang="ru-RU" sz="1400" dirty="0" err="1">
                <a:solidFill>
                  <a:schemeClr val="bg1"/>
                </a:solidFill>
                <a:latin typeface="Montserrat Medium" panose="00000600000000000000" pitchFamily="2" charset="-52"/>
              </a:rPr>
              <a:t>створює</a:t>
            </a:r>
            <a:r>
              <a:rPr lang="ru-RU" sz="1400" dirty="0">
                <a:solidFill>
                  <a:schemeClr val="bg1"/>
                </a:solidFill>
                <a:latin typeface="Montserrat Medium" panose="00000600000000000000" pitchFamily="2" charset="-52"/>
              </a:rPr>
              <a:t> першу в </a:t>
            </a:r>
            <a:r>
              <a:rPr lang="ru-RU" sz="1400" dirty="0" err="1">
                <a:solidFill>
                  <a:schemeClr val="bg1"/>
                </a:solidFill>
                <a:latin typeface="Montserrat Medium" panose="00000600000000000000" pitchFamily="2" charset="-52"/>
              </a:rPr>
              <a:t>історії</a:t>
            </a:r>
            <a:r>
              <a:rPr lang="ru-RU" sz="1400" dirty="0">
                <a:solidFill>
                  <a:schemeClr val="bg1"/>
                </a:solidFill>
                <a:latin typeface="Montserrat Medium" panose="00000600000000000000" pitchFamily="2" charset="-52"/>
              </a:rPr>
              <a:t> </a:t>
            </a:r>
            <a:r>
              <a:rPr lang="ru-RU" sz="1400" dirty="0" err="1">
                <a:solidFill>
                  <a:schemeClr val="bg1"/>
                </a:solidFill>
                <a:latin typeface="Montserrat Medium" panose="00000600000000000000" pitchFamily="2" charset="-52"/>
              </a:rPr>
              <a:t>ілюзію</a:t>
            </a:r>
            <a:r>
              <a:rPr lang="ru-RU" sz="1400" dirty="0">
                <a:solidFill>
                  <a:schemeClr val="bg1"/>
                </a:solidFill>
                <a:latin typeface="Montserrat Medium" panose="00000600000000000000" pitchFamily="2" charset="-52"/>
              </a:rPr>
              <a:t> «</a:t>
            </a:r>
            <a:r>
              <a:rPr lang="ru-RU" sz="1400" dirty="0" err="1">
                <a:solidFill>
                  <a:schemeClr val="bg1"/>
                </a:solidFill>
                <a:latin typeface="Montserrat Medium" panose="00000600000000000000" pitchFamily="2" charset="-52"/>
              </a:rPr>
              <a:t>особистості</a:t>
            </a:r>
            <a:r>
              <a:rPr lang="ru-RU" sz="1400" dirty="0">
                <a:solidFill>
                  <a:schemeClr val="bg1"/>
                </a:solidFill>
                <a:latin typeface="Montserrat Medium" panose="00000600000000000000" pitchFamily="2" charset="-52"/>
              </a:rPr>
              <a:t>» </a:t>
            </a:r>
            <a:r>
              <a:rPr lang="ru-RU" sz="1400" dirty="0" err="1">
                <a:solidFill>
                  <a:schemeClr val="bg1"/>
                </a:solidFill>
                <a:latin typeface="Montserrat Medium" panose="00000600000000000000" pitchFamily="2" charset="-52"/>
              </a:rPr>
              <a:t>ворогів</a:t>
            </a:r>
            <a:r>
              <a:rPr lang="ru-RU" sz="1400" dirty="0">
                <a:solidFill>
                  <a:schemeClr val="bg1"/>
                </a:solidFill>
                <a:latin typeface="Montserrat Medium" panose="00000600000000000000" pitchFamily="2" charset="-52"/>
              </a:rPr>
              <a:t>.</a:t>
            </a: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A4665C32-B333-44BD-9949-1FA9A1FF860C}"/>
              </a:ext>
            </a:extLst>
          </p:cNvPr>
          <p:cNvSpPr txBox="1"/>
          <p:nvPr/>
        </p:nvSpPr>
        <p:spPr>
          <a:xfrm>
            <a:off x="167289" y="7732197"/>
            <a:ext cx="4972998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00" dirty="0">
                <a:solidFill>
                  <a:schemeClr val="bg1"/>
                </a:solidFill>
                <a:latin typeface="Montserrat Medium" panose="00000600000000000000" pitchFamily="2" charset="-52"/>
              </a:rPr>
              <a:t>The Sims</a:t>
            </a:r>
            <a:endParaRPr lang="ru-RU" sz="2000" dirty="0">
              <a:solidFill>
                <a:schemeClr val="bg1"/>
              </a:solidFill>
              <a:latin typeface="Montserrat Medium" panose="00000600000000000000" pitchFamily="2" charset="-52"/>
            </a:endParaRP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1BCB42D4-467A-4794-9EB4-DF7E35FD882F}"/>
              </a:ext>
            </a:extLst>
          </p:cNvPr>
          <p:cNvSpPr txBox="1"/>
          <p:nvPr/>
        </p:nvSpPr>
        <p:spPr>
          <a:xfrm>
            <a:off x="5799573" y="7732197"/>
            <a:ext cx="5551898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00" dirty="0">
                <a:solidFill>
                  <a:schemeClr val="bg1"/>
                </a:solidFill>
                <a:latin typeface="Montserrat Medium" panose="00000600000000000000" pitchFamily="2" charset="-52"/>
              </a:rPr>
              <a:t>Pac-Man</a:t>
            </a:r>
            <a:endParaRPr lang="ru-RU" sz="2000" dirty="0">
              <a:solidFill>
                <a:schemeClr val="bg1"/>
              </a:solidFill>
              <a:latin typeface="Montserrat Medium" panose="00000600000000000000" pitchFamily="2" charset="-52"/>
            </a:endParaRPr>
          </a:p>
        </p:txBody>
      </p:sp>
      <p:sp>
        <p:nvSpPr>
          <p:cNvPr id="119" name="Полилиния: фигура 118">
            <a:extLst>
              <a:ext uri="{FF2B5EF4-FFF2-40B4-BE49-F238E27FC236}">
                <a16:creationId xmlns:a16="http://schemas.microsoft.com/office/drawing/2014/main" id="{9B45B3B5-9D86-42D4-8C9D-F095494F3A26}"/>
              </a:ext>
            </a:extLst>
          </p:cNvPr>
          <p:cNvSpPr/>
          <p:nvPr/>
        </p:nvSpPr>
        <p:spPr>
          <a:xfrm>
            <a:off x="682551" y="1720747"/>
            <a:ext cx="7460442" cy="2031641"/>
          </a:xfrm>
          <a:custGeom>
            <a:avLst/>
            <a:gdLst>
              <a:gd name="connsiteX0" fmla="*/ 214850 w 7460442"/>
              <a:gd name="connsiteY0" fmla="*/ 0 h 2139668"/>
              <a:gd name="connsiteX1" fmla="*/ 6426170 w 7460442"/>
              <a:gd name="connsiteY1" fmla="*/ 0 h 2139668"/>
              <a:gd name="connsiteX2" fmla="*/ 6641020 w 7460442"/>
              <a:gd name="connsiteY2" fmla="*/ 214850 h 2139668"/>
              <a:gd name="connsiteX3" fmla="*/ 6641020 w 7460442"/>
              <a:gd name="connsiteY3" fmla="*/ 1296464 h 2139668"/>
              <a:gd name="connsiteX4" fmla="*/ 7460442 w 7460442"/>
              <a:gd name="connsiteY4" fmla="*/ 2139668 h 2139668"/>
              <a:gd name="connsiteX5" fmla="*/ 6447245 w 7460442"/>
              <a:gd name="connsiteY5" fmla="*/ 1820335 h 2139668"/>
              <a:gd name="connsiteX6" fmla="*/ 6426170 w 7460442"/>
              <a:gd name="connsiteY6" fmla="*/ 1822459 h 2139668"/>
              <a:gd name="connsiteX7" fmla="*/ 214850 w 7460442"/>
              <a:gd name="connsiteY7" fmla="*/ 1822459 h 2139668"/>
              <a:gd name="connsiteX8" fmla="*/ 0 w 7460442"/>
              <a:gd name="connsiteY8" fmla="*/ 1607609 h 2139668"/>
              <a:gd name="connsiteX9" fmla="*/ 0 w 7460442"/>
              <a:gd name="connsiteY9" fmla="*/ 214850 h 2139668"/>
              <a:gd name="connsiteX10" fmla="*/ 214850 w 7460442"/>
              <a:gd name="connsiteY10" fmla="*/ 0 h 213966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7460442" h="2139668">
                <a:moveTo>
                  <a:pt x="214850" y="0"/>
                </a:moveTo>
                <a:lnTo>
                  <a:pt x="6426170" y="0"/>
                </a:lnTo>
                <a:cubicBezTo>
                  <a:pt x="6544828" y="0"/>
                  <a:pt x="6641020" y="96192"/>
                  <a:pt x="6641020" y="214850"/>
                </a:cubicBezTo>
                <a:lnTo>
                  <a:pt x="6641020" y="1296464"/>
                </a:lnTo>
                <a:lnTo>
                  <a:pt x="7460442" y="2139668"/>
                </a:lnTo>
                <a:lnTo>
                  <a:pt x="6447245" y="1820335"/>
                </a:lnTo>
                <a:lnTo>
                  <a:pt x="6426170" y="1822459"/>
                </a:lnTo>
                <a:lnTo>
                  <a:pt x="214850" y="1822459"/>
                </a:lnTo>
                <a:cubicBezTo>
                  <a:pt x="96192" y="1822459"/>
                  <a:pt x="0" y="1726267"/>
                  <a:pt x="0" y="1607609"/>
                </a:cubicBezTo>
                <a:lnTo>
                  <a:pt x="0" y="214850"/>
                </a:lnTo>
                <a:cubicBezTo>
                  <a:pt x="0" y="96192"/>
                  <a:pt x="96192" y="0"/>
                  <a:pt x="214850" y="0"/>
                </a:cubicBezTo>
                <a:close/>
              </a:path>
            </a:pathLst>
          </a:custGeom>
          <a:solidFill>
            <a:schemeClr val="bg1">
              <a:alpha val="20000"/>
            </a:schemeClr>
          </a:solidFill>
          <a:ln w="12700">
            <a:gradFill>
              <a:gsLst>
                <a:gs pos="0">
                  <a:schemeClr val="accent1">
                    <a:lumMod val="5000"/>
                    <a:lumOff val="95000"/>
                  </a:schemeClr>
                </a:gs>
                <a:gs pos="74000">
                  <a:schemeClr val="accent1">
                    <a:lumMod val="45000"/>
                    <a:lumOff val="55000"/>
                  </a:schemeClr>
                </a:gs>
                <a:gs pos="83000">
                  <a:schemeClr val="accent1">
                    <a:lumMod val="45000"/>
                    <a:lumOff val="55000"/>
                  </a:schemeClr>
                </a:gs>
                <a:gs pos="100000">
                  <a:schemeClr val="accent1">
                    <a:lumMod val="30000"/>
                    <a:lumOff val="70000"/>
                  </a:schemeClr>
                </a:gs>
              </a:gsLst>
              <a:lin ang="5400000" scaled="1"/>
            </a:gra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21" name="TextBox 120">
            <a:extLst>
              <a:ext uri="{FF2B5EF4-FFF2-40B4-BE49-F238E27FC236}">
                <a16:creationId xmlns:a16="http://schemas.microsoft.com/office/drawing/2014/main" id="{A853C8CF-FECA-48CF-80ED-2812A8444759}"/>
              </a:ext>
            </a:extLst>
          </p:cNvPr>
          <p:cNvSpPr txBox="1"/>
          <p:nvPr/>
        </p:nvSpPr>
        <p:spPr>
          <a:xfrm>
            <a:off x="1264854" y="2272563"/>
            <a:ext cx="5747748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1400" dirty="0">
                <a:solidFill>
                  <a:schemeClr val="bg1"/>
                </a:solidFill>
                <a:latin typeface="Montserrat Medium" panose="00000600000000000000" pitchFamily="2" charset="-52"/>
              </a:rPr>
              <a:t>ШІ – </a:t>
            </a:r>
            <a:r>
              <a:rPr lang="ru-RU" sz="1400" dirty="0" err="1">
                <a:solidFill>
                  <a:schemeClr val="bg1"/>
                </a:solidFill>
                <a:latin typeface="Montserrat Medium" panose="00000600000000000000" pitchFamily="2" charset="-52"/>
              </a:rPr>
              <a:t>це</a:t>
            </a:r>
            <a:r>
              <a:rPr lang="ru-RU" sz="1400" dirty="0">
                <a:solidFill>
                  <a:schemeClr val="bg1"/>
                </a:solidFill>
                <a:latin typeface="Montserrat Medium" panose="00000600000000000000" pitchFamily="2" charset="-52"/>
              </a:rPr>
              <a:t> «наука і </a:t>
            </a:r>
            <a:r>
              <a:rPr lang="ru-RU" sz="1400" dirty="0" err="1">
                <a:solidFill>
                  <a:schemeClr val="bg1"/>
                </a:solidFill>
                <a:latin typeface="Montserrat Medium" panose="00000600000000000000" pitchFamily="2" charset="-52"/>
              </a:rPr>
              <a:t>розробка</a:t>
            </a:r>
            <a:r>
              <a:rPr lang="ru-RU" sz="1400" dirty="0">
                <a:solidFill>
                  <a:schemeClr val="bg1"/>
                </a:solidFill>
                <a:latin typeface="Montserrat Medium" panose="00000600000000000000" pitchFamily="2" charset="-52"/>
              </a:rPr>
              <a:t> </a:t>
            </a:r>
            <a:r>
              <a:rPr lang="ru-RU" sz="1400" dirty="0" err="1">
                <a:solidFill>
                  <a:schemeClr val="bg1"/>
                </a:solidFill>
                <a:latin typeface="Montserrat Medium" panose="00000600000000000000" pitchFamily="2" charset="-52"/>
              </a:rPr>
              <a:t>інтелектуальних</a:t>
            </a:r>
            <a:r>
              <a:rPr lang="ru-RU" sz="1400" dirty="0">
                <a:solidFill>
                  <a:schemeClr val="bg1"/>
                </a:solidFill>
                <a:latin typeface="Montserrat Medium" panose="00000600000000000000" pitchFamily="2" charset="-52"/>
              </a:rPr>
              <a:t> машин і систем, особливо </a:t>
            </a:r>
            <a:r>
              <a:rPr lang="ru-RU" sz="1400" dirty="0" err="1">
                <a:solidFill>
                  <a:schemeClr val="bg1"/>
                </a:solidFill>
                <a:latin typeface="Montserrat Medium" panose="00000600000000000000" pitchFamily="2" charset="-52"/>
              </a:rPr>
              <a:t>інтелектуальних</a:t>
            </a:r>
            <a:r>
              <a:rPr lang="ru-RU" sz="1400" dirty="0">
                <a:solidFill>
                  <a:schemeClr val="bg1"/>
                </a:solidFill>
                <a:latin typeface="Montserrat Medium" panose="00000600000000000000" pitchFamily="2" charset="-52"/>
              </a:rPr>
              <a:t> </a:t>
            </a:r>
            <a:r>
              <a:rPr lang="ru-RU" sz="1400" dirty="0" err="1">
                <a:solidFill>
                  <a:schemeClr val="bg1"/>
                </a:solidFill>
                <a:latin typeface="Montserrat Medium" panose="00000600000000000000" pitchFamily="2" charset="-52"/>
              </a:rPr>
              <a:t>комп'ютерних</a:t>
            </a:r>
            <a:r>
              <a:rPr lang="ru-RU" sz="1400" dirty="0">
                <a:solidFill>
                  <a:schemeClr val="bg1"/>
                </a:solidFill>
                <a:latin typeface="Montserrat Medium" panose="00000600000000000000" pitchFamily="2" charset="-52"/>
              </a:rPr>
              <a:t> </a:t>
            </a:r>
            <a:r>
              <a:rPr lang="ru-RU" sz="1400" dirty="0" err="1">
                <a:solidFill>
                  <a:schemeClr val="bg1"/>
                </a:solidFill>
                <a:latin typeface="Montserrat Medium" panose="00000600000000000000" pitchFamily="2" charset="-52"/>
              </a:rPr>
              <a:t>програм</a:t>
            </a:r>
            <a:r>
              <a:rPr lang="ru-RU" sz="1400" dirty="0">
                <a:solidFill>
                  <a:schemeClr val="bg1"/>
                </a:solidFill>
                <a:latin typeface="Montserrat Medium" panose="00000600000000000000" pitchFamily="2" charset="-52"/>
              </a:rPr>
              <a:t>, </a:t>
            </a:r>
            <a:r>
              <a:rPr lang="ru-RU" sz="1400" dirty="0" err="1">
                <a:solidFill>
                  <a:schemeClr val="bg1"/>
                </a:solidFill>
                <a:latin typeface="Montserrat Medium" panose="00000600000000000000" pitchFamily="2" charset="-52"/>
              </a:rPr>
              <a:t>спрямованих</a:t>
            </a:r>
            <a:r>
              <a:rPr lang="ru-RU" sz="1400" dirty="0">
                <a:solidFill>
                  <a:schemeClr val="bg1"/>
                </a:solidFill>
                <a:latin typeface="Montserrat Medium" panose="00000600000000000000" pitchFamily="2" charset="-52"/>
              </a:rPr>
              <a:t> на те, </a:t>
            </a:r>
            <a:r>
              <a:rPr lang="ru-RU" sz="1400" dirty="0" err="1">
                <a:solidFill>
                  <a:schemeClr val="bg1"/>
                </a:solidFill>
                <a:latin typeface="Montserrat Medium" panose="00000600000000000000" pitchFamily="2" charset="-52"/>
              </a:rPr>
              <a:t>щоб</a:t>
            </a:r>
            <a:r>
              <a:rPr lang="ru-RU" sz="1400" dirty="0">
                <a:solidFill>
                  <a:schemeClr val="bg1"/>
                </a:solidFill>
                <a:latin typeface="Montserrat Medium" panose="00000600000000000000" pitchFamily="2" charset="-52"/>
              </a:rPr>
              <a:t> </a:t>
            </a:r>
            <a:r>
              <a:rPr lang="ru-RU" sz="1400" dirty="0" err="1">
                <a:solidFill>
                  <a:schemeClr val="bg1"/>
                </a:solidFill>
                <a:latin typeface="Montserrat Medium" panose="00000600000000000000" pitchFamily="2" charset="-52"/>
              </a:rPr>
              <a:t>зрозуміти</a:t>
            </a:r>
            <a:r>
              <a:rPr lang="ru-RU" sz="1400" dirty="0">
                <a:solidFill>
                  <a:schemeClr val="bg1"/>
                </a:solidFill>
                <a:latin typeface="Montserrat Medium" panose="00000600000000000000" pitchFamily="2" charset="-52"/>
              </a:rPr>
              <a:t> </a:t>
            </a:r>
            <a:r>
              <a:rPr lang="ru-RU" sz="1400" dirty="0" err="1">
                <a:solidFill>
                  <a:schemeClr val="bg1"/>
                </a:solidFill>
                <a:latin typeface="Montserrat Medium" panose="00000600000000000000" pitchFamily="2" charset="-52"/>
              </a:rPr>
              <a:t>людський</a:t>
            </a:r>
            <a:r>
              <a:rPr lang="ru-RU" sz="1400" dirty="0">
                <a:solidFill>
                  <a:schemeClr val="bg1"/>
                </a:solidFill>
                <a:latin typeface="Montserrat Medium" panose="00000600000000000000" pitchFamily="2" charset="-52"/>
              </a:rPr>
              <a:t> </a:t>
            </a:r>
            <a:r>
              <a:rPr lang="ru-RU" sz="1400" dirty="0" err="1">
                <a:solidFill>
                  <a:schemeClr val="bg1"/>
                </a:solidFill>
                <a:latin typeface="Montserrat Medium" panose="00000600000000000000" pitchFamily="2" charset="-52"/>
              </a:rPr>
              <a:t>інтелект</a:t>
            </a:r>
            <a:r>
              <a:rPr lang="ru-RU" sz="1400" dirty="0">
                <a:solidFill>
                  <a:schemeClr val="bg1"/>
                </a:solidFill>
                <a:latin typeface="Montserrat Medium" panose="00000600000000000000" pitchFamily="2" charset="-52"/>
              </a:rPr>
              <a:t>».</a:t>
            </a:r>
          </a:p>
        </p:txBody>
      </p:sp>
      <p:sp>
        <p:nvSpPr>
          <p:cNvPr id="122" name="TextBox 121">
            <a:extLst>
              <a:ext uri="{FF2B5EF4-FFF2-40B4-BE49-F238E27FC236}">
                <a16:creationId xmlns:a16="http://schemas.microsoft.com/office/drawing/2014/main" id="{A07132C8-AB44-44DF-8C9C-251C9E13E2DF}"/>
              </a:ext>
            </a:extLst>
          </p:cNvPr>
          <p:cNvSpPr txBox="1"/>
          <p:nvPr/>
        </p:nvSpPr>
        <p:spPr>
          <a:xfrm>
            <a:off x="1263435" y="1803028"/>
            <a:ext cx="230681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>
                <a:solidFill>
                  <a:srgbClr val="08EDE8"/>
                </a:solidFill>
                <a:latin typeface="Montserrat Medium" panose="00000600000000000000" pitchFamily="2" charset="-52"/>
              </a:rPr>
              <a:t>John McCarthy</a:t>
            </a:r>
            <a:endParaRPr lang="ru-RU" sz="2000" dirty="0">
              <a:solidFill>
                <a:srgbClr val="08EDE8"/>
              </a:solidFill>
              <a:latin typeface="Montserrat Medium" panose="00000600000000000000" pitchFamily="2" charset="-52"/>
            </a:endParaRP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2E054282-D021-45D3-B937-315962F1CB62}"/>
              </a:ext>
            </a:extLst>
          </p:cNvPr>
          <p:cNvSpPr txBox="1"/>
          <p:nvPr/>
        </p:nvSpPr>
        <p:spPr>
          <a:xfrm rot="20000156">
            <a:off x="661077" y="5388849"/>
            <a:ext cx="1844282" cy="1015663"/>
          </a:xfrm>
          <a:prstGeom prst="rect">
            <a:avLst/>
          </a:prstGeom>
        </p:spPr>
        <p:txBody>
          <a:bodyPr wrap="square" rtlCol="0">
            <a:spAutoFit/>
          </a:bodyPr>
          <a:lstStyle/>
          <a:p>
            <a:r>
              <a:rPr lang="en-US" sz="6000" dirty="0">
                <a:solidFill>
                  <a:srgbClr val="06A29E">
                    <a:alpha val="10000"/>
                  </a:srgbClr>
                </a:solidFill>
                <a:latin typeface="Segoe UI Black" panose="020B0A02040204020203" pitchFamily="34" charset="0"/>
                <a:ea typeface="Segoe UI Black" panose="020B0A02040204020203" pitchFamily="34" charset="0"/>
              </a:rPr>
              <a:t>FSM</a:t>
            </a:r>
            <a:endParaRPr lang="ru-RU" sz="6000" dirty="0">
              <a:solidFill>
                <a:srgbClr val="06A29E">
                  <a:alpha val="10000"/>
                </a:srgbClr>
              </a:solidFill>
              <a:latin typeface="Segoe UI Black" panose="020B0A02040204020203" pitchFamily="34" charset="0"/>
              <a:ea typeface="Segoe UI Black" panose="020B0A02040204020203" pitchFamily="34" charset="0"/>
            </a:endParaRPr>
          </a:p>
        </p:txBody>
      </p:sp>
      <p:sp>
        <p:nvSpPr>
          <p:cNvPr id="123" name="TextBox 122">
            <a:extLst>
              <a:ext uri="{FF2B5EF4-FFF2-40B4-BE49-F238E27FC236}">
                <a16:creationId xmlns:a16="http://schemas.microsoft.com/office/drawing/2014/main" id="{0C15AE06-C7BB-4427-A9A5-F28E92E74A32}"/>
              </a:ext>
            </a:extLst>
          </p:cNvPr>
          <p:cNvSpPr txBox="1"/>
          <p:nvPr/>
        </p:nvSpPr>
        <p:spPr>
          <a:xfrm rot="362195">
            <a:off x="2721928" y="5190696"/>
            <a:ext cx="1844282" cy="1015663"/>
          </a:xfrm>
          <a:prstGeom prst="rect">
            <a:avLst/>
          </a:prstGeom>
        </p:spPr>
        <p:txBody>
          <a:bodyPr wrap="square" rtlCol="0">
            <a:spAutoFit/>
          </a:bodyPr>
          <a:lstStyle/>
          <a:p>
            <a:r>
              <a:rPr lang="en-US" sz="6000" dirty="0">
                <a:solidFill>
                  <a:srgbClr val="06A29E">
                    <a:alpha val="10000"/>
                  </a:srgbClr>
                </a:solidFill>
                <a:latin typeface="Segoe UI Black" panose="020B0A02040204020203" pitchFamily="34" charset="0"/>
                <a:ea typeface="Segoe UI Black" panose="020B0A02040204020203" pitchFamily="34" charset="0"/>
              </a:rPr>
              <a:t>BT</a:t>
            </a:r>
            <a:endParaRPr lang="ru-RU" sz="6000" dirty="0">
              <a:solidFill>
                <a:srgbClr val="06A29E">
                  <a:alpha val="10000"/>
                </a:srgbClr>
              </a:solidFill>
              <a:latin typeface="Segoe UI Black" panose="020B0A02040204020203" pitchFamily="34" charset="0"/>
              <a:ea typeface="Segoe UI Black" panose="020B0A02040204020203" pitchFamily="34" charset="0"/>
            </a:endParaRPr>
          </a:p>
        </p:txBody>
      </p:sp>
      <p:sp>
        <p:nvSpPr>
          <p:cNvPr id="124" name="TextBox 123">
            <a:extLst>
              <a:ext uri="{FF2B5EF4-FFF2-40B4-BE49-F238E27FC236}">
                <a16:creationId xmlns:a16="http://schemas.microsoft.com/office/drawing/2014/main" id="{F3D20DA4-F5AA-4C5D-B4AF-DC08A6E9FAC5}"/>
              </a:ext>
            </a:extLst>
          </p:cNvPr>
          <p:cNvSpPr txBox="1"/>
          <p:nvPr/>
        </p:nvSpPr>
        <p:spPr>
          <a:xfrm rot="20949433">
            <a:off x="2410509" y="4239447"/>
            <a:ext cx="2619077" cy="1015663"/>
          </a:xfrm>
          <a:prstGeom prst="rect">
            <a:avLst/>
          </a:prstGeom>
        </p:spPr>
        <p:txBody>
          <a:bodyPr wrap="square" rtlCol="0">
            <a:spAutoFit/>
          </a:bodyPr>
          <a:lstStyle/>
          <a:p>
            <a:r>
              <a:rPr lang="en-US" sz="6000" dirty="0">
                <a:solidFill>
                  <a:srgbClr val="06A29E">
                    <a:alpha val="10000"/>
                  </a:srgbClr>
                </a:solidFill>
                <a:latin typeface="Segoe UI Black" panose="020B0A02040204020203" pitchFamily="34" charset="0"/>
                <a:ea typeface="Segoe UI Black" panose="020B0A02040204020203" pitchFamily="34" charset="0"/>
              </a:rPr>
              <a:t>GOAP</a:t>
            </a:r>
            <a:endParaRPr lang="ru-RU" sz="6000" dirty="0">
              <a:solidFill>
                <a:srgbClr val="06A29E">
                  <a:alpha val="10000"/>
                </a:srgbClr>
              </a:solidFill>
              <a:latin typeface="Segoe UI Black" panose="020B0A02040204020203" pitchFamily="34" charset="0"/>
              <a:ea typeface="Segoe UI Black" panose="020B0A02040204020203" pitchFamily="34" charset="0"/>
            </a:endParaRPr>
          </a:p>
        </p:txBody>
      </p:sp>
      <p:sp>
        <p:nvSpPr>
          <p:cNvPr id="125" name="TextBox 124">
            <a:extLst>
              <a:ext uri="{FF2B5EF4-FFF2-40B4-BE49-F238E27FC236}">
                <a16:creationId xmlns:a16="http://schemas.microsoft.com/office/drawing/2014/main" id="{FC57040F-26EF-49E9-9810-42CDC83B4554}"/>
              </a:ext>
            </a:extLst>
          </p:cNvPr>
          <p:cNvSpPr txBox="1"/>
          <p:nvPr/>
        </p:nvSpPr>
        <p:spPr>
          <a:xfrm rot="1854636">
            <a:off x="4799142" y="3934233"/>
            <a:ext cx="1844282" cy="1015663"/>
          </a:xfrm>
          <a:prstGeom prst="rect">
            <a:avLst/>
          </a:prstGeom>
        </p:spPr>
        <p:txBody>
          <a:bodyPr wrap="square" rtlCol="0">
            <a:spAutoFit/>
          </a:bodyPr>
          <a:lstStyle/>
          <a:p>
            <a:r>
              <a:rPr lang="en-US" sz="6000" dirty="0">
                <a:solidFill>
                  <a:srgbClr val="06A29E">
                    <a:alpha val="10000"/>
                  </a:srgbClr>
                </a:solidFill>
                <a:latin typeface="Segoe UI Black" panose="020B0A02040204020203" pitchFamily="34" charset="0"/>
                <a:ea typeface="Segoe UI Black" panose="020B0A02040204020203" pitchFamily="34" charset="0"/>
              </a:rPr>
              <a:t>ML</a:t>
            </a:r>
            <a:endParaRPr lang="ru-RU" sz="6000" dirty="0">
              <a:solidFill>
                <a:srgbClr val="06A29E">
                  <a:alpha val="10000"/>
                </a:srgbClr>
              </a:solidFill>
              <a:latin typeface="Segoe UI Black" panose="020B0A02040204020203" pitchFamily="34" charset="0"/>
              <a:ea typeface="Segoe UI Black" panose="020B0A02040204020203" pitchFamily="34" charset="0"/>
            </a:endParaRPr>
          </a:p>
        </p:txBody>
      </p:sp>
      <p:sp>
        <p:nvSpPr>
          <p:cNvPr id="126" name="TextBox 125">
            <a:extLst>
              <a:ext uri="{FF2B5EF4-FFF2-40B4-BE49-F238E27FC236}">
                <a16:creationId xmlns:a16="http://schemas.microsoft.com/office/drawing/2014/main" id="{8EF7D398-146C-4E49-8608-8A0F45970AB3}"/>
              </a:ext>
            </a:extLst>
          </p:cNvPr>
          <p:cNvSpPr txBox="1"/>
          <p:nvPr/>
        </p:nvSpPr>
        <p:spPr>
          <a:xfrm rot="1736393">
            <a:off x="4287131" y="5234620"/>
            <a:ext cx="1111812" cy="1015663"/>
          </a:xfrm>
          <a:prstGeom prst="rect">
            <a:avLst/>
          </a:prstGeom>
        </p:spPr>
        <p:txBody>
          <a:bodyPr wrap="square" rtlCol="0">
            <a:spAutoFit/>
          </a:bodyPr>
          <a:lstStyle/>
          <a:p>
            <a:r>
              <a:rPr lang="en-US" sz="6000" dirty="0">
                <a:solidFill>
                  <a:srgbClr val="06A29E">
                    <a:alpha val="10000"/>
                  </a:srgbClr>
                </a:solidFill>
                <a:latin typeface="Segoe UI Black" panose="020B0A02040204020203" pitchFamily="34" charset="0"/>
                <a:ea typeface="Segoe UI Black" panose="020B0A02040204020203" pitchFamily="34" charset="0"/>
              </a:rPr>
              <a:t>AI</a:t>
            </a:r>
            <a:endParaRPr lang="ru-RU" sz="6000" dirty="0">
              <a:solidFill>
                <a:srgbClr val="06A29E">
                  <a:alpha val="10000"/>
                </a:srgbClr>
              </a:solidFill>
              <a:latin typeface="Segoe UI Black" panose="020B0A02040204020203" pitchFamily="34" charset="0"/>
              <a:ea typeface="Segoe UI Black" panose="020B0A02040204020203" pitchFamily="34" charset="0"/>
            </a:endParaRPr>
          </a:p>
        </p:txBody>
      </p:sp>
      <p:sp>
        <p:nvSpPr>
          <p:cNvPr id="127" name="TextBox 126">
            <a:extLst>
              <a:ext uri="{FF2B5EF4-FFF2-40B4-BE49-F238E27FC236}">
                <a16:creationId xmlns:a16="http://schemas.microsoft.com/office/drawing/2014/main" id="{82230F7A-2D16-4764-B33C-286ECE3ED4B9}"/>
              </a:ext>
            </a:extLst>
          </p:cNvPr>
          <p:cNvSpPr txBox="1"/>
          <p:nvPr/>
        </p:nvSpPr>
        <p:spPr>
          <a:xfrm rot="1032814">
            <a:off x="131834" y="4915995"/>
            <a:ext cx="1844282" cy="1015663"/>
          </a:xfrm>
          <a:prstGeom prst="rect">
            <a:avLst/>
          </a:prstGeom>
        </p:spPr>
        <p:txBody>
          <a:bodyPr wrap="square" rtlCol="0">
            <a:spAutoFit/>
          </a:bodyPr>
          <a:lstStyle/>
          <a:p>
            <a:r>
              <a:rPr lang="en-US" sz="6000" dirty="0">
                <a:solidFill>
                  <a:srgbClr val="06A29E">
                    <a:alpha val="10000"/>
                  </a:srgbClr>
                </a:solidFill>
                <a:latin typeface="Segoe UI Black" panose="020B0A02040204020203" pitchFamily="34" charset="0"/>
                <a:ea typeface="Segoe UI Black" panose="020B0A02040204020203" pitchFamily="34" charset="0"/>
              </a:rPr>
              <a:t>DL</a:t>
            </a:r>
            <a:endParaRPr lang="ru-RU" sz="6000" dirty="0">
              <a:solidFill>
                <a:srgbClr val="06A29E">
                  <a:alpha val="10000"/>
                </a:srgbClr>
              </a:solidFill>
              <a:latin typeface="Segoe UI Black" panose="020B0A02040204020203" pitchFamily="34" charset="0"/>
              <a:ea typeface="Segoe UI Black" panose="020B0A02040204020203" pitchFamily="34" charset="0"/>
            </a:endParaRPr>
          </a:p>
        </p:txBody>
      </p:sp>
      <p:sp>
        <p:nvSpPr>
          <p:cNvPr id="128" name="TextBox 127">
            <a:extLst>
              <a:ext uri="{FF2B5EF4-FFF2-40B4-BE49-F238E27FC236}">
                <a16:creationId xmlns:a16="http://schemas.microsoft.com/office/drawing/2014/main" id="{0DE3A640-446F-45BA-BCD4-5BED07ACCFC8}"/>
              </a:ext>
            </a:extLst>
          </p:cNvPr>
          <p:cNvSpPr txBox="1"/>
          <p:nvPr/>
        </p:nvSpPr>
        <p:spPr>
          <a:xfrm rot="1487110">
            <a:off x="419774" y="3734240"/>
            <a:ext cx="1844282" cy="1015663"/>
          </a:xfrm>
          <a:prstGeom prst="rect">
            <a:avLst/>
          </a:prstGeom>
        </p:spPr>
        <p:txBody>
          <a:bodyPr wrap="square" rtlCol="0">
            <a:spAutoFit/>
          </a:bodyPr>
          <a:lstStyle/>
          <a:p>
            <a:r>
              <a:rPr lang="en-US" sz="6000" dirty="0">
                <a:solidFill>
                  <a:srgbClr val="06A29E">
                    <a:alpha val="10000"/>
                  </a:srgbClr>
                </a:solidFill>
                <a:latin typeface="Segoe UI Black" panose="020B0A02040204020203" pitchFamily="34" charset="0"/>
                <a:ea typeface="Segoe UI Black" panose="020B0A02040204020203" pitchFamily="34" charset="0"/>
              </a:rPr>
              <a:t>LLM</a:t>
            </a:r>
            <a:endParaRPr lang="ru-RU" sz="6000" dirty="0">
              <a:solidFill>
                <a:srgbClr val="06A29E">
                  <a:alpha val="10000"/>
                </a:srgbClr>
              </a:solidFill>
              <a:latin typeface="Segoe UI Black" panose="020B0A02040204020203" pitchFamily="34" charset="0"/>
              <a:ea typeface="Segoe UI Black" panose="020B0A02040204020203" pitchFamily="34" charset="0"/>
            </a:endParaRPr>
          </a:p>
        </p:txBody>
      </p:sp>
      <p:sp>
        <p:nvSpPr>
          <p:cNvPr id="130" name="Прямоугольник: скругленные углы 129">
            <a:extLst>
              <a:ext uri="{FF2B5EF4-FFF2-40B4-BE49-F238E27FC236}">
                <a16:creationId xmlns:a16="http://schemas.microsoft.com/office/drawing/2014/main" id="{FABEB959-CEAB-4A54-B94E-BFD40E03CDAD}"/>
              </a:ext>
            </a:extLst>
          </p:cNvPr>
          <p:cNvSpPr/>
          <p:nvPr/>
        </p:nvSpPr>
        <p:spPr>
          <a:xfrm>
            <a:off x="710768" y="-8246648"/>
            <a:ext cx="2455667" cy="3981710"/>
          </a:xfrm>
          <a:prstGeom prst="roundRect">
            <a:avLst>
              <a:gd name="adj" fmla="val 5898"/>
            </a:avLst>
          </a:prstGeom>
          <a:solidFill>
            <a:schemeClr val="bg1">
              <a:alpha val="20000"/>
            </a:schemeClr>
          </a:solidFill>
          <a:ln w="12700">
            <a:gradFill>
              <a:gsLst>
                <a:gs pos="0">
                  <a:schemeClr val="accent1">
                    <a:lumMod val="5000"/>
                    <a:lumOff val="95000"/>
                  </a:schemeClr>
                </a:gs>
                <a:gs pos="74000">
                  <a:schemeClr val="accent1">
                    <a:lumMod val="45000"/>
                    <a:lumOff val="55000"/>
                  </a:schemeClr>
                </a:gs>
                <a:gs pos="83000">
                  <a:schemeClr val="accent1">
                    <a:lumMod val="45000"/>
                    <a:lumOff val="55000"/>
                  </a:schemeClr>
                </a:gs>
                <a:gs pos="100000">
                  <a:schemeClr val="accent1">
                    <a:lumMod val="30000"/>
                    <a:lumOff val="70000"/>
                  </a:schemeClr>
                </a:gs>
              </a:gsLst>
              <a:lin ang="5400000" scaled="1"/>
            </a:gra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31" name="Прямоугольник: скругленные углы 130">
            <a:extLst>
              <a:ext uri="{FF2B5EF4-FFF2-40B4-BE49-F238E27FC236}">
                <a16:creationId xmlns:a16="http://schemas.microsoft.com/office/drawing/2014/main" id="{306BEF23-FE27-4C54-B826-8EF0B4E9FDB8}"/>
              </a:ext>
            </a:extLst>
          </p:cNvPr>
          <p:cNvSpPr/>
          <p:nvPr/>
        </p:nvSpPr>
        <p:spPr>
          <a:xfrm>
            <a:off x="3489962" y="-7393763"/>
            <a:ext cx="2455667" cy="3981710"/>
          </a:xfrm>
          <a:prstGeom prst="roundRect">
            <a:avLst>
              <a:gd name="adj" fmla="val 5898"/>
            </a:avLst>
          </a:prstGeom>
          <a:solidFill>
            <a:schemeClr val="bg1">
              <a:alpha val="20000"/>
            </a:schemeClr>
          </a:solidFill>
          <a:ln w="12700">
            <a:gradFill>
              <a:gsLst>
                <a:gs pos="0">
                  <a:schemeClr val="accent1">
                    <a:lumMod val="5000"/>
                    <a:lumOff val="95000"/>
                  </a:schemeClr>
                </a:gs>
                <a:gs pos="74000">
                  <a:schemeClr val="accent1">
                    <a:lumMod val="45000"/>
                    <a:lumOff val="55000"/>
                  </a:schemeClr>
                </a:gs>
                <a:gs pos="83000">
                  <a:schemeClr val="accent1">
                    <a:lumMod val="45000"/>
                    <a:lumOff val="55000"/>
                  </a:schemeClr>
                </a:gs>
                <a:gs pos="100000">
                  <a:schemeClr val="accent1">
                    <a:lumMod val="30000"/>
                    <a:lumOff val="70000"/>
                  </a:schemeClr>
                </a:gs>
              </a:gsLst>
              <a:lin ang="5400000" scaled="1"/>
            </a:gra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32" name="Прямоугольник: скругленные углы 131">
            <a:extLst>
              <a:ext uri="{FF2B5EF4-FFF2-40B4-BE49-F238E27FC236}">
                <a16:creationId xmlns:a16="http://schemas.microsoft.com/office/drawing/2014/main" id="{156E8A54-E28F-41BE-BCE9-62AA635D0BBB}"/>
              </a:ext>
            </a:extLst>
          </p:cNvPr>
          <p:cNvSpPr/>
          <p:nvPr/>
        </p:nvSpPr>
        <p:spPr>
          <a:xfrm>
            <a:off x="6269156" y="-5901799"/>
            <a:ext cx="2455667" cy="3981710"/>
          </a:xfrm>
          <a:prstGeom prst="roundRect">
            <a:avLst>
              <a:gd name="adj" fmla="val 5898"/>
            </a:avLst>
          </a:prstGeom>
          <a:solidFill>
            <a:schemeClr val="bg1">
              <a:alpha val="20000"/>
            </a:schemeClr>
          </a:solidFill>
          <a:ln w="12700">
            <a:gradFill>
              <a:gsLst>
                <a:gs pos="0">
                  <a:schemeClr val="accent1">
                    <a:lumMod val="5000"/>
                    <a:lumOff val="95000"/>
                  </a:schemeClr>
                </a:gs>
                <a:gs pos="74000">
                  <a:schemeClr val="accent1">
                    <a:lumMod val="45000"/>
                    <a:lumOff val="55000"/>
                  </a:schemeClr>
                </a:gs>
                <a:gs pos="83000">
                  <a:schemeClr val="accent1">
                    <a:lumMod val="45000"/>
                    <a:lumOff val="55000"/>
                  </a:schemeClr>
                </a:gs>
                <a:gs pos="100000">
                  <a:schemeClr val="accent1">
                    <a:lumMod val="30000"/>
                    <a:lumOff val="70000"/>
                  </a:schemeClr>
                </a:gs>
              </a:gsLst>
              <a:lin ang="5400000" scaled="1"/>
            </a:gra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33" name="Прямоугольник: скругленные углы 132">
            <a:extLst>
              <a:ext uri="{FF2B5EF4-FFF2-40B4-BE49-F238E27FC236}">
                <a16:creationId xmlns:a16="http://schemas.microsoft.com/office/drawing/2014/main" id="{59152B57-9848-493D-BA58-6DD5F86E074C}"/>
              </a:ext>
            </a:extLst>
          </p:cNvPr>
          <p:cNvSpPr/>
          <p:nvPr/>
        </p:nvSpPr>
        <p:spPr>
          <a:xfrm>
            <a:off x="9048350" y="-4283303"/>
            <a:ext cx="2455667" cy="3981710"/>
          </a:xfrm>
          <a:prstGeom prst="roundRect">
            <a:avLst>
              <a:gd name="adj" fmla="val 5898"/>
            </a:avLst>
          </a:prstGeom>
          <a:solidFill>
            <a:schemeClr val="bg1">
              <a:alpha val="20000"/>
            </a:schemeClr>
          </a:solidFill>
          <a:ln w="12700">
            <a:gradFill>
              <a:gsLst>
                <a:gs pos="0">
                  <a:schemeClr val="accent1">
                    <a:lumMod val="5000"/>
                    <a:lumOff val="95000"/>
                  </a:schemeClr>
                </a:gs>
                <a:gs pos="74000">
                  <a:schemeClr val="accent1">
                    <a:lumMod val="45000"/>
                    <a:lumOff val="55000"/>
                  </a:schemeClr>
                </a:gs>
                <a:gs pos="83000">
                  <a:schemeClr val="accent1">
                    <a:lumMod val="45000"/>
                    <a:lumOff val="55000"/>
                  </a:schemeClr>
                </a:gs>
                <a:gs pos="100000">
                  <a:schemeClr val="accent1">
                    <a:lumMod val="30000"/>
                    <a:lumOff val="70000"/>
                  </a:schemeClr>
                </a:gs>
              </a:gsLst>
              <a:lin ang="5400000" scaled="1"/>
            </a:gra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34" name="TextBox 133">
            <a:extLst>
              <a:ext uri="{FF2B5EF4-FFF2-40B4-BE49-F238E27FC236}">
                <a16:creationId xmlns:a16="http://schemas.microsoft.com/office/drawing/2014/main" id="{8044EFCB-B69C-4BDA-8A84-E0B9EA1F8910}"/>
              </a:ext>
            </a:extLst>
          </p:cNvPr>
          <p:cNvSpPr txBox="1"/>
          <p:nvPr/>
        </p:nvSpPr>
        <p:spPr>
          <a:xfrm rot="19582091">
            <a:off x="5311554" y="5003126"/>
            <a:ext cx="2432884" cy="1015663"/>
          </a:xfrm>
          <a:prstGeom prst="rect">
            <a:avLst/>
          </a:prstGeom>
        </p:spPr>
        <p:txBody>
          <a:bodyPr wrap="square" rtlCol="0">
            <a:spAutoFit/>
          </a:bodyPr>
          <a:lstStyle/>
          <a:p>
            <a:r>
              <a:rPr lang="en-US" sz="6000" dirty="0">
                <a:solidFill>
                  <a:srgbClr val="06A29E">
                    <a:alpha val="10000"/>
                  </a:srgbClr>
                </a:solidFill>
                <a:latin typeface="Segoe UI Black" panose="020B0A02040204020203" pitchFamily="34" charset="0"/>
                <a:ea typeface="Segoe UI Black" panose="020B0A02040204020203" pitchFamily="34" charset="0"/>
              </a:rPr>
              <a:t>UAI</a:t>
            </a:r>
            <a:endParaRPr lang="ru-RU" sz="6000" dirty="0">
              <a:solidFill>
                <a:srgbClr val="06A29E">
                  <a:alpha val="10000"/>
                </a:srgbClr>
              </a:solidFill>
              <a:latin typeface="Segoe UI Black" panose="020B0A02040204020203" pitchFamily="34" charset="0"/>
              <a:ea typeface="Segoe UI Black" panose="020B0A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361234920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med">
        <p159:morph option="byObject"/>
      </p:transition>
    </mc:Choice>
    <mc:Fallback xmlns="">
      <p:transition spd="med">
        <p:fade/>
      </p:transition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фон">
            <a:extLst>
              <a:ext uri="{FF2B5EF4-FFF2-40B4-BE49-F238E27FC236}">
                <a16:creationId xmlns:a16="http://schemas.microsoft.com/office/drawing/2014/main" id="{123AAA31-15E5-4CD4-90E0-8BA1499E8700}"/>
              </a:ext>
            </a:extLst>
          </p:cNvPr>
          <p:cNvSpPr/>
          <p:nvPr/>
        </p:nvSpPr>
        <p:spPr>
          <a:xfrm>
            <a:off x="-5" y="0"/>
            <a:ext cx="12192000" cy="6858000"/>
          </a:xfrm>
          <a:prstGeom prst="rect">
            <a:avLst/>
          </a:prstGeom>
          <a:gradFill>
            <a:gsLst>
              <a:gs pos="0">
                <a:srgbClr val="1D1D1D"/>
              </a:gs>
              <a:gs pos="100000">
                <a:srgbClr val="1D1D1D"/>
              </a:gs>
            </a:gsLst>
            <a:path path="circle">
              <a:fillToRect r="100000" b="100000"/>
            </a:path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grpSp>
        <p:nvGrpSpPr>
          <p:cNvPr id="62" name="18х12 сетка">
            <a:extLst>
              <a:ext uri="{FF2B5EF4-FFF2-40B4-BE49-F238E27FC236}">
                <a16:creationId xmlns:a16="http://schemas.microsoft.com/office/drawing/2014/main" id="{B3CD36E5-6234-4C3A-BED7-A5B1ADB7FF62}"/>
              </a:ext>
            </a:extLst>
          </p:cNvPr>
          <p:cNvGrpSpPr/>
          <p:nvPr/>
        </p:nvGrpSpPr>
        <p:grpSpPr>
          <a:xfrm>
            <a:off x="-8" y="0"/>
            <a:ext cx="12192007" cy="6858000"/>
            <a:chOff x="-2" y="0"/>
            <a:chExt cx="12192002" cy="6858000"/>
          </a:xfrm>
        </p:grpSpPr>
        <p:grpSp>
          <p:nvGrpSpPr>
            <p:cNvPr id="68" name="Группа 67">
              <a:extLst>
                <a:ext uri="{FF2B5EF4-FFF2-40B4-BE49-F238E27FC236}">
                  <a16:creationId xmlns:a16="http://schemas.microsoft.com/office/drawing/2014/main" id="{058C4490-79C4-45FE-AACB-69EA39D66F8A}"/>
                </a:ext>
              </a:extLst>
            </p:cNvPr>
            <p:cNvGrpSpPr/>
            <p:nvPr/>
          </p:nvGrpSpPr>
          <p:grpSpPr>
            <a:xfrm>
              <a:off x="-2" y="0"/>
              <a:ext cx="12192000" cy="6858000"/>
              <a:chOff x="-2" y="0"/>
              <a:chExt cx="8750502" cy="6858000"/>
            </a:xfrm>
            <a:noFill/>
          </p:grpSpPr>
          <p:sp>
            <p:nvSpPr>
              <p:cNvPr id="86" name="Прямоугольник 85">
                <a:extLst>
                  <a:ext uri="{FF2B5EF4-FFF2-40B4-BE49-F238E27FC236}">
                    <a16:creationId xmlns:a16="http://schemas.microsoft.com/office/drawing/2014/main" id="{7E2552AE-C149-4D44-83AB-0888AFBDFEF2}"/>
                  </a:ext>
                </a:extLst>
              </p:cNvPr>
              <p:cNvSpPr/>
              <p:nvPr/>
            </p:nvSpPr>
            <p:spPr>
              <a:xfrm>
                <a:off x="-2" y="0"/>
                <a:ext cx="486139" cy="68580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87" name="Прямоугольник 86">
                <a:extLst>
                  <a:ext uri="{FF2B5EF4-FFF2-40B4-BE49-F238E27FC236}">
                    <a16:creationId xmlns:a16="http://schemas.microsoft.com/office/drawing/2014/main" id="{208E4854-E973-4CC6-AC53-D304668D8FD7}"/>
                  </a:ext>
                </a:extLst>
              </p:cNvPr>
              <p:cNvSpPr/>
              <p:nvPr/>
            </p:nvSpPr>
            <p:spPr>
              <a:xfrm>
                <a:off x="486137" y="0"/>
                <a:ext cx="486139" cy="68580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88" name="Прямоугольник 87">
                <a:extLst>
                  <a:ext uri="{FF2B5EF4-FFF2-40B4-BE49-F238E27FC236}">
                    <a16:creationId xmlns:a16="http://schemas.microsoft.com/office/drawing/2014/main" id="{B6F0D48E-117A-4741-85D4-54A79EEA2DFD}"/>
                  </a:ext>
                </a:extLst>
              </p:cNvPr>
              <p:cNvSpPr/>
              <p:nvPr/>
            </p:nvSpPr>
            <p:spPr>
              <a:xfrm>
                <a:off x="972276" y="0"/>
                <a:ext cx="486139" cy="68580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89" name="Прямоугольник 88">
                <a:extLst>
                  <a:ext uri="{FF2B5EF4-FFF2-40B4-BE49-F238E27FC236}">
                    <a16:creationId xmlns:a16="http://schemas.microsoft.com/office/drawing/2014/main" id="{FC8BE352-D19F-4FF7-B5F5-9F888B8D184B}"/>
                  </a:ext>
                </a:extLst>
              </p:cNvPr>
              <p:cNvSpPr/>
              <p:nvPr/>
            </p:nvSpPr>
            <p:spPr>
              <a:xfrm>
                <a:off x="1458415" y="0"/>
                <a:ext cx="486139" cy="68580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100" name="Прямоугольник 99">
                <a:extLst>
                  <a:ext uri="{FF2B5EF4-FFF2-40B4-BE49-F238E27FC236}">
                    <a16:creationId xmlns:a16="http://schemas.microsoft.com/office/drawing/2014/main" id="{7A365643-F78E-4764-9982-E39237A1F247}"/>
                  </a:ext>
                </a:extLst>
              </p:cNvPr>
              <p:cNvSpPr/>
              <p:nvPr/>
            </p:nvSpPr>
            <p:spPr>
              <a:xfrm>
                <a:off x="1944554" y="0"/>
                <a:ext cx="486139" cy="68580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101" name="Прямоугольник 100">
                <a:extLst>
                  <a:ext uri="{FF2B5EF4-FFF2-40B4-BE49-F238E27FC236}">
                    <a16:creationId xmlns:a16="http://schemas.microsoft.com/office/drawing/2014/main" id="{2BD627C7-E89C-42EC-B764-AAEBC644B4ED}"/>
                  </a:ext>
                </a:extLst>
              </p:cNvPr>
              <p:cNvSpPr/>
              <p:nvPr/>
            </p:nvSpPr>
            <p:spPr>
              <a:xfrm>
                <a:off x="2430693" y="0"/>
                <a:ext cx="486139" cy="68580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102" name="Прямоугольник 101">
                <a:extLst>
                  <a:ext uri="{FF2B5EF4-FFF2-40B4-BE49-F238E27FC236}">
                    <a16:creationId xmlns:a16="http://schemas.microsoft.com/office/drawing/2014/main" id="{BE631F47-4B73-4971-BA95-D82629DFFDCE}"/>
                  </a:ext>
                </a:extLst>
              </p:cNvPr>
              <p:cNvSpPr/>
              <p:nvPr/>
            </p:nvSpPr>
            <p:spPr>
              <a:xfrm>
                <a:off x="2916832" y="0"/>
                <a:ext cx="486139" cy="68580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103" name="Прямоугольник 102">
                <a:extLst>
                  <a:ext uri="{FF2B5EF4-FFF2-40B4-BE49-F238E27FC236}">
                    <a16:creationId xmlns:a16="http://schemas.microsoft.com/office/drawing/2014/main" id="{D63641B2-1ECC-4C32-9365-D89BF5C7E705}"/>
                  </a:ext>
                </a:extLst>
              </p:cNvPr>
              <p:cNvSpPr/>
              <p:nvPr/>
            </p:nvSpPr>
            <p:spPr>
              <a:xfrm>
                <a:off x="3402971" y="0"/>
                <a:ext cx="486139" cy="68580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104" name="Прямоугольник 103">
                <a:extLst>
                  <a:ext uri="{FF2B5EF4-FFF2-40B4-BE49-F238E27FC236}">
                    <a16:creationId xmlns:a16="http://schemas.microsoft.com/office/drawing/2014/main" id="{3EF7A471-F0D8-4EB3-AF40-721137F4ACEA}"/>
                  </a:ext>
                </a:extLst>
              </p:cNvPr>
              <p:cNvSpPr/>
              <p:nvPr/>
            </p:nvSpPr>
            <p:spPr>
              <a:xfrm>
                <a:off x="3889110" y="0"/>
                <a:ext cx="486139" cy="68580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105" name="Прямоугольник 104">
                <a:extLst>
                  <a:ext uri="{FF2B5EF4-FFF2-40B4-BE49-F238E27FC236}">
                    <a16:creationId xmlns:a16="http://schemas.microsoft.com/office/drawing/2014/main" id="{A7262BF0-60B8-4450-B2A6-5A2076D5D9B4}"/>
                  </a:ext>
                </a:extLst>
              </p:cNvPr>
              <p:cNvSpPr/>
              <p:nvPr/>
            </p:nvSpPr>
            <p:spPr>
              <a:xfrm>
                <a:off x="4375249" y="0"/>
                <a:ext cx="486139" cy="68580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106" name="Прямоугольник 105">
                <a:extLst>
                  <a:ext uri="{FF2B5EF4-FFF2-40B4-BE49-F238E27FC236}">
                    <a16:creationId xmlns:a16="http://schemas.microsoft.com/office/drawing/2014/main" id="{67F7441A-18F7-4A13-931B-FD8BEDEFA8BB}"/>
                  </a:ext>
                </a:extLst>
              </p:cNvPr>
              <p:cNvSpPr/>
              <p:nvPr/>
            </p:nvSpPr>
            <p:spPr>
              <a:xfrm>
                <a:off x="4861388" y="0"/>
                <a:ext cx="486139" cy="68580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107" name="Прямоугольник 106">
                <a:extLst>
                  <a:ext uri="{FF2B5EF4-FFF2-40B4-BE49-F238E27FC236}">
                    <a16:creationId xmlns:a16="http://schemas.microsoft.com/office/drawing/2014/main" id="{20942736-BBF0-45AC-ADCA-22E1CF1790CA}"/>
                  </a:ext>
                </a:extLst>
              </p:cNvPr>
              <p:cNvSpPr/>
              <p:nvPr/>
            </p:nvSpPr>
            <p:spPr>
              <a:xfrm>
                <a:off x="5347527" y="0"/>
                <a:ext cx="486139" cy="68580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108" name="Прямоугольник 107">
                <a:extLst>
                  <a:ext uri="{FF2B5EF4-FFF2-40B4-BE49-F238E27FC236}">
                    <a16:creationId xmlns:a16="http://schemas.microsoft.com/office/drawing/2014/main" id="{4CF93E4B-DF1A-4610-92B1-4AC7BB6988B1}"/>
                  </a:ext>
                </a:extLst>
              </p:cNvPr>
              <p:cNvSpPr/>
              <p:nvPr/>
            </p:nvSpPr>
            <p:spPr>
              <a:xfrm>
                <a:off x="5833666" y="0"/>
                <a:ext cx="486139" cy="68580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109" name="Прямоугольник 108">
                <a:extLst>
                  <a:ext uri="{FF2B5EF4-FFF2-40B4-BE49-F238E27FC236}">
                    <a16:creationId xmlns:a16="http://schemas.microsoft.com/office/drawing/2014/main" id="{4421E6CB-B79F-4985-AC9F-EF634819E1F6}"/>
                  </a:ext>
                </a:extLst>
              </p:cNvPr>
              <p:cNvSpPr/>
              <p:nvPr/>
            </p:nvSpPr>
            <p:spPr>
              <a:xfrm>
                <a:off x="6319805" y="0"/>
                <a:ext cx="486139" cy="68580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110" name="Прямоугольник 109">
                <a:extLst>
                  <a:ext uri="{FF2B5EF4-FFF2-40B4-BE49-F238E27FC236}">
                    <a16:creationId xmlns:a16="http://schemas.microsoft.com/office/drawing/2014/main" id="{22EC2E10-D1BB-43A7-B5AC-1A67618D86DD}"/>
                  </a:ext>
                </a:extLst>
              </p:cNvPr>
              <p:cNvSpPr/>
              <p:nvPr/>
            </p:nvSpPr>
            <p:spPr>
              <a:xfrm>
                <a:off x="6805944" y="0"/>
                <a:ext cx="486139" cy="68580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111" name="Прямоугольник 110">
                <a:extLst>
                  <a:ext uri="{FF2B5EF4-FFF2-40B4-BE49-F238E27FC236}">
                    <a16:creationId xmlns:a16="http://schemas.microsoft.com/office/drawing/2014/main" id="{903A5950-D35B-4110-A561-2760E9105C91}"/>
                  </a:ext>
                </a:extLst>
              </p:cNvPr>
              <p:cNvSpPr/>
              <p:nvPr/>
            </p:nvSpPr>
            <p:spPr>
              <a:xfrm>
                <a:off x="7292083" y="0"/>
                <a:ext cx="486139" cy="68580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112" name="Прямоугольник 111">
                <a:extLst>
                  <a:ext uri="{FF2B5EF4-FFF2-40B4-BE49-F238E27FC236}">
                    <a16:creationId xmlns:a16="http://schemas.microsoft.com/office/drawing/2014/main" id="{CB92CC41-F5C9-4C7C-AA2C-93C882CEA916}"/>
                  </a:ext>
                </a:extLst>
              </p:cNvPr>
              <p:cNvSpPr/>
              <p:nvPr/>
            </p:nvSpPr>
            <p:spPr>
              <a:xfrm>
                <a:off x="7778222" y="0"/>
                <a:ext cx="486139" cy="68580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113" name="Прямоугольник 112">
                <a:extLst>
                  <a:ext uri="{FF2B5EF4-FFF2-40B4-BE49-F238E27FC236}">
                    <a16:creationId xmlns:a16="http://schemas.microsoft.com/office/drawing/2014/main" id="{84F3766D-387C-4BCF-9467-7E7C69DFE17C}"/>
                  </a:ext>
                </a:extLst>
              </p:cNvPr>
              <p:cNvSpPr/>
              <p:nvPr/>
            </p:nvSpPr>
            <p:spPr>
              <a:xfrm>
                <a:off x="8264361" y="0"/>
                <a:ext cx="486139" cy="68580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</p:grpSp>
        <p:grpSp>
          <p:nvGrpSpPr>
            <p:cNvPr id="69" name="Группа 68">
              <a:extLst>
                <a:ext uri="{FF2B5EF4-FFF2-40B4-BE49-F238E27FC236}">
                  <a16:creationId xmlns:a16="http://schemas.microsoft.com/office/drawing/2014/main" id="{661AE684-D580-489B-83A6-7B752ABDD836}"/>
                </a:ext>
              </a:extLst>
            </p:cNvPr>
            <p:cNvGrpSpPr/>
            <p:nvPr/>
          </p:nvGrpSpPr>
          <p:grpSpPr>
            <a:xfrm>
              <a:off x="0" y="0"/>
              <a:ext cx="12192000" cy="6858000"/>
              <a:chOff x="0" y="0"/>
              <a:chExt cx="12192000" cy="6400800"/>
            </a:xfrm>
            <a:noFill/>
          </p:grpSpPr>
          <p:sp>
            <p:nvSpPr>
              <p:cNvPr id="70" name="Прямоугольник 69">
                <a:extLst>
                  <a:ext uri="{FF2B5EF4-FFF2-40B4-BE49-F238E27FC236}">
                    <a16:creationId xmlns:a16="http://schemas.microsoft.com/office/drawing/2014/main" id="{35A4AE5D-CC26-4ADD-B50A-33492E34BA44}"/>
                  </a:ext>
                </a:extLst>
              </p:cNvPr>
              <p:cNvSpPr/>
              <p:nvPr/>
            </p:nvSpPr>
            <p:spPr>
              <a:xfrm>
                <a:off x="0" y="0"/>
                <a:ext cx="12192000" cy="5334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71" name="Прямоугольник 70">
                <a:extLst>
                  <a:ext uri="{FF2B5EF4-FFF2-40B4-BE49-F238E27FC236}">
                    <a16:creationId xmlns:a16="http://schemas.microsoft.com/office/drawing/2014/main" id="{A904FD80-26F8-418D-98CB-EF7667B84B9F}"/>
                  </a:ext>
                </a:extLst>
              </p:cNvPr>
              <p:cNvSpPr/>
              <p:nvPr/>
            </p:nvSpPr>
            <p:spPr>
              <a:xfrm>
                <a:off x="0" y="533400"/>
                <a:ext cx="12192000" cy="5334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74" name="Прямоугольник 73">
                <a:extLst>
                  <a:ext uri="{FF2B5EF4-FFF2-40B4-BE49-F238E27FC236}">
                    <a16:creationId xmlns:a16="http://schemas.microsoft.com/office/drawing/2014/main" id="{F377F6D9-F703-420E-9370-A4000E8BC6EC}"/>
                  </a:ext>
                </a:extLst>
              </p:cNvPr>
              <p:cNvSpPr/>
              <p:nvPr/>
            </p:nvSpPr>
            <p:spPr>
              <a:xfrm>
                <a:off x="0" y="1066800"/>
                <a:ext cx="12192000" cy="5334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75" name="Прямоугольник 74">
                <a:extLst>
                  <a:ext uri="{FF2B5EF4-FFF2-40B4-BE49-F238E27FC236}">
                    <a16:creationId xmlns:a16="http://schemas.microsoft.com/office/drawing/2014/main" id="{EE45EA95-E9A8-4C8A-9EFC-F124CD6E39B7}"/>
                  </a:ext>
                </a:extLst>
              </p:cNvPr>
              <p:cNvSpPr/>
              <p:nvPr/>
            </p:nvSpPr>
            <p:spPr>
              <a:xfrm>
                <a:off x="0" y="1600200"/>
                <a:ext cx="12192000" cy="5334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76" name="Прямоугольник 75">
                <a:extLst>
                  <a:ext uri="{FF2B5EF4-FFF2-40B4-BE49-F238E27FC236}">
                    <a16:creationId xmlns:a16="http://schemas.microsoft.com/office/drawing/2014/main" id="{D4B0BAA9-CAD8-43C6-85E7-B42E9228D155}"/>
                  </a:ext>
                </a:extLst>
              </p:cNvPr>
              <p:cNvSpPr/>
              <p:nvPr/>
            </p:nvSpPr>
            <p:spPr>
              <a:xfrm>
                <a:off x="0" y="2133600"/>
                <a:ext cx="12192000" cy="5334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77" name="Прямоугольник 76">
                <a:extLst>
                  <a:ext uri="{FF2B5EF4-FFF2-40B4-BE49-F238E27FC236}">
                    <a16:creationId xmlns:a16="http://schemas.microsoft.com/office/drawing/2014/main" id="{4D49B1A5-D301-46DF-8E6A-26BE5EC5F99C}"/>
                  </a:ext>
                </a:extLst>
              </p:cNvPr>
              <p:cNvSpPr/>
              <p:nvPr/>
            </p:nvSpPr>
            <p:spPr>
              <a:xfrm>
                <a:off x="0" y="2667000"/>
                <a:ext cx="12192000" cy="5334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78" name="Прямоугольник 77">
                <a:extLst>
                  <a:ext uri="{FF2B5EF4-FFF2-40B4-BE49-F238E27FC236}">
                    <a16:creationId xmlns:a16="http://schemas.microsoft.com/office/drawing/2014/main" id="{D33CCEC1-4F3F-4C18-A464-CCF35EC559C6}"/>
                  </a:ext>
                </a:extLst>
              </p:cNvPr>
              <p:cNvSpPr/>
              <p:nvPr/>
            </p:nvSpPr>
            <p:spPr>
              <a:xfrm>
                <a:off x="0" y="3200400"/>
                <a:ext cx="12192000" cy="5334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79" name="Прямоугольник 78">
                <a:extLst>
                  <a:ext uri="{FF2B5EF4-FFF2-40B4-BE49-F238E27FC236}">
                    <a16:creationId xmlns:a16="http://schemas.microsoft.com/office/drawing/2014/main" id="{D1AF7ABD-7026-4189-83CA-53D628B0D14C}"/>
                  </a:ext>
                </a:extLst>
              </p:cNvPr>
              <p:cNvSpPr/>
              <p:nvPr/>
            </p:nvSpPr>
            <p:spPr>
              <a:xfrm>
                <a:off x="0" y="3733800"/>
                <a:ext cx="12192000" cy="5334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80" name="Прямоугольник 79">
                <a:extLst>
                  <a:ext uri="{FF2B5EF4-FFF2-40B4-BE49-F238E27FC236}">
                    <a16:creationId xmlns:a16="http://schemas.microsoft.com/office/drawing/2014/main" id="{8DBF17EE-9D40-40B0-9121-18053F82C4C6}"/>
                  </a:ext>
                </a:extLst>
              </p:cNvPr>
              <p:cNvSpPr/>
              <p:nvPr/>
            </p:nvSpPr>
            <p:spPr>
              <a:xfrm>
                <a:off x="0" y="4267200"/>
                <a:ext cx="12192000" cy="5334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81" name="Прямоугольник 80">
                <a:extLst>
                  <a:ext uri="{FF2B5EF4-FFF2-40B4-BE49-F238E27FC236}">
                    <a16:creationId xmlns:a16="http://schemas.microsoft.com/office/drawing/2014/main" id="{B648A457-FEF3-4422-B2B6-6C6DA0816277}"/>
                  </a:ext>
                </a:extLst>
              </p:cNvPr>
              <p:cNvSpPr/>
              <p:nvPr/>
            </p:nvSpPr>
            <p:spPr>
              <a:xfrm>
                <a:off x="0" y="4800600"/>
                <a:ext cx="12192000" cy="5334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82" name="Прямоугольник 81">
                <a:extLst>
                  <a:ext uri="{FF2B5EF4-FFF2-40B4-BE49-F238E27FC236}">
                    <a16:creationId xmlns:a16="http://schemas.microsoft.com/office/drawing/2014/main" id="{8D38DBB3-E87C-433D-BBCB-F073E603DBC3}"/>
                  </a:ext>
                </a:extLst>
              </p:cNvPr>
              <p:cNvSpPr/>
              <p:nvPr/>
            </p:nvSpPr>
            <p:spPr>
              <a:xfrm>
                <a:off x="0" y="5334000"/>
                <a:ext cx="12192000" cy="5334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85" name="Прямоугольник 84">
                <a:extLst>
                  <a:ext uri="{FF2B5EF4-FFF2-40B4-BE49-F238E27FC236}">
                    <a16:creationId xmlns:a16="http://schemas.microsoft.com/office/drawing/2014/main" id="{AF8A0BA6-A1D4-4F25-AEA3-0C457ED99146}"/>
                  </a:ext>
                </a:extLst>
              </p:cNvPr>
              <p:cNvSpPr/>
              <p:nvPr/>
            </p:nvSpPr>
            <p:spPr>
              <a:xfrm>
                <a:off x="0" y="5867400"/>
                <a:ext cx="12192000" cy="5334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</p:grpSp>
      </p:grpSp>
      <p:cxnSp>
        <p:nvCxnSpPr>
          <p:cNvPr id="83" name="вертикаль">
            <a:extLst>
              <a:ext uri="{FF2B5EF4-FFF2-40B4-BE49-F238E27FC236}">
                <a16:creationId xmlns:a16="http://schemas.microsoft.com/office/drawing/2014/main" id="{DCD21CE6-7B73-44C8-ABED-2B45E79B26CF}"/>
              </a:ext>
            </a:extLst>
          </p:cNvPr>
          <p:cNvCxnSpPr>
            <a:cxnSpLocks/>
          </p:cNvCxnSpPr>
          <p:nvPr/>
        </p:nvCxnSpPr>
        <p:spPr>
          <a:xfrm>
            <a:off x="11495307" y="21834"/>
            <a:ext cx="19354" cy="6872452"/>
          </a:xfrm>
          <a:prstGeom prst="line">
            <a:avLst/>
          </a:prstGeom>
          <a:ln w="12700">
            <a:solidFill>
              <a:srgbClr val="08EDE8">
                <a:alpha val="50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4" name="горизонт">
            <a:extLst>
              <a:ext uri="{FF2B5EF4-FFF2-40B4-BE49-F238E27FC236}">
                <a16:creationId xmlns:a16="http://schemas.microsoft.com/office/drawing/2014/main" id="{8E24FD12-6F19-4398-B603-22615E908799}"/>
              </a:ext>
            </a:extLst>
          </p:cNvPr>
          <p:cNvCxnSpPr>
            <a:cxnSpLocks/>
          </p:cNvCxnSpPr>
          <p:nvPr/>
        </p:nvCxnSpPr>
        <p:spPr>
          <a:xfrm>
            <a:off x="19349" y="6286500"/>
            <a:ext cx="12191994" cy="0"/>
          </a:xfrm>
          <a:prstGeom prst="line">
            <a:avLst/>
          </a:prstGeom>
          <a:ln w="12700">
            <a:solidFill>
              <a:srgbClr val="08EDE8">
                <a:alpha val="50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39" name="Рисунок 38">
            <a:extLst>
              <a:ext uri="{FF2B5EF4-FFF2-40B4-BE49-F238E27FC236}">
                <a16:creationId xmlns:a16="http://schemas.microsoft.com/office/drawing/2014/main" id="{78F18432-5544-464E-B50A-ECDA558086A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670505" y="9176717"/>
            <a:ext cx="4812324" cy="6652982"/>
          </a:xfrm>
          <a:prstGeom prst="rect">
            <a:avLst/>
          </a:prstGeom>
        </p:spPr>
      </p:pic>
      <p:sp>
        <p:nvSpPr>
          <p:cNvPr id="63" name="декор">
            <a:extLst>
              <a:ext uri="{FF2B5EF4-FFF2-40B4-BE49-F238E27FC236}">
                <a16:creationId xmlns:a16="http://schemas.microsoft.com/office/drawing/2014/main" id="{49274652-B192-EDCA-1B55-F082F3B88EF7}"/>
              </a:ext>
            </a:extLst>
          </p:cNvPr>
          <p:cNvSpPr txBox="1"/>
          <p:nvPr/>
        </p:nvSpPr>
        <p:spPr>
          <a:xfrm>
            <a:off x="1" y="6222657"/>
            <a:ext cx="12191994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600" dirty="0">
                <a:solidFill>
                  <a:srgbClr val="06A29E">
                    <a:alpha val="10000"/>
                  </a:srgbClr>
                </a:solidFill>
                <a:latin typeface="Segoe UI Black" panose="020B0A02040204020203" pitchFamily="34" charset="0"/>
                <a:ea typeface="Segoe UI Black" panose="020B0A02040204020203" pitchFamily="34" charset="0"/>
              </a:rPr>
              <a:t>Project: Artificial Intelligence</a:t>
            </a:r>
            <a:endParaRPr lang="ru-UA" sz="3600" dirty="0">
              <a:solidFill>
                <a:srgbClr val="06A29E">
                  <a:alpha val="10000"/>
                </a:srgbClr>
              </a:solidFill>
              <a:latin typeface="Segoe UI Black" panose="020B0A02040204020203" pitchFamily="34" charset="0"/>
              <a:ea typeface="Segoe UI Black" panose="020B0A02040204020203" pitchFamily="34" charset="0"/>
            </a:endParaRP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D62BF7BF-BC4B-4325-B8D1-9BAC365E2B8B}"/>
              </a:ext>
            </a:extLst>
          </p:cNvPr>
          <p:cNvSpPr txBox="1"/>
          <p:nvPr/>
        </p:nvSpPr>
        <p:spPr>
          <a:xfrm>
            <a:off x="86518" y="73778"/>
            <a:ext cx="5868792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uk-UA" sz="2800" dirty="0">
                <a:solidFill>
                  <a:srgbClr val="08EDE8"/>
                </a:solidFill>
                <a:latin typeface="Montserrat SemiBold" panose="00000700000000000000" pitchFamily="2" charset="-52"/>
              </a:rPr>
              <a:t>О</a:t>
            </a:r>
            <a:r>
              <a:rPr lang="ru-RU" sz="2800" dirty="0" err="1">
                <a:solidFill>
                  <a:srgbClr val="08EDE8"/>
                </a:solidFill>
                <a:latin typeface="Montserrat SemiBold" panose="00000700000000000000" pitchFamily="2" charset="-52"/>
              </a:rPr>
              <a:t>сновні</a:t>
            </a:r>
            <a:r>
              <a:rPr lang="ru-RU" sz="2800" dirty="0">
                <a:solidFill>
                  <a:srgbClr val="08EDE8"/>
                </a:solidFill>
                <a:latin typeface="Montserrat SemiBold" panose="00000700000000000000" pitchFamily="2" charset="-52"/>
              </a:rPr>
              <a:t> </a:t>
            </a:r>
            <a:r>
              <a:rPr lang="ru-RU" sz="2800" dirty="0" err="1">
                <a:solidFill>
                  <a:srgbClr val="08EDE8"/>
                </a:solidFill>
                <a:latin typeface="Montserrat SemiBold" panose="00000700000000000000" pitchFamily="2" charset="-52"/>
              </a:rPr>
              <a:t>способи</a:t>
            </a:r>
            <a:r>
              <a:rPr lang="ru-RU" sz="2800" dirty="0">
                <a:solidFill>
                  <a:srgbClr val="08EDE8"/>
                </a:solidFill>
                <a:latin typeface="Montserrat SemiBold" panose="00000700000000000000" pitchFamily="2" charset="-52"/>
              </a:rPr>
              <a:t> </a:t>
            </a:r>
            <a:r>
              <a:rPr lang="ru-RU" sz="2800" dirty="0" err="1">
                <a:solidFill>
                  <a:srgbClr val="08EDE8"/>
                </a:solidFill>
                <a:latin typeface="Montserrat SemiBold" panose="00000700000000000000" pitchFamily="2" charset="-52"/>
              </a:rPr>
              <a:t>реалізації</a:t>
            </a:r>
            <a:r>
              <a:rPr lang="ru-RU" sz="2800" dirty="0">
                <a:solidFill>
                  <a:srgbClr val="08EDE8"/>
                </a:solidFill>
                <a:latin typeface="Montserrat SemiBold" panose="00000700000000000000" pitchFamily="2" charset="-52"/>
              </a:rPr>
              <a:t> ШІ в </a:t>
            </a:r>
            <a:r>
              <a:rPr lang="ru-RU" sz="2800" dirty="0" err="1">
                <a:solidFill>
                  <a:srgbClr val="08EDE8"/>
                </a:solidFill>
                <a:latin typeface="Montserrat SemiBold" panose="00000700000000000000" pitchFamily="2" charset="-52"/>
              </a:rPr>
              <a:t>іграх</a:t>
            </a:r>
            <a:endParaRPr lang="ru-RU" sz="2800" dirty="0">
              <a:solidFill>
                <a:srgbClr val="08EDE8"/>
              </a:solidFill>
              <a:latin typeface="Montserrat SemiBold" panose="00000700000000000000" pitchFamily="2" charset="-52"/>
            </a:endParaRPr>
          </a:p>
        </p:txBody>
      </p:sp>
      <p:sp>
        <p:nvSpPr>
          <p:cNvPr id="119" name="Полилиния: фигура 118">
            <a:extLst>
              <a:ext uri="{FF2B5EF4-FFF2-40B4-BE49-F238E27FC236}">
                <a16:creationId xmlns:a16="http://schemas.microsoft.com/office/drawing/2014/main" id="{9B45B3B5-9D86-42D4-8C9D-F095494F3A26}"/>
              </a:ext>
            </a:extLst>
          </p:cNvPr>
          <p:cNvSpPr/>
          <p:nvPr/>
        </p:nvSpPr>
        <p:spPr>
          <a:xfrm>
            <a:off x="682551" y="9126866"/>
            <a:ext cx="7460442" cy="2031641"/>
          </a:xfrm>
          <a:custGeom>
            <a:avLst/>
            <a:gdLst>
              <a:gd name="connsiteX0" fmla="*/ 214850 w 7460442"/>
              <a:gd name="connsiteY0" fmla="*/ 0 h 2139668"/>
              <a:gd name="connsiteX1" fmla="*/ 6426170 w 7460442"/>
              <a:gd name="connsiteY1" fmla="*/ 0 h 2139668"/>
              <a:gd name="connsiteX2" fmla="*/ 6641020 w 7460442"/>
              <a:gd name="connsiteY2" fmla="*/ 214850 h 2139668"/>
              <a:gd name="connsiteX3" fmla="*/ 6641020 w 7460442"/>
              <a:gd name="connsiteY3" fmla="*/ 1296464 h 2139668"/>
              <a:gd name="connsiteX4" fmla="*/ 7460442 w 7460442"/>
              <a:gd name="connsiteY4" fmla="*/ 2139668 h 2139668"/>
              <a:gd name="connsiteX5" fmla="*/ 6447245 w 7460442"/>
              <a:gd name="connsiteY5" fmla="*/ 1820335 h 2139668"/>
              <a:gd name="connsiteX6" fmla="*/ 6426170 w 7460442"/>
              <a:gd name="connsiteY6" fmla="*/ 1822459 h 2139668"/>
              <a:gd name="connsiteX7" fmla="*/ 214850 w 7460442"/>
              <a:gd name="connsiteY7" fmla="*/ 1822459 h 2139668"/>
              <a:gd name="connsiteX8" fmla="*/ 0 w 7460442"/>
              <a:gd name="connsiteY8" fmla="*/ 1607609 h 2139668"/>
              <a:gd name="connsiteX9" fmla="*/ 0 w 7460442"/>
              <a:gd name="connsiteY9" fmla="*/ 214850 h 2139668"/>
              <a:gd name="connsiteX10" fmla="*/ 214850 w 7460442"/>
              <a:gd name="connsiteY10" fmla="*/ 0 h 213966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7460442" h="2139668">
                <a:moveTo>
                  <a:pt x="214850" y="0"/>
                </a:moveTo>
                <a:lnTo>
                  <a:pt x="6426170" y="0"/>
                </a:lnTo>
                <a:cubicBezTo>
                  <a:pt x="6544828" y="0"/>
                  <a:pt x="6641020" y="96192"/>
                  <a:pt x="6641020" y="214850"/>
                </a:cubicBezTo>
                <a:lnTo>
                  <a:pt x="6641020" y="1296464"/>
                </a:lnTo>
                <a:lnTo>
                  <a:pt x="7460442" y="2139668"/>
                </a:lnTo>
                <a:lnTo>
                  <a:pt x="6447245" y="1820335"/>
                </a:lnTo>
                <a:lnTo>
                  <a:pt x="6426170" y="1822459"/>
                </a:lnTo>
                <a:lnTo>
                  <a:pt x="214850" y="1822459"/>
                </a:lnTo>
                <a:cubicBezTo>
                  <a:pt x="96192" y="1822459"/>
                  <a:pt x="0" y="1726267"/>
                  <a:pt x="0" y="1607609"/>
                </a:cubicBezTo>
                <a:lnTo>
                  <a:pt x="0" y="214850"/>
                </a:lnTo>
                <a:cubicBezTo>
                  <a:pt x="0" y="96192"/>
                  <a:pt x="96192" y="0"/>
                  <a:pt x="214850" y="0"/>
                </a:cubicBezTo>
                <a:close/>
              </a:path>
            </a:pathLst>
          </a:custGeom>
          <a:solidFill>
            <a:schemeClr val="bg1">
              <a:alpha val="20000"/>
            </a:schemeClr>
          </a:solidFill>
          <a:ln w="12700">
            <a:gradFill>
              <a:gsLst>
                <a:gs pos="0">
                  <a:schemeClr val="accent1">
                    <a:lumMod val="5000"/>
                    <a:lumOff val="95000"/>
                  </a:schemeClr>
                </a:gs>
                <a:gs pos="74000">
                  <a:schemeClr val="accent1">
                    <a:lumMod val="45000"/>
                    <a:lumOff val="55000"/>
                  </a:schemeClr>
                </a:gs>
                <a:gs pos="83000">
                  <a:schemeClr val="accent1">
                    <a:lumMod val="45000"/>
                    <a:lumOff val="55000"/>
                  </a:schemeClr>
                </a:gs>
                <a:gs pos="100000">
                  <a:schemeClr val="accent1">
                    <a:lumMod val="30000"/>
                    <a:lumOff val="70000"/>
                  </a:schemeClr>
                </a:gs>
              </a:gsLst>
              <a:lin ang="5400000" scaled="1"/>
            </a:gra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14" name="Прямоугольник: скругленные углы 113">
            <a:extLst>
              <a:ext uri="{FF2B5EF4-FFF2-40B4-BE49-F238E27FC236}">
                <a16:creationId xmlns:a16="http://schemas.microsoft.com/office/drawing/2014/main" id="{34A9E62E-9EA6-41E4-BC5C-72C7C29D2E09}"/>
              </a:ext>
            </a:extLst>
          </p:cNvPr>
          <p:cNvSpPr/>
          <p:nvPr/>
        </p:nvSpPr>
        <p:spPr>
          <a:xfrm>
            <a:off x="710768" y="1714499"/>
            <a:ext cx="2455667" cy="3981710"/>
          </a:xfrm>
          <a:prstGeom prst="roundRect">
            <a:avLst>
              <a:gd name="adj" fmla="val 5898"/>
            </a:avLst>
          </a:prstGeom>
          <a:solidFill>
            <a:schemeClr val="bg1">
              <a:alpha val="20000"/>
            </a:schemeClr>
          </a:solidFill>
          <a:ln w="12700">
            <a:gradFill>
              <a:gsLst>
                <a:gs pos="0">
                  <a:schemeClr val="accent1">
                    <a:lumMod val="5000"/>
                    <a:lumOff val="95000"/>
                  </a:schemeClr>
                </a:gs>
                <a:gs pos="74000">
                  <a:schemeClr val="accent1">
                    <a:lumMod val="45000"/>
                    <a:lumOff val="55000"/>
                  </a:schemeClr>
                </a:gs>
                <a:gs pos="83000">
                  <a:schemeClr val="accent1">
                    <a:lumMod val="45000"/>
                    <a:lumOff val="55000"/>
                  </a:schemeClr>
                </a:gs>
                <a:gs pos="100000">
                  <a:schemeClr val="accent1">
                    <a:lumMod val="30000"/>
                    <a:lumOff val="70000"/>
                  </a:schemeClr>
                </a:gs>
              </a:gsLst>
              <a:lin ang="5400000" scaled="1"/>
            </a:gra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15" name="Прямоугольник: скругленные углы 114">
            <a:extLst>
              <a:ext uri="{FF2B5EF4-FFF2-40B4-BE49-F238E27FC236}">
                <a16:creationId xmlns:a16="http://schemas.microsoft.com/office/drawing/2014/main" id="{A2F7322C-9808-48D2-9BE4-4A668F1D742C}"/>
              </a:ext>
            </a:extLst>
          </p:cNvPr>
          <p:cNvSpPr/>
          <p:nvPr/>
        </p:nvSpPr>
        <p:spPr>
          <a:xfrm>
            <a:off x="3489962" y="1714499"/>
            <a:ext cx="2455667" cy="3981710"/>
          </a:xfrm>
          <a:prstGeom prst="roundRect">
            <a:avLst>
              <a:gd name="adj" fmla="val 5898"/>
            </a:avLst>
          </a:prstGeom>
          <a:solidFill>
            <a:schemeClr val="bg1">
              <a:alpha val="20000"/>
            </a:schemeClr>
          </a:solidFill>
          <a:ln w="12700">
            <a:gradFill>
              <a:gsLst>
                <a:gs pos="0">
                  <a:schemeClr val="accent1">
                    <a:lumMod val="5000"/>
                    <a:lumOff val="95000"/>
                  </a:schemeClr>
                </a:gs>
                <a:gs pos="74000">
                  <a:schemeClr val="accent1">
                    <a:lumMod val="45000"/>
                    <a:lumOff val="55000"/>
                  </a:schemeClr>
                </a:gs>
                <a:gs pos="83000">
                  <a:schemeClr val="accent1">
                    <a:lumMod val="45000"/>
                    <a:lumOff val="55000"/>
                  </a:schemeClr>
                </a:gs>
                <a:gs pos="100000">
                  <a:schemeClr val="accent1">
                    <a:lumMod val="30000"/>
                    <a:lumOff val="70000"/>
                  </a:schemeClr>
                </a:gs>
              </a:gsLst>
              <a:lin ang="5400000" scaled="1"/>
            </a:gra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116" name="Прямоугольник: скругленные углы 115">
            <a:extLst>
              <a:ext uri="{FF2B5EF4-FFF2-40B4-BE49-F238E27FC236}">
                <a16:creationId xmlns:a16="http://schemas.microsoft.com/office/drawing/2014/main" id="{E8A47366-9D67-4A4B-854B-D509E846EAFB}"/>
              </a:ext>
            </a:extLst>
          </p:cNvPr>
          <p:cNvSpPr/>
          <p:nvPr/>
        </p:nvSpPr>
        <p:spPr>
          <a:xfrm>
            <a:off x="6269156" y="1713124"/>
            <a:ext cx="2455667" cy="3947559"/>
          </a:xfrm>
          <a:prstGeom prst="roundRect">
            <a:avLst>
              <a:gd name="adj" fmla="val 5898"/>
            </a:avLst>
          </a:prstGeom>
          <a:solidFill>
            <a:schemeClr val="bg1">
              <a:alpha val="20000"/>
            </a:schemeClr>
          </a:solidFill>
          <a:ln w="12700">
            <a:gradFill>
              <a:gsLst>
                <a:gs pos="0">
                  <a:schemeClr val="accent1">
                    <a:lumMod val="5000"/>
                    <a:lumOff val="95000"/>
                  </a:schemeClr>
                </a:gs>
                <a:gs pos="74000">
                  <a:schemeClr val="accent1">
                    <a:lumMod val="45000"/>
                    <a:lumOff val="55000"/>
                  </a:schemeClr>
                </a:gs>
                <a:gs pos="83000">
                  <a:schemeClr val="accent1">
                    <a:lumMod val="45000"/>
                    <a:lumOff val="55000"/>
                  </a:schemeClr>
                </a:gs>
                <a:gs pos="100000">
                  <a:schemeClr val="accent1">
                    <a:lumMod val="30000"/>
                    <a:lumOff val="70000"/>
                  </a:schemeClr>
                </a:gs>
              </a:gsLst>
              <a:lin ang="5400000" scaled="1"/>
            </a:gra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17" name="Прямоугольник: скругленные углы 116">
            <a:extLst>
              <a:ext uri="{FF2B5EF4-FFF2-40B4-BE49-F238E27FC236}">
                <a16:creationId xmlns:a16="http://schemas.microsoft.com/office/drawing/2014/main" id="{6A244823-5BCE-453E-97D5-A32F68A6EB86}"/>
              </a:ext>
            </a:extLst>
          </p:cNvPr>
          <p:cNvSpPr/>
          <p:nvPr/>
        </p:nvSpPr>
        <p:spPr>
          <a:xfrm>
            <a:off x="9048350" y="1713124"/>
            <a:ext cx="2455667" cy="3947560"/>
          </a:xfrm>
          <a:prstGeom prst="roundRect">
            <a:avLst>
              <a:gd name="adj" fmla="val 5898"/>
            </a:avLst>
          </a:prstGeom>
          <a:solidFill>
            <a:schemeClr val="bg1">
              <a:alpha val="20000"/>
            </a:schemeClr>
          </a:solidFill>
          <a:ln w="12700">
            <a:gradFill>
              <a:gsLst>
                <a:gs pos="0">
                  <a:schemeClr val="accent1">
                    <a:lumMod val="5000"/>
                    <a:lumOff val="95000"/>
                  </a:schemeClr>
                </a:gs>
                <a:gs pos="74000">
                  <a:schemeClr val="accent1">
                    <a:lumMod val="45000"/>
                    <a:lumOff val="55000"/>
                  </a:schemeClr>
                </a:gs>
                <a:gs pos="83000">
                  <a:schemeClr val="accent1">
                    <a:lumMod val="45000"/>
                    <a:lumOff val="55000"/>
                  </a:schemeClr>
                </a:gs>
                <a:gs pos="100000">
                  <a:schemeClr val="accent1">
                    <a:lumMod val="30000"/>
                    <a:lumOff val="70000"/>
                  </a:schemeClr>
                </a:gs>
              </a:gsLst>
              <a:lin ang="5400000" scaled="1"/>
            </a:gra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21" name="TextBox 120">
            <a:extLst>
              <a:ext uri="{FF2B5EF4-FFF2-40B4-BE49-F238E27FC236}">
                <a16:creationId xmlns:a16="http://schemas.microsoft.com/office/drawing/2014/main" id="{A853C8CF-FECA-48CF-80ED-2812A8444759}"/>
              </a:ext>
            </a:extLst>
          </p:cNvPr>
          <p:cNvSpPr txBox="1"/>
          <p:nvPr/>
        </p:nvSpPr>
        <p:spPr>
          <a:xfrm>
            <a:off x="1264854" y="9678682"/>
            <a:ext cx="5747748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1400" dirty="0">
                <a:solidFill>
                  <a:schemeClr val="bg1"/>
                </a:solidFill>
                <a:latin typeface="Montserrat Medium" panose="00000600000000000000" pitchFamily="2" charset="-52"/>
              </a:rPr>
              <a:t>ШІ – </a:t>
            </a:r>
            <a:r>
              <a:rPr lang="ru-RU" sz="1400" dirty="0" err="1">
                <a:solidFill>
                  <a:schemeClr val="bg1"/>
                </a:solidFill>
                <a:latin typeface="Montserrat Medium" panose="00000600000000000000" pitchFamily="2" charset="-52"/>
              </a:rPr>
              <a:t>це</a:t>
            </a:r>
            <a:r>
              <a:rPr lang="ru-RU" sz="1400" dirty="0">
                <a:solidFill>
                  <a:schemeClr val="bg1"/>
                </a:solidFill>
                <a:latin typeface="Montserrat Medium" panose="00000600000000000000" pitchFamily="2" charset="-52"/>
              </a:rPr>
              <a:t> «наука і </a:t>
            </a:r>
            <a:r>
              <a:rPr lang="ru-RU" sz="1400" dirty="0" err="1">
                <a:solidFill>
                  <a:schemeClr val="bg1"/>
                </a:solidFill>
                <a:latin typeface="Montserrat Medium" panose="00000600000000000000" pitchFamily="2" charset="-52"/>
              </a:rPr>
              <a:t>розробка</a:t>
            </a:r>
            <a:r>
              <a:rPr lang="ru-RU" sz="1400" dirty="0">
                <a:solidFill>
                  <a:schemeClr val="bg1"/>
                </a:solidFill>
                <a:latin typeface="Montserrat Medium" panose="00000600000000000000" pitchFamily="2" charset="-52"/>
              </a:rPr>
              <a:t> </a:t>
            </a:r>
            <a:r>
              <a:rPr lang="ru-RU" sz="1400" dirty="0" err="1">
                <a:solidFill>
                  <a:schemeClr val="bg1"/>
                </a:solidFill>
                <a:latin typeface="Montserrat Medium" panose="00000600000000000000" pitchFamily="2" charset="-52"/>
              </a:rPr>
              <a:t>інтелектуальних</a:t>
            </a:r>
            <a:r>
              <a:rPr lang="ru-RU" sz="1400" dirty="0">
                <a:solidFill>
                  <a:schemeClr val="bg1"/>
                </a:solidFill>
                <a:latin typeface="Montserrat Medium" panose="00000600000000000000" pitchFamily="2" charset="-52"/>
              </a:rPr>
              <a:t> машин і систем, особливо </a:t>
            </a:r>
            <a:r>
              <a:rPr lang="ru-RU" sz="1400" dirty="0" err="1">
                <a:solidFill>
                  <a:schemeClr val="bg1"/>
                </a:solidFill>
                <a:latin typeface="Montserrat Medium" panose="00000600000000000000" pitchFamily="2" charset="-52"/>
              </a:rPr>
              <a:t>інтелектуальних</a:t>
            </a:r>
            <a:r>
              <a:rPr lang="ru-RU" sz="1400" dirty="0">
                <a:solidFill>
                  <a:schemeClr val="bg1"/>
                </a:solidFill>
                <a:latin typeface="Montserrat Medium" panose="00000600000000000000" pitchFamily="2" charset="-52"/>
              </a:rPr>
              <a:t> </a:t>
            </a:r>
            <a:r>
              <a:rPr lang="ru-RU" sz="1400" dirty="0" err="1">
                <a:solidFill>
                  <a:schemeClr val="bg1"/>
                </a:solidFill>
                <a:latin typeface="Montserrat Medium" panose="00000600000000000000" pitchFamily="2" charset="-52"/>
              </a:rPr>
              <a:t>комп'ютерних</a:t>
            </a:r>
            <a:r>
              <a:rPr lang="ru-RU" sz="1400" dirty="0">
                <a:solidFill>
                  <a:schemeClr val="bg1"/>
                </a:solidFill>
                <a:latin typeface="Montserrat Medium" panose="00000600000000000000" pitchFamily="2" charset="-52"/>
              </a:rPr>
              <a:t> </a:t>
            </a:r>
            <a:r>
              <a:rPr lang="ru-RU" sz="1400" dirty="0" err="1">
                <a:solidFill>
                  <a:schemeClr val="bg1"/>
                </a:solidFill>
                <a:latin typeface="Montserrat Medium" panose="00000600000000000000" pitchFamily="2" charset="-52"/>
              </a:rPr>
              <a:t>програм</a:t>
            </a:r>
            <a:r>
              <a:rPr lang="ru-RU" sz="1400" dirty="0">
                <a:solidFill>
                  <a:schemeClr val="bg1"/>
                </a:solidFill>
                <a:latin typeface="Montserrat Medium" panose="00000600000000000000" pitchFamily="2" charset="-52"/>
              </a:rPr>
              <a:t>, </a:t>
            </a:r>
            <a:r>
              <a:rPr lang="ru-RU" sz="1400" dirty="0" err="1">
                <a:solidFill>
                  <a:schemeClr val="bg1"/>
                </a:solidFill>
                <a:latin typeface="Montserrat Medium" panose="00000600000000000000" pitchFamily="2" charset="-52"/>
              </a:rPr>
              <a:t>спрямованих</a:t>
            </a:r>
            <a:r>
              <a:rPr lang="ru-RU" sz="1400" dirty="0">
                <a:solidFill>
                  <a:schemeClr val="bg1"/>
                </a:solidFill>
                <a:latin typeface="Montserrat Medium" panose="00000600000000000000" pitchFamily="2" charset="-52"/>
              </a:rPr>
              <a:t> на те, </a:t>
            </a:r>
            <a:r>
              <a:rPr lang="ru-RU" sz="1400" dirty="0" err="1">
                <a:solidFill>
                  <a:schemeClr val="bg1"/>
                </a:solidFill>
                <a:latin typeface="Montserrat Medium" panose="00000600000000000000" pitchFamily="2" charset="-52"/>
              </a:rPr>
              <a:t>щоб</a:t>
            </a:r>
            <a:r>
              <a:rPr lang="ru-RU" sz="1400" dirty="0">
                <a:solidFill>
                  <a:schemeClr val="bg1"/>
                </a:solidFill>
                <a:latin typeface="Montserrat Medium" panose="00000600000000000000" pitchFamily="2" charset="-52"/>
              </a:rPr>
              <a:t> </a:t>
            </a:r>
            <a:r>
              <a:rPr lang="ru-RU" sz="1400" dirty="0" err="1">
                <a:solidFill>
                  <a:schemeClr val="bg1"/>
                </a:solidFill>
                <a:latin typeface="Montserrat Medium" panose="00000600000000000000" pitchFamily="2" charset="-52"/>
              </a:rPr>
              <a:t>зрозуміти</a:t>
            </a:r>
            <a:r>
              <a:rPr lang="ru-RU" sz="1400" dirty="0">
                <a:solidFill>
                  <a:schemeClr val="bg1"/>
                </a:solidFill>
                <a:latin typeface="Montserrat Medium" panose="00000600000000000000" pitchFamily="2" charset="-52"/>
              </a:rPr>
              <a:t> </a:t>
            </a:r>
            <a:r>
              <a:rPr lang="ru-RU" sz="1400" dirty="0" err="1">
                <a:solidFill>
                  <a:schemeClr val="bg1"/>
                </a:solidFill>
                <a:latin typeface="Montserrat Medium" panose="00000600000000000000" pitchFamily="2" charset="-52"/>
              </a:rPr>
              <a:t>людський</a:t>
            </a:r>
            <a:r>
              <a:rPr lang="ru-RU" sz="1400" dirty="0">
                <a:solidFill>
                  <a:schemeClr val="bg1"/>
                </a:solidFill>
                <a:latin typeface="Montserrat Medium" panose="00000600000000000000" pitchFamily="2" charset="-52"/>
              </a:rPr>
              <a:t> </a:t>
            </a:r>
            <a:r>
              <a:rPr lang="ru-RU" sz="1400" dirty="0" err="1">
                <a:solidFill>
                  <a:schemeClr val="bg1"/>
                </a:solidFill>
                <a:latin typeface="Montserrat Medium" panose="00000600000000000000" pitchFamily="2" charset="-52"/>
              </a:rPr>
              <a:t>інтелект</a:t>
            </a:r>
            <a:r>
              <a:rPr lang="ru-RU" sz="1400" dirty="0">
                <a:solidFill>
                  <a:schemeClr val="bg1"/>
                </a:solidFill>
                <a:latin typeface="Montserrat Medium" panose="00000600000000000000" pitchFamily="2" charset="-52"/>
              </a:rPr>
              <a:t>».</a:t>
            </a:r>
          </a:p>
        </p:txBody>
      </p:sp>
      <p:sp>
        <p:nvSpPr>
          <p:cNvPr id="122" name="TextBox 121">
            <a:extLst>
              <a:ext uri="{FF2B5EF4-FFF2-40B4-BE49-F238E27FC236}">
                <a16:creationId xmlns:a16="http://schemas.microsoft.com/office/drawing/2014/main" id="{A07132C8-AB44-44DF-8C9C-251C9E13E2DF}"/>
              </a:ext>
            </a:extLst>
          </p:cNvPr>
          <p:cNvSpPr txBox="1"/>
          <p:nvPr/>
        </p:nvSpPr>
        <p:spPr>
          <a:xfrm>
            <a:off x="1263435" y="9209147"/>
            <a:ext cx="230681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>
                <a:solidFill>
                  <a:srgbClr val="08EDE8"/>
                </a:solidFill>
                <a:latin typeface="Montserrat Medium" panose="00000600000000000000" pitchFamily="2" charset="-52"/>
              </a:rPr>
              <a:t>John McCarthy</a:t>
            </a:r>
            <a:endParaRPr lang="ru-RU" sz="2000" dirty="0">
              <a:solidFill>
                <a:srgbClr val="08EDE8"/>
              </a:solidFill>
              <a:latin typeface="Montserrat Medium" panose="00000600000000000000" pitchFamily="2" charset="-52"/>
            </a:endParaRP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2E054282-D021-45D3-B937-315962F1CB62}"/>
              </a:ext>
            </a:extLst>
          </p:cNvPr>
          <p:cNvSpPr txBox="1"/>
          <p:nvPr/>
        </p:nvSpPr>
        <p:spPr>
          <a:xfrm>
            <a:off x="710765" y="1713125"/>
            <a:ext cx="2443515" cy="584775"/>
          </a:xfrm>
          <a:prstGeom prst="rect">
            <a:avLst/>
          </a:prstGeom>
        </p:spPr>
        <p:txBody>
          <a:bodyPr wrap="square" rtlCol="0">
            <a:spAutoFit/>
          </a:bodyPr>
          <a:lstStyle/>
          <a:p>
            <a:pPr algn="ctr"/>
            <a:r>
              <a:rPr lang="en-US" sz="3200" dirty="0">
                <a:solidFill>
                  <a:srgbClr val="08EDE8"/>
                </a:solidFill>
                <a:latin typeface="Segoe UI Black" panose="020B0A02040204020203" pitchFamily="34" charset="0"/>
                <a:ea typeface="Segoe UI Black" panose="020B0A02040204020203" pitchFamily="34" charset="0"/>
              </a:rPr>
              <a:t>FSM</a:t>
            </a:r>
            <a:endParaRPr lang="ru-RU" sz="3200" dirty="0">
              <a:solidFill>
                <a:srgbClr val="08EDE8"/>
              </a:solidFill>
              <a:latin typeface="Segoe UI Black" panose="020B0A02040204020203" pitchFamily="34" charset="0"/>
              <a:ea typeface="Segoe UI Black" panose="020B0A02040204020203" pitchFamily="34" charset="0"/>
            </a:endParaRPr>
          </a:p>
        </p:txBody>
      </p:sp>
      <p:sp>
        <p:nvSpPr>
          <p:cNvPr id="123" name="TextBox 122">
            <a:extLst>
              <a:ext uri="{FF2B5EF4-FFF2-40B4-BE49-F238E27FC236}">
                <a16:creationId xmlns:a16="http://schemas.microsoft.com/office/drawing/2014/main" id="{0C15AE06-C7BB-4427-A9A5-F28E92E74A32}"/>
              </a:ext>
            </a:extLst>
          </p:cNvPr>
          <p:cNvSpPr txBox="1"/>
          <p:nvPr/>
        </p:nvSpPr>
        <p:spPr>
          <a:xfrm>
            <a:off x="3489962" y="1713587"/>
            <a:ext cx="2455667" cy="584775"/>
          </a:xfrm>
          <a:prstGeom prst="rect">
            <a:avLst/>
          </a:prstGeom>
        </p:spPr>
        <p:txBody>
          <a:bodyPr wrap="square" rtlCol="0">
            <a:spAutoFit/>
          </a:bodyPr>
          <a:lstStyle/>
          <a:p>
            <a:pPr algn="ctr"/>
            <a:r>
              <a:rPr lang="en-US" sz="3200" dirty="0">
                <a:solidFill>
                  <a:srgbClr val="08EDE8"/>
                </a:solidFill>
                <a:latin typeface="Segoe UI Black" panose="020B0A02040204020203" pitchFamily="34" charset="0"/>
                <a:ea typeface="Segoe UI Black" panose="020B0A02040204020203" pitchFamily="34" charset="0"/>
              </a:rPr>
              <a:t>BT</a:t>
            </a:r>
            <a:endParaRPr lang="ru-RU" sz="3200" dirty="0">
              <a:solidFill>
                <a:srgbClr val="08EDE8"/>
              </a:solidFill>
              <a:latin typeface="Segoe UI Black" panose="020B0A02040204020203" pitchFamily="34" charset="0"/>
              <a:ea typeface="Segoe UI Black" panose="020B0A02040204020203" pitchFamily="34" charset="0"/>
            </a:endParaRPr>
          </a:p>
        </p:txBody>
      </p:sp>
      <p:sp>
        <p:nvSpPr>
          <p:cNvPr id="124" name="TextBox 123">
            <a:extLst>
              <a:ext uri="{FF2B5EF4-FFF2-40B4-BE49-F238E27FC236}">
                <a16:creationId xmlns:a16="http://schemas.microsoft.com/office/drawing/2014/main" id="{F3D20DA4-F5AA-4C5D-B4AF-DC08A6E9FAC5}"/>
              </a:ext>
            </a:extLst>
          </p:cNvPr>
          <p:cNvSpPr txBox="1"/>
          <p:nvPr/>
        </p:nvSpPr>
        <p:spPr>
          <a:xfrm>
            <a:off x="6255081" y="1713126"/>
            <a:ext cx="2455667" cy="584775"/>
          </a:xfrm>
          <a:prstGeom prst="rect">
            <a:avLst/>
          </a:prstGeom>
        </p:spPr>
        <p:txBody>
          <a:bodyPr wrap="square" rtlCol="0">
            <a:spAutoFit/>
          </a:bodyPr>
          <a:lstStyle/>
          <a:p>
            <a:pPr algn="ctr"/>
            <a:r>
              <a:rPr lang="en-US" sz="3200" dirty="0">
                <a:solidFill>
                  <a:srgbClr val="08EDE8"/>
                </a:solidFill>
                <a:latin typeface="Segoe UI Black" panose="020B0A02040204020203" pitchFamily="34" charset="0"/>
                <a:ea typeface="Segoe UI Black" panose="020B0A02040204020203" pitchFamily="34" charset="0"/>
              </a:rPr>
              <a:t>GOAP</a:t>
            </a:r>
            <a:endParaRPr lang="ru-RU" sz="3200" dirty="0">
              <a:solidFill>
                <a:srgbClr val="08EDE8"/>
              </a:solidFill>
              <a:latin typeface="Segoe UI Black" panose="020B0A02040204020203" pitchFamily="34" charset="0"/>
              <a:ea typeface="Segoe UI Black" panose="020B0A02040204020203" pitchFamily="34" charset="0"/>
            </a:endParaRPr>
          </a:p>
        </p:txBody>
      </p:sp>
      <p:sp>
        <p:nvSpPr>
          <p:cNvPr id="125" name="TextBox 124">
            <a:extLst>
              <a:ext uri="{FF2B5EF4-FFF2-40B4-BE49-F238E27FC236}">
                <a16:creationId xmlns:a16="http://schemas.microsoft.com/office/drawing/2014/main" id="{FC57040F-26EF-49E9-9810-42CDC83B4554}"/>
              </a:ext>
            </a:extLst>
          </p:cNvPr>
          <p:cNvSpPr txBox="1"/>
          <p:nvPr/>
        </p:nvSpPr>
        <p:spPr>
          <a:xfrm>
            <a:off x="9048348" y="1713586"/>
            <a:ext cx="2432884" cy="584775"/>
          </a:xfrm>
          <a:prstGeom prst="rect">
            <a:avLst/>
          </a:prstGeom>
        </p:spPr>
        <p:txBody>
          <a:bodyPr wrap="square" rtlCol="0">
            <a:spAutoFit/>
          </a:bodyPr>
          <a:lstStyle/>
          <a:p>
            <a:pPr algn="ctr"/>
            <a:r>
              <a:rPr lang="en-US" sz="3200" dirty="0">
                <a:solidFill>
                  <a:srgbClr val="08EDE8"/>
                </a:solidFill>
                <a:latin typeface="Segoe UI Black" panose="020B0A02040204020203" pitchFamily="34" charset="0"/>
                <a:ea typeface="Segoe UI Black" panose="020B0A02040204020203" pitchFamily="34" charset="0"/>
              </a:rPr>
              <a:t>UAI</a:t>
            </a:r>
            <a:endParaRPr lang="ru-RU" sz="3200" dirty="0">
              <a:solidFill>
                <a:srgbClr val="08EDE8"/>
              </a:solidFill>
              <a:latin typeface="Segoe UI Black" panose="020B0A02040204020203" pitchFamily="34" charset="0"/>
              <a:ea typeface="Segoe UI Black" panose="020B0A02040204020203" pitchFamily="34" charset="0"/>
            </a:endParaRPr>
          </a:p>
        </p:txBody>
      </p:sp>
      <p:sp>
        <p:nvSpPr>
          <p:cNvPr id="126" name="TextBox 125">
            <a:extLst>
              <a:ext uri="{FF2B5EF4-FFF2-40B4-BE49-F238E27FC236}">
                <a16:creationId xmlns:a16="http://schemas.microsoft.com/office/drawing/2014/main" id="{8EF7D398-146C-4E49-8608-8A0F45970AB3}"/>
              </a:ext>
            </a:extLst>
          </p:cNvPr>
          <p:cNvSpPr txBox="1"/>
          <p:nvPr/>
        </p:nvSpPr>
        <p:spPr>
          <a:xfrm rot="19097318">
            <a:off x="5000034" y="7241033"/>
            <a:ext cx="1111812" cy="1015663"/>
          </a:xfrm>
          <a:prstGeom prst="rect">
            <a:avLst/>
          </a:prstGeom>
        </p:spPr>
        <p:txBody>
          <a:bodyPr wrap="square" rtlCol="0">
            <a:spAutoFit/>
          </a:bodyPr>
          <a:lstStyle/>
          <a:p>
            <a:r>
              <a:rPr lang="en-US" sz="6000" dirty="0">
                <a:solidFill>
                  <a:srgbClr val="06A29E">
                    <a:alpha val="10000"/>
                  </a:srgbClr>
                </a:solidFill>
                <a:latin typeface="Segoe UI Black" panose="020B0A02040204020203" pitchFamily="34" charset="0"/>
                <a:ea typeface="Segoe UI Black" panose="020B0A02040204020203" pitchFamily="34" charset="0"/>
              </a:rPr>
              <a:t>AI</a:t>
            </a:r>
            <a:endParaRPr lang="ru-RU" sz="6000" dirty="0">
              <a:solidFill>
                <a:srgbClr val="06A29E">
                  <a:alpha val="10000"/>
                </a:srgbClr>
              </a:solidFill>
              <a:latin typeface="Segoe UI Black" panose="020B0A02040204020203" pitchFamily="34" charset="0"/>
              <a:ea typeface="Segoe UI Black" panose="020B0A02040204020203" pitchFamily="34" charset="0"/>
            </a:endParaRPr>
          </a:p>
        </p:txBody>
      </p:sp>
      <p:sp>
        <p:nvSpPr>
          <p:cNvPr id="127" name="TextBox 126">
            <a:extLst>
              <a:ext uri="{FF2B5EF4-FFF2-40B4-BE49-F238E27FC236}">
                <a16:creationId xmlns:a16="http://schemas.microsoft.com/office/drawing/2014/main" id="{82230F7A-2D16-4764-B33C-286ECE3ED4B9}"/>
              </a:ext>
            </a:extLst>
          </p:cNvPr>
          <p:cNvSpPr txBox="1"/>
          <p:nvPr/>
        </p:nvSpPr>
        <p:spPr>
          <a:xfrm rot="19295560">
            <a:off x="-1089708" y="7442925"/>
            <a:ext cx="1844282" cy="1015663"/>
          </a:xfrm>
          <a:prstGeom prst="rect">
            <a:avLst/>
          </a:prstGeom>
        </p:spPr>
        <p:txBody>
          <a:bodyPr wrap="square" rtlCol="0">
            <a:spAutoFit/>
          </a:bodyPr>
          <a:lstStyle/>
          <a:p>
            <a:r>
              <a:rPr lang="en-US" sz="6000" dirty="0">
                <a:solidFill>
                  <a:srgbClr val="06A29E">
                    <a:alpha val="10000"/>
                  </a:srgbClr>
                </a:solidFill>
                <a:latin typeface="Segoe UI Black" panose="020B0A02040204020203" pitchFamily="34" charset="0"/>
                <a:ea typeface="Segoe UI Black" panose="020B0A02040204020203" pitchFamily="34" charset="0"/>
              </a:rPr>
              <a:t>DL</a:t>
            </a:r>
            <a:endParaRPr lang="ru-RU" sz="6000" dirty="0">
              <a:solidFill>
                <a:srgbClr val="06A29E">
                  <a:alpha val="10000"/>
                </a:srgbClr>
              </a:solidFill>
              <a:latin typeface="Segoe UI Black" panose="020B0A02040204020203" pitchFamily="34" charset="0"/>
              <a:ea typeface="Segoe UI Black" panose="020B0A02040204020203" pitchFamily="34" charset="0"/>
            </a:endParaRPr>
          </a:p>
        </p:txBody>
      </p:sp>
      <p:sp>
        <p:nvSpPr>
          <p:cNvPr id="128" name="TextBox 127">
            <a:extLst>
              <a:ext uri="{FF2B5EF4-FFF2-40B4-BE49-F238E27FC236}">
                <a16:creationId xmlns:a16="http://schemas.microsoft.com/office/drawing/2014/main" id="{0DE3A640-446F-45BA-BCD4-5BED07ACCFC8}"/>
              </a:ext>
            </a:extLst>
          </p:cNvPr>
          <p:cNvSpPr txBox="1"/>
          <p:nvPr/>
        </p:nvSpPr>
        <p:spPr>
          <a:xfrm rot="18797126">
            <a:off x="-2671750" y="3940625"/>
            <a:ext cx="1844282" cy="1015663"/>
          </a:xfrm>
          <a:prstGeom prst="rect">
            <a:avLst/>
          </a:prstGeom>
        </p:spPr>
        <p:txBody>
          <a:bodyPr wrap="square" rtlCol="0">
            <a:spAutoFit/>
          </a:bodyPr>
          <a:lstStyle/>
          <a:p>
            <a:r>
              <a:rPr lang="en-US" sz="6000" dirty="0">
                <a:solidFill>
                  <a:srgbClr val="06A29E">
                    <a:alpha val="10000"/>
                  </a:srgbClr>
                </a:solidFill>
                <a:latin typeface="Segoe UI Black" panose="020B0A02040204020203" pitchFamily="34" charset="0"/>
                <a:ea typeface="Segoe UI Black" panose="020B0A02040204020203" pitchFamily="34" charset="0"/>
              </a:rPr>
              <a:t>LLM</a:t>
            </a:r>
            <a:endParaRPr lang="ru-RU" sz="6000" dirty="0">
              <a:solidFill>
                <a:srgbClr val="06A29E">
                  <a:alpha val="10000"/>
                </a:srgbClr>
              </a:solidFill>
              <a:latin typeface="Segoe UI Black" panose="020B0A02040204020203" pitchFamily="34" charset="0"/>
              <a:ea typeface="Segoe UI Black" panose="020B0A02040204020203" pitchFamily="34" charset="0"/>
            </a:endParaRPr>
          </a:p>
        </p:txBody>
      </p:sp>
      <p:sp>
        <p:nvSpPr>
          <p:cNvPr id="118" name="TextBox 117">
            <a:extLst>
              <a:ext uri="{FF2B5EF4-FFF2-40B4-BE49-F238E27FC236}">
                <a16:creationId xmlns:a16="http://schemas.microsoft.com/office/drawing/2014/main" id="{AB48073B-50E2-4B5E-92D7-FD7C79291800}"/>
              </a:ext>
            </a:extLst>
          </p:cNvPr>
          <p:cNvSpPr txBox="1"/>
          <p:nvPr/>
        </p:nvSpPr>
        <p:spPr>
          <a:xfrm>
            <a:off x="695326" y="2140585"/>
            <a:ext cx="2471110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00" dirty="0">
                <a:solidFill>
                  <a:srgbClr val="08EDE8"/>
                </a:solidFill>
                <a:latin typeface="Montserrat Medium" panose="00000600000000000000" pitchFamily="2" charset="-52"/>
              </a:rPr>
              <a:t>Final</a:t>
            </a:r>
            <a:r>
              <a:rPr lang="ru-RU" sz="2000" dirty="0">
                <a:solidFill>
                  <a:srgbClr val="08EDE8"/>
                </a:solidFill>
                <a:latin typeface="Montserrat Medium" panose="00000600000000000000" pitchFamily="2" charset="-52"/>
              </a:rPr>
              <a:t> </a:t>
            </a:r>
            <a:r>
              <a:rPr lang="en-US" sz="2000" dirty="0">
                <a:solidFill>
                  <a:srgbClr val="08EDE8"/>
                </a:solidFill>
                <a:latin typeface="Montserrat Medium" panose="00000600000000000000" pitchFamily="2" charset="-52"/>
              </a:rPr>
              <a:t>State Machines</a:t>
            </a:r>
            <a:endParaRPr lang="ru-RU" sz="2000" dirty="0">
              <a:solidFill>
                <a:srgbClr val="08EDE8"/>
              </a:solidFill>
              <a:latin typeface="Montserrat Medium" panose="00000600000000000000" pitchFamily="2" charset="-52"/>
            </a:endParaRPr>
          </a:p>
        </p:txBody>
      </p:sp>
      <p:sp>
        <p:nvSpPr>
          <p:cNvPr id="120" name="TextBox 119">
            <a:extLst>
              <a:ext uri="{FF2B5EF4-FFF2-40B4-BE49-F238E27FC236}">
                <a16:creationId xmlns:a16="http://schemas.microsoft.com/office/drawing/2014/main" id="{82207D82-1B5C-4EF2-813A-FE9E7B82DCD4}"/>
              </a:ext>
            </a:extLst>
          </p:cNvPr>
          <p:cNvSpPr txBox="1"/>
          <p:nvPr/>
        </p:nvSpPr>
        <p:spPr>
          <a:xfrm>
            <a:off x="3477179" y="2140585"/>
            <a:ext cx="2471110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00" dirty="0">
                <a:solidFill>
                  <a:srgbClr val="08EDE8"/>
                </a:solidFill>
                <a:latin typeface="Montserrat Medium" panose="00000600000000000000" pitchFamily="2" charset="-52"/>
              </a:rPr>
              <a:t>Behavior </a:t>
            </a:r>
            <a:endParaRPr lang="uk-UA" sz="2000" dirty="0">
              <a:solidFill>
                <a:srgbClr val="08EDE8"/>
              </a:solidFill>
              <a:latin typeface="Montserrat Medium" panose="00000600000000000000" pitchFamily="2" charset="-52"/>
            </a:endParaRPr>
          </a:p>
          <a:p>
            <a:pPr algn="ctr"/>
            <a:r>
              <a:rPr lang="en-US" sz="2000" dirty="0">
                <a:solidFill>
                  <a:srgbClr val="08EDE8"/>
                </a:solidFill>
                <a:latin typeface="Montserrat Medium" panose="00000600000000000000" pitchFamily="2" charset="-52"/>
              </a:rPr>
              <a:t>Trees</a:t>
            </a:r>
            <a:endParaRPr lang="ru-RU" sz="2000" dirty="0">
              <a:solidFill>
                <a:srgbClr val="08EDE8"/>
              </a:solidFill>
              <a:latin typeface="Montserrat Medium" panose="00000600000000000000" pitchFamily="2" charset="-52"/>
            </a:endParaRPr>
          </a:p>
        </p:txBody>
      </p:sp>
      <p:sp>
        <p:nvSpPr>
          <p:cNvPr id="129" name="TextBox 128">
            <a:extLst>
              <a:ext uri="{FF2B5EF4-FFF2-40B4-BE49-F238E27FC236}">
                <a16:creationId xmlns:a16="http://schemas.microsoft.com/office/drawing/2014/main" id="{987BF093-A9F1-4867-8BDC-12875EFB4A35}"/>
              </a:ext>
            </a:extLst>
          </p:cNvPr>
          <p:cNvSpPr txBox="1"/>
          <p:nvPr/>
        </p:nvSpPr>
        <p:spPr>
          <a:xfrm>
            <a:off x="6259032" y="2140585"/>
            <a:ext cx="2471110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00" dirty="0">
                <a:solidFill>
                  <a:srgbClr val="08EDE8"/>
                </a:solidFill>
                <a:latin typeface="Montserrat Medium" panose="00000600000000000000" pitchFamily="2" charset="-52"/>
              </a:rPr>
              <a:t>Goal-Oriented Action Planning</a:t>
            </a:r>
            <a:endParaRPr lang="ru-RU" sz="2000" dirty="0">
              <a:solidFill>
                <a:srgbClr val="08EDE8"/>
              </a:solidFill>
              <a:latin typeface="Montserrat Medium" panose="00000600000000000000" pitchFamily="2" charset="-52"/>
            </a:endParaRPr>
          </a:p>
        </p:txBody>
      </p:sp>
      <p:sp>
        <p:nvSpPr>
          <p:cNvPr id="130" name="TextBox 129">
            <a:extLst>
              <a:ext uri="{FF2B5EF4-FFF2-40B4-BE49-F238E27FC236}">
                <a16:creationId xmlns:a16="http://schemas.microsoft.com/office/drawing/2014/main" id="{67D45B67-1447-40B5-9190-98E081448D9E}"/>
              </a:ext>
            </a:extLst>
          </p:cNvPr>
          <p:cNvSpPr txBox="1"/>
          <p:nvPr/>
        </p:nvSpPr>
        <p:spPr>
          <a:xfrm>
            <a:off x="9040885" y="2140585"/>
            <a:ext cx="2471110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00" dirty="0">
                <a:solidFill>
                  <a:srgbClr val="08EDE8"/>
                </a:solidFill>
                <a:latin typeface="Montserrat Medium" panose="00000600000000000000" pitchFamily="2" charset="-52"/>
              </a:rPr>
              <a:t>Utility Artificial Intelligence</a:t>
            </a:r>
            <a:endParaRPr lang="ru-RU" sz="2000" dirty="0">
              <a:solidFill>
                <a:srgbClr val="08EDE8"/>
              </a:solidFill>
              <a:latin typeface="Montserrat Medium" panose="00000600000000000000" pitchFamily="2" charset="-52"/>
            </a:endParaRPr>
          </a:p>
        </p:txBody>
      </p:sp>
      <p:sp>
        <p:nvSpPr>
          <p:cNvPr id="131" name="TextBox 130">
            <a:extLst>
              <a:ext uri="{FF2B5EF4-FFF2-40B4-BE49-F238E27FC236}">
                <a16:creationId xmlns:a16="http://schemas.microsoft.com/office/drawing/2014/main" id="{8DE345E3-798D-4A65-BE66-394811519AFC}"/>
              </a:ext>
            </a:extLst>
          </p:cNvPr>
          <p:cNvSpPr txBox="1"/>
          <p:nvPr/>
        </p:nvSpPr>
        <p:spPr>
          <a:xfrm>
            <a:off x="696682" y="3434873"/>
            <a:ext cx="2454422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sz="1400" dirty="0" err="1">
                <a:solidFill>
                  <a:schemeClr val="bg1"/>
                </a:solidFill>
                <a:latin typeface="Montserrat Medium" panose="00000600000000000000" pitchFamily="2" charset="-52"/>
              </a:rPr>
              <a:t>Найпростіший</a:t>
            </a:r>
            <a:r>
              <a:rPr lang="ru-RU" sz="1400" dirty="0">
                <a:solidFill>
                  <a:schemeClr val="bg1"/>
                </a:solidFill>
                <a:latin typeface="Montserrat Medium" panose="00000600000000000000" pitchFamily="2" charset="-52"/>
              </a:rPr>
              <a:t> вид. У бота є </a:t>
            </a:r>
            <a:r>
              <a:rPr lang="ru-RU" sz="1400" dirty="0" err="1">
                <a:solidFill>
                  <a:schemeClr val="bg1"/>
                </a:solidFill>
                <a:latin typeface="Montserrat Medium" panose="00000600000000000000" pitchFamily="2" charset="-52"/>
              </a:rPr>
              <a:t>стани</a:t>
            </a:r>
            <a:r>
              <a:rPr lang="ru-RU" sz="1400" dirty="0">
                <a:solidFill>
                  <a:schemeClr val="bg1"/>
                </a:solidFill>
                <a:latin typeface="Montserrat Medium" panose="00000600000000000000" pitchFamily="2" charset="-52"/>
              </a:rPr>
              <a:t> і </a:t>
            </a:r>
            <a:r>
              <a:rPr lang="ru-RU" sz="1400" dirty="0" err="1">
                <a:solidFill>
                  <a:schemeClr val="bg1"/>
                </a:solidFill>
                <a:latin typeface="Montserrat Medium" panose="00000600000000000000" pitchFamily="2" charset="-52"/>
              </a:rPr>
              <a:t>він</a:t>
            </a:r>
            <a:r>
              <a:rPr lang="ru-RU" sz="1400" dirty="0">
                <a:solidFill>
                  <a:schemeClr val="bg1"/>
                </a:solidFill>
                <a:latin typeface="Montserrat Medium" panose="00000600000000000000" pitchFamily="2" charset="-52"/>
              </a:rPr>
              <a:t> </a:t>
            </a:r>
            <a:r>
              <a:rPr lang="ru-RU" sz="1400" dirty="0" err="1">
                <a:solidFill>
                  <a:schemeClr val="bg1"/>
                </a:solidFill>
                <a:latin typeface="Montserrat Medium" panose="00000600000000000000" pitchFamily="2" charset="-52"/>
              </a:rPr>
              <a:t>переключається</a:t>
            </a:r>
            <a:r>
              <a:rPr lang="ru-RU" sz="1400" dirty="0">
                <a:solidFill>
                  <a:schemeClr val="bg1"/>
                </a:solidFill>
                <a:latin typeface="Montserrat Medium" panose="00000600000000000000" pitchFamily="2" charset="-52"/>
              </a:rPr>
              <a:t> </a:t>
            </a:r>
            <a:r>
              <a:rPr lang="ru-RU" sz="1400" dirty="0" err="1">
                <a:solidFill>
                  <a:schemeClr val="bg1"/>
                </a:solidFill>
                <a:latin typeface="Montserrat Medium" panose="00000600000000000000" pitchFamily="2" charset="-52"/>
              </a:rPr>
              <a:t>між</a:t>
            </a:r>
            <a:r>
              <a:rPr lang="ru-RU" sz="1400" dirty="0">
                <a:solidFill>
                  <a:schemeClr val="bg1"/>
                </a:solidFill>
                <a:latin typeface="Montserrat Medium" panose="00000600000000000000" pitchFamily="2" charset="-52"/>
              </a:rPr>
              <a:t> </a:t>
            </a:r>
            <a:r>
              <a:rPr lang="ru-RU" sz="1400" dirty="0" err="1">
                <a:solidFill>
                  <a:schemeClr val="bg1"/>
                </a:solidFill>
                <a:latin typeface="Montserrat Medium" panose="00000600000000000000" pitchFamily="2" charset="-52"/>
              </a:rPr>
              <a:t>цими</a:t>
            </a:r>
            <a:r>
              <a:rPr lang="ru-RU" sz="1400" dirty="0">
                <a:solidFill>
                  <a:schemeClr val="bg1"/>
                </a:solidFill>
                <a:latin typeface="Montserrat Medium" panose="00000600000000000000" pitchFamily="2" charset="-52"/>
              </a:rPr>
              <a:t> станами</a:t>
            </a:r>
          </a:p>
        </p:txBody>
      </p:sp>
      <p:sp>
        <p:nvSpPr>
          <p:cNvPr id="132" name="TextBox 131">
            <a:extLst>
              <a:ext uri="{FF2B5EF4-FFF2-40B4-BE49-F238E27FC236}">
                <a16:creationId xmlns:a16="http://schemas.microsoft.com/office/drawing/2014/main" id="{F82FD091-0213-4804-A46C-DE25F1284994}"/>
              </a:ext>
            </a:extLst>
          </p:cNvPr>
          <p:cNvSpPr txBox="1"/>
          <p:nvPr/>
        </p:nvSpPr>
        <p:spPr>
          <a:xfrm>
            <a:off x="3492537" y="3434873"/>
            <a:ext cx="2454422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uk-UA" sz="1400" dirty="0">
                <a:solidFill>
                  <a:schemeClr val="bg1"/>
                </a:solidFill>
                <a:latin typeface="Montserrat Medium" panose="00000600000000000000" pitchFamily="2" charset="-52"/>
              </a:rPr>
              <a:t>Це ієрархія задач. Бот перевіряє умови і обирає гілку дій.</a:t>
            </a:r>
            <a:endParaRPr lang="ru-RU" sz="1400" dirty="0">
              <a:solidFill>
                <a:schemeClr val="bg1"/>
              </a:solidFill>
              <a:latin typeface="Montserrat Medium" panose="00000600000000000000" pitchFamily="2" charset="-52"/>
            </a:endParaRPr>
          </a:p>
        </p:txBody>
      </p:sp>
      <p:sp>
        <p:nvSpPr>
          <p:cNvPr id="133" name="TextBox 132">
            <a:extLst>
              <a:ext uri="{FF2B5EF4-FFF2-40B4-BE49-F238E27FC236}">
                <a16:creationId xmlns:a16="http://schemas.microsoft.com/office/drawing/2014/main" id="{2281DF3F-4ED4-4DF8-80CB-B52CEC2BF6E1}"/>
              </a:ext>
            </a:extLst>
          </p:cNvPr>
          <p:cNvSpPr txBox="1"/>
          <p:nvPr/>
        </p:nvSpPr>
        <p:spPr>
          <a:xfrm>
            <a:off x="6210912" y="3434873"/>
            <a:ext cx="2554164" cy="160043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sz="1400" dirty="0">
                <a:solidFill>
                  <a:schemeClr val="bg1"/>
                </a:solidFill>
                <a:latin typeface="Montserrat Medium" panose="00000600000000000000" pitchFamily="2" charset="-52"/>
              </a:rPr>
              <a:t>Бот </a:t>
            </a:r>
            <a:r>
              <a:rPr lang="ru-RU" sz="1400" dirty="0" err="1">
                <a:solidFill>
                  <a:schemeClr val="bg1"/>
                </a:solidFill>
                <a:latin typeface="Montserrat Medium" panose="00000600000000000000" pitchFamily="2" charset="-52"/>
              </a:rPr>
              <a:t>будує</a:t>
            </a:r>
            <a:r>
              <a:rPr lang="ru-RU" sz="1400" dirty="0">
                <a:solidFill>
                  <a:schemeClr val="bg1"/>
                </a:solidFill>
                <a:latin typeface="Montserrat Medium" panose="00000600000000000000" pitchFamily="2" charset="-52"/>
              </a:rPr>
              <a:t> план </a:t>
            </a:r>
            <a:r>
              <a:rPr lang="ru-RU" sz="1400" dirty="0" err="1">
                <a:solidFill>
                  <a:schemeClr val="bg1"/>
                </a:solidFill>
                <a:latin typeface="Montserrat Medium" panose="00000600000000000000" pitchFamily="2" charset="-52"/>
              </a:rPr>
              <a:t>дій</a:t>
            </a:r>
            <a:r>
              <a:rPr lang="ru-RU" sz="1400" dirty="0">
                <a:solidFill>
                  <a:schemeClr val="bg1"/>
                </a:solidFill>
                <a:latin typeface="Montserrat Medium" panose="00000600000000000000" pitchFamily="2" charset="-52"/>
              </a:rPr>
              <a:t> для </a:t>
            </a:r>
            <a:r>
              <a:rPr lang="ru-RU" sz="1400" dirty="0" err="1">
                <a:solidFill>
                  <a:schemeClr val="bg1"/>
                </a:solidFill>
                <a:latin typeface="Montserrat Medium" panose="00000600000000000000" pitchFamily="2" charset="-52"/>
              </a:rPr>
              <a:t>досягнення</a:t>
            </a:r>
            <a:r>
              <a:rPr lang="ru-RU" sz="1400" dirty="0">
                <a:solidFill>
                  <a:schemeClr val="bg1"/>
                </a:solidFill>
                <a:latin typeface="Montserrat Medium" panose="00000600000000000000" pitchFamily="2" charset="-52"/>
              </a:rPr>
              <a:t> </a:t>
            </a:r>
            <a:r>
              <a:rPr lang="ru-RU" sz="1400" dirty="0" err="1">
                <a:solidFill>
                  <a:schemeClr val="bg1"/>
                </a:solidFill>
                <a:latin typeface="Montserrat Medium" panose="00000600000000000000" pitchFamily="2" charset="-52"/>
              </a:rPr>
              <a:t>цілей</a:t>
            </a:r>
            <a:r>
              <a:rPr lang="ru-RU" sz="1400" dirty="0">
                <a:solidFill>
                  <a:schemeClr val="bg1"/>
                </a:solidFill>
                <a:latin typeface="Montserrat Medium" panose="00000600000000000000" pitchFamily="2" charset="-52"/>
              </a:rPr>
              <a:t>. Приклад: </a:t>
            </a:r>
            <a:r>
              <a:rPr lang="ru-RU" sz="1400" dirty="0" err="1">
                <a:solidFill>
                  <a:schemeClr val="bg1"/>
                </a:solidFill>
                <a:latin typeface="Montserrat Medium" panose="00000600000000000000" pitchFamily="2" charset="-52"/>
              </a:rPr>
              <a:t>гра</a:t>
            </a:r>
            <a:r>
              <a:rPr lang="ru-RU" sz="1400" dirty="0">
                <a:solidFill>
                  <a:schemeClr val="bg1"/>
                </a:solidFill>
                <a:latin typeface="Montserrat Medium" panose="00000600000000000000" pitchFamily="2" charset="-52"/>
              </a:rPr>
              <a:t> </a:t>
            </a:r>
            <a:r>
              <a:rPr lang="en-US" sz="1400" dirty="0">
                <a:solidFill>
                  <a:schemeClr val="bg1"/>
                </a:solidFill>
                <a:latin typeface="Montserrat Medium" panose="00000600000000000000" pitchFamily="2" charset="-52"/>
              </a:rPr>
              <a:t>F.E.A.R</a:t>
            </a:r>
            <a:r>
              <a:rPr lang="uk-UA" sz="1400" dirty="0">
                <a:solidFill>
                  <a:schemeClr val="bg1"/>
                </a:solidFill>
                <a:latin typeface="Montserrat Medium" panose="00000600000000000000" pitchFamily="2" charset="-52"/>
              </a:rPr>
              <a:t>: «щоб вбити гравця, мені потрібно знайти укриття –</a:t>
            </a:r>
            <a:r>
              <a:rPr lang="en-US" sz="1400" dirty="0">
                <a:solidFill>
                  <a:schemeClr val="bg1"/>
                </a:solidFill>
                <a:latin typeface="Montserrat Medium" panose="00000600000000000000" pitchFamily="2" charset="-52"/>
              </a:rPr>
              <a:t>&gt;</a:t>
            </a:r>
            <a:r>
              <a:rPr lang="uk-UA" sz="1400" dirty="0">
                <a:solidFill>
                  <a:schemeClr val="bg1"/>
                </a:solidFill>
                <a:latin typeface="Montserrat Medium" panose="00000600000000000000" pitchFamily="2" charset="-52"/>
              </a:rPr>
              <a:t> перезарядитись –</a:t>
            </a:r>
            <a:r>
              <a:rPr lang="en-US" sz="1400" dirty="0">
                <a:solidFill>
                  <a:schemeClr val="bg1"/>
                </a:solidFill>
                <a:latin typeface="Montserrat Medium" panose="00000600000000000000" pitchFamily="2" charset="-52"/>
              </a:rPr>
              <a:t>&gt; </a:t>
            </a:r>
            <a:r>
              <a:rPr lang="uk-UA" sz="1400" dirty="0">
                <a:solidFill>
                  <a:schemeClr val="bg1"/>
                </a:solidFill>
                <a:latin typeface="Montserrat Medium" panose="00000600000000000000" pitchFamily="2" charset="-52"/>
              </a:rPr>
              <a:t>обійти з флангу</a:t>
            </a:r>
            <a:endParaRPr lang="ru-RU" sz="1400" dirty="0">
              <a:solidFill>
                <a:schemeClr val="bg1"/>
              </a:solidFill>
              <a:latin typeface="Montserrat Medium" panose="00000600000000000000" pitchFamily="2" charset="-52"/>
            </a:endParaRPr>
          </a:p>
        </p:txBody>
      </p:sp>
      <p:sp>
        <p:nvSpPr>
          <p:cNvPr id="134" name="TextBox 133">
            <a:extLst>
              <a:ext uri="{FF2B5EF4-FFF2-40B4-BE49-F238E27FC236}">
                <a16:creationId xmlns:a16="http://schemas.microsoft.com/office/drawing/2014/main" id="{1A907537-BB74-42AB-A815-38C9ECA0705B}"/>
              </a:ext>
            </a:extLst>
          </p:cNvPr>
          <p:cNvSpPr txBox="1"/>
          <p:nvPr/>
        </p:nvSpPr>
        <p:spPr>
          <a:xfrm>
            <a:off x="9084247" y="3434873"/>
            <a:ext cx="2454422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sz="1400" dirty="0">
                <a:solidFill>
                  <a:schemeClr val="bg1"/>
                </a:solidFill>
                <a:latin typeface="Montserrat Medium" panose="00000600000000000000" pitchFamily="2" charset="-52"/>
              </a:rPr>
              <a:t>Бот </a:t>
            </a:r>
            <a:r>
              <a:rPr lang="ru-RU" sz="1400" dirty="0" err="1">
                <a:solidFill>
                  <a:schemeClr val="bg1"/>
                </a:solidFill>
                <a:latin typeface="Montserrat Medium" panose="00000600000000000000" pitchFamily="2" charset="-52"/>
              </a:rPr>
              <a:t>оцінює</a:t>
            </a:r>
            <a:r>
              <a:rPr lang="ru-RU" sz="1400" dirty="0">
                <a:solidFill>
                  <a:schemeClr val="bg1"/>
                </a:solidFill>
                <a:latin typeface="Montserrat Medium" panose="00000600000000000000" pitchFamily="2" charset="-52"/>
              </a:rPr>
              <a:t> </a:t>
            </a:r>
            <a:r>
              <a:rPr lang="ru-RU" sz="1400" dirty="0" err="1">
                <a:solidFill>
                  <a:schemeClr val="bg1"/>
                </a:solidFill>
                <a:latin typeface="Montserrat Medium" panose="00000600000000000000" pitchFamily="2" charset="-52"/>
              </a:rPr>
              <a:t>користність</a:t>
            </a:r>
            <a:r>
              <a:rPr lang="ru-RU" sz="1400" dirty="0">
                <a:solidFill>
                  <a:schemeClr val="bg1"/>
                </a:solidFill>
                <a:latin typeface="Montserrat Medium" panose="00000600000000000000" pitchFamily="2" charset="-52"/>
              </a:rPr>
              <a:t> </a:t>
            </a:r>
            <a:r>
              <a:rPr lang="ru-RU" sz="1400" dirty="0" err="1">
                <a:solidFill>
                  <a:schemeClr val="bg1"/>
                </a:solidFill>
                <a:latin typeface="Montserrat Medium" panose="00000600000000000000" pitchFamily="2" charset="-52"/>
              </a:rPr>
              <a:t>кожної</a:t>
            </a:r>
            <a:r>
              <a:rPr lang="ru-RU" sz="1400" dirty="0">
                <a:solidFill>
                  <a:schemeClr val="bg1"/>
                </a:solidFill>
                <a:latin typeface="Montserrat Medium" panose="00000600000000000000" pitchFamily="2" charset="-52"/>
              </a:rPr>
              <a:t> </a:t>
            </a:r>
            <a:r>
              <a:rPr lang="ru-RU" sz="1400" dirty="0" err="1">
                <a:solidFill>
                  <a:schemeClr val="bg1"/>
                </a:solidFill>
                <a:latin typeface="Montserrat Medium" panose="00000600000000000000" pitchFamily="2" charset="-52"/>
              </a:rPr>
              <a:t>дії</a:t>
            </a:r>
            <a:r>
              <a:rPr lang="ru-RU" sz="1400" dirty="0">
                <a:solidFill>
                  <a:schemeClr val="bg1"/>
                </a:solidFill>
                <a:latin typeface="Montserrat Medium" panose="00000600000000000000" pitchFamily="2" charset="-52"/>
              </a:rPr>
              <a:t> у числовому </a:t>
            </a:r>
            <a:r>
              <a:rPr lang="ru-RU" sz="1400" dirty="0" err="1">
                <a:solidFill>
                  <a:schemeClr val="bg1"/>
                </a:solidFill>
                <a:latin typeface="Montserrat Medium" panose="00000600000000000000" pitchFamily="2" charset="-52"/>
              </a:rPr>
              <a:t>вигдяді</a:t>
            </a:r>
            <a:r>
              <a:rPr lang="ru-RU" sz="1400" dirty="0">
                <a:solidFill>
                  <a:schemeClr val="bg1"/>
                </a:solidFill>
                <a:latin typeface="Montserrat Medium" panose="00000600000000000000" pitchFamily="2" charset="-52"/>
              </a:rPr>
              <a:t> і </a:t>
            </a:r>
            <a:r>
              <a:rPr lang="ru-RU" sz="1400" dirty="0" err="1">
                <a:solidFill>
                  <a:schemeClr val="bg1"/>
                </a:solidFill>
                <a:latin typeface="Montserrat Medium" panose="00000600000000000000" pitchFamily="2" charset="-52"/>
              </a:rPr>
              <a:t>обирає</a:t>
            </a:r>
            <a:r>
              <a:rPr lang="ru-RU" sz="1400" dirty="0">
                <a:solidFill>
                  <a:schemeClr val="bg1"/>
                </a:solidFill>
                <a:latin typeface="Montserrat Medium" panose="00000600000000000000" pitchFamily="2" charset="-52"/>
              </a:rPr>
              <a:t> те, </a:t>
            </a:r>
          </a:p>
          <a:p>
            <a:pPr algn="ctr"/>
            <a:r>
              <a:rPr lang="ru-RU" sz="1400" dirty="0" err="1">
                <a:solidFill>
                  <a:schemeClr val="bg1"/>
                </a:solidFill>
                <a:latin typeface="Montserrat Medium" panose="00000600000000000000" pitchFamily="2" charset="-52"/>
              </a:rPr>
              <a:t>що</a:t>
            </a:r>
            <a:r>
              <a:rPr lang="ru-RU" sz="1400" dirty="0">
                <a:solidFill>
                  <a:schemeClr val="bg1"/>
                </a:solidFill>
                <a:latin typeface="Montserrat Medium" panose="00000600000000000000" pitchFamily="2" charset="-52"/>
              </a:rPr>
              <a:t> </a:t>
            </a:r>
            <a:r>
              <a:rPr lang="ru-RU" sz="1400" dirty="0" err="1">
                <a:solidFill>
                  <a:schemeClr val="bg1"/>
                </a:solidFill>
                <a:latin typeface="Montserrat Medium" panose="00000600000000000000" pitchFamily="2" charset="-52"/>
              </a:rPr>
              <a:t>найвигідніше</a:t>
            </a:r>
            <a:endParaRPr lang="ru-RU" sz="1400" dirty="0">
              <a:solidFill>
                <a:schemeClr val="bg1"/>
              </a:solidFill>
              <a:latin typeface="Montserrat Medium" panose="00000600000000000000" pitchFamily="2" charset="-52"/>
            </a:endParaRPr>
          </a:p>
        </p:txBody>
      </p:sp>
      <p:sp>
        <p:nvSpPr>
          <p:cNvPr id="136" name="TextBox 135">
            <a:extLst>
              <a:ext uri="{FF2B5EF4-FFF2-40B4-BE49-F238E27FC236}">
                <a16:creationId xmlns:a16="http://schemas.microsoft.com/office/drawing/2014/main" id="{D5B0A784-2F60-440C-B1B3-327301D3BC34}"/>
              </a:ext>
            </a:extLst>
          </p:cNvPr>
          <p:cNvSpPr txBox="1"/>
          <p:nvPr/>
        </p:nvSpPr>
        <p:spPr>
          <a:xfrm>
            <a:off x="3855228" y="8158799"/>
            <a:ext cx="1844282" cy="1015663"/>
          </a:xfrm>
          <a:prstGeom prst="rect">
            <a:avLst/>
          </a:prstGeom>
        </p:spPr>
        <p:txBody>
          <a:bodyPr wrap="square" rtlCol="0">
            <a:spAutoFit/>
          </a:bodyPr>
          <a:lstStyle/>
          <a:p>
            <a:r>
              <a:rPr lang="en-US" sz="6000" dirty="0">
                <a:solidFill>
                  <a:srgbClr val="06A29E">
                    <a:alpha val="10000"/>
                  </a:srgbClr>
                </a:solidFill>
                <a:latin typeface="Segoe UI Black" panose="020B0A02040204020203" pitchFamily="34" charset="0"/>
                <a:ea typeface="Segoe UI Black" panose="020B0A02040204020203" pitchFamily="34" charset="0"/>
              </a:rPr>
              <a:t>ML</a:t>
            </a:r>
            <a:endParaRPr lang="ru-RU" sz="6000" dirty="0">
              <a:solidFill>
                <a:srgbClr val="06A29E">
                  <a:alpha val="10000"/>
                </a:srgbClr>
              </a:solidFill>
              <a:latin typeface="Segoe UI Black" panose="020B0A02040204020203" pitchFamily="34" charset="0"/>
              <a:ea typeface="Segoe UI Black" panose="020B0A02040204020203" pitchFamily="34" charset="0"/>
            </a:endParaRPr>
          </a:p>
        </p:txBody>
      </p:sp>
      <p:sp>
        <p:nvSpPr>
          <p:cNvPr id="66" name="!!панель_1">
            <a:extLst>
              <a:ext uri="{FF2B5EF4-FFF2-40B4-BE49-F238E27FC236}">
                <a16:creationId xmlns:a16="http://schemas.microsoft.com/office/drawing/2014/main" id="{E39F9A2D-9357-4477-BA11-1180B448C988}"/>
              </a:ext>
            </a:extLst>
          </p:cNvPr>
          <p:cNvSpPr/>
          <p:nvPr/>
        </p:nvSpPr>
        <p:spPr>
          <a:xfrm>
            <a:off x="-14515115" y="2561293"/>
            <a:ext cx="10834669" cy="3431643"/>
          </a:xfrm>
          <a:prstGeom prst="roundRect">
            <a:avLst>
              <a:gd name="adj" fmla="val 2937"/>
            </a:avLst>
          </a:prstGeom>
          <a:solidFill>
            <a:schemeClr val="bg1">
              <a:alpha val="20000"/>
            </a:schemeClr>
          </a:solidFill>
          <a:ln w="12700">
            <a:gradFill>
              <a:gsLst>
                <a:gs pos="0">
                  <a:schemeClr val="accent1">
                    <a:lumMod val="5000"/>
                    <a:lumOff val="95000"/>
                  </a:schemeClr>
                </a:gs>
                <a:gs pos="74000">
                  <a:schemeClr val="accent1">
                    <a:lumMod val="45000"/>
                    <a:lumOff val="55000"/>
                  </a:schemeClr>
                </a:gs>
                <a:gs pos="83000">
                  <a:schemeClr val="accent1">
                    <a:lumMod val="45000"/>
                    <a:lumOff val="55000"/>
                  </a:schemeClr>
                </a:gs>
                <a:gs pos="100000">
                  <a:schemeClr val="accent1">
                    <a:lumMod val="30000"/>
                    <a:lumOff val="70000"/>
                  </a:schemeClr>
                </a:gs>
              </a:gsLst>
              <a:lin ang="5400000" scaled="1"/>
            </a:gra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67" name="Picture 2" descr="State Machines: Choosing the Right AI Model for Your Game | by Umut Çırak |  Medium">
            <a:extLst>
              <a:ext uri="{FF2B5EF4-FFF2-40B4-BE49-F238E27FC236}">
                <a16:creationId xmlns:a16="http://schemas.microsoft.com/office/drawing/2014/main" id="{445AB9C3-ACD0-449B-9F67-33C906EDA45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-9099776" y="3139231"/>
            <a:ext cx="5320159" cy="2499497"/>
          </a:xfrm>
          <a:prstGeom prst="roundRect">
            <a:avLst>
              <a:gd name="adj" fmla="val 5692"/>
            </a:avLst>
          </a:prstGeom>
          <a:solidFill>
            <a:schemeClr val="bg1">
              <a:alpha val="20000"/>
            </a:schemeClr>
          </a:solidFill>
          <a:ln w="12700">
            <a:gradFill>
              <a:gsLst>
                <a:gs pos="0">
                  <a:schemeClr val="accent1">
                    <a:lumMod val="5000"/>
                    <a:lumOff val="95000"/>
                  </a:schemeClr>
                </a:gs>
                <a:gs pos="74000">
                  <a:schemeClr val="accent1">
                    <a:lumMod val="45000"/>
                    <a:lumOff val="55000"/>
                  </a:schemeClr>
                </a:gs>
                <a:gs pos="83000">
                  <a:schemeClr val="accent1">
                    <a:lumMod val="45000"/>
                    <a:lumOff val="55000"/>
                  </a:schemeClr>
                </a:gs>
                <a:gs pos="100000">
                  <a:schemeClr val="accent1">
                    <a:lumMod val="30000"/>
                    <a:lumOff val="70000"/>
                  </a:schemeClr>
                </a:gs>
              </a:gsLst>
              <a:lin ang="5400000" scaled="1"/>
            </a:gradFill>
          </a:ln>
        </p:spPr>
      </p:pic>
      <p:sp>
        <p:nvSpPr>
          <p:cNvPr id="72" name="TextBox 71">
            <a:extLst>
              <a:ext uri="{FF2B5EF4-FFF2-40B4-BE49-F238E27FC236}">
                <a16:creationId xmlns:a16="http://schemas.microsoft.com/office/drawing/2014/main" id="{3FED312D-614A-42D5-BB58-B27BD72E48C6}"/>
              </a:ext>
            </a:extLst>
          </p:cNvPr>
          <p:cNvSpPr txBox="1"/>
          <p:nvPr/>
        </p:nvSpPr>
        <p:spPr>
          <a:xfrm>
            <a:off x="-14474655" y="2976450"/>
            <a:ext cx="5142499" cy="267765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solidFill>
                  <a:schemeClr val="bg1"/>
                </a:solidFill>
                <a:latin typeface="Montserrat Medium" panose="00000600000000000000" pitchFamily="2" charset="-52"/>
              </a:rPr>
              <a:t>Final State Machine </a:t>
            </a:r>
            <a:r>
              <a:rPr lang="uk-UA" sz="1400" dirty="0">
                <a:solidFill>
                  <a:schemeClr val="bg1"/>
                </a:solidFill>
                <a:latin typeface="Montserrat Medium" panose="00000600000000000000" pitchFamily="2" charset="-52"/>
              </a:rPr>
              <a:t>або «Кінцевий автомат» – найстарша і найбільш зрозуміла архітектура для створення ігрового </a:t>
            </a:r>
            <a:r>
              <a:rPr lang="uk-UA" sz="1400" dirty="0" err="1">
                <a:solidFill>
                  <a:schemeClr val="bg1"/>
                </a:solidFill>
                <a:latin typeface="Montserrat Medium" panose="00000600000000000000" pitchFamily="2" charset="-52"/>
              </a:rPr>
              <a:t>Ші</a:t>
            </a:r>
            <a:r>
              <a:rPr lang="uk-UA" sz="1400" dirty="0">
                <a:solidFill>
                  <a:schemeClr val="bg1"/>
                </a:solidFill>
                <a:latin typeface="Montserrat Medium" panose="00000600000000000000" pitchFamily="2" charset="-52"/>
              </a:rPr>
              <a:t>.</a:t>
            </a:r>
            <a:br>
              <a:rPr lang="uk-UA" sz="1400" dirty="0">
                <a:solidFill>
                  <a:schemeClr val="bg1"/>
                </a:solidFill>
                <a:latin typeface="Montserrat Medium" panose="00000600000000000000" pitchFamily="2" charset="-52"/>
              </a:rPr>
            </a:br>
            <a:br>
              <a:rPr lang="uk-UA" sz="1400" dirty="0">
                <a:solidFill>
                  <a:schemeClr val="bg1"/>
                </a:solidFill>
                <a:latin typeface="Montserrat Medium" panose="00000600000000000000" pitchFamily="2" charset="-52"/>
              </a:rPr>
            </a:br>
            <a:r>
              <a:rPr lang="uk-UA" sz="1400" dirty="0">
                <a:solidFill>
                  <a:schemeClr val="bg1"/>
                </a:solidFill>
                <a:latin typeface="Montserrat Medium" panose="00000600000000000000" pitchFamily="2" charset="-52"/>
              </a:rPr>
              <a:t>Основна логіка полягає в тому, що об’єкт має декілька станів і він може знаходитись лише в одному стані у конкретний момент. </a:t>
            </a:r>
            <a:br>
              <a:rPr lang="uk-UA" sz="1400" dirty="0">
                <a:solidFill>
                  <a:schemeClr val="bg1"/>
                </a:solidFill>
                <a:latin typeface="Montserrat Medium" panose="00000600000000000000" pitchFamily="2" charset="-52"/>
              </a:rPr>
            </a:br>
            <a:br>
              <a:rPr lang="uk-UA" sz="1400" dirty="0">
                <a:solidFill>
                  <a:schemeClr val="bg1"/>
                </a:solidFill>
                <a:latin typeface="Montserrat Medium" panose="00000600000000000000" pitchFamily="2" charset="-52"/>
              </a:rPr>
            </a:br>
            <a:r>
              <a:rPr lang="uk-UA" sz="1400" dirty="0">
                <a:solidFill>
                  <a:schemeClr val="bg1"/>
                </a:solidFill>
                <a:latin typeface="Montserrat Medium" panose="00000600000000000000" pitchFamily="2" charset="-52"/>
              </a:rPr>
              <a:t>Загальна будова базується на станах</a:t>
            </a:r>
            <a:r>
              <a:rPr lang="en-US" sz="1400" dirty="0">
                <a:solidFill>
                  <a:schemeClr val="bg1"/>
                </a:solidFill>
                <a:latin typeface="Montserrat Medium" panose="00000600000000000000" pitchFamily="2" charset="-52"/>
              </a:rPr>
              <a:t>;</a:t>
            </a:r>
            <a:r>
              <a:rPr lang="uk-UA" sz="1400" dirty="0">
                <a:solidFill>
                  <a:schemeClr val="bg1"/>
                </a:solidFill>
                <a:latin typeface="Montserrat Medium" panose="00000600000000000000" pitchFamily="2" charset="-52"/>
              </a:rPr>
              <a:t> переходах, </a:t>
            </a:r>
          </a:p>
          <a:p>
            <a:r>
              <a:rPr lang="uk-UA" sz="1400" dirty="0">
                <a:solidFill>
                  <a:schemeClr val="bg1"/>
                </a:solidFill>
                <a:latin typeface="Montserrat Medium" panose="00000600000000000000" pitchFamily="2" charset="-52"/>
              </a:rPr>
              <a:t>що змінюють стани</a:t>
            </a:r>
            <a:r>
              <a:rPr lang="en-US" sz="1400" dirty="0">
                <a:solidFill>
                  <a:schemeClr val="bg1"/>
                </a:solidFill>
                <a:latin typeface="Montserrat Medium" panose="00000600000000000000" pitchFamily="2" charset="-52"/>
              </a:rPr>
              <a:t>; </a:t>
            </a:r>
            <a:r>
              <a:rPr lang="uk-UA" sz="1400" dirty="0">
                <a:solidFill>
                  <a:schemeClr val="bg1"/>
                </a:solidFill>
                <a:latin typeface="Montserrat Medium" panose="00000600000000000000" pitchFamily="2" charset="-52"/>
              </a:rPr>
              <a:t>подіях, які запускають переходи</a:t>
            </a:r>
            <a:r>
              <a:rPr lang="en-US" sz="1400" dirty="0">
                <a:solidFill>
                  <a:schemeClr val="bg1"/>
                </a:solidFill>
                <a:latin typeface="Montserrat Medium" panose="00000600000000000000" pitchFamily="2" charset="-52"/>
              </a:rPr>
              <a:t>;</a:t>
            </a:r>
            <a:r>
              <a:rPr lang="uk-UA" sz="1400" dirty="0">
                <a:solidFill>
                  <a:schemeClr val="bg1"/>
                </a:solidFill>
                <a:latin typeface="Montserrat Medium" panose="00000600000000000000" pitchFamily="2" charset="-52"/>
              </a:rPr>
              <a:t> Діях, які ШІ робить, коли знаходиться </a:t>
            </a:r>
          </a:p>
          <a:p>
            <a:r>
              <a:rPr lang="uk-UA" sz="1400" dirty="0">
                <a:solidFill>
                  <a:schemeClr val="bg1"/>
                </a:solidFill>
                <a:latin typeface="Montserrat Medium" panose="00000600000000000000" pitchFamily="2" charset="-52"/>
              </a:rPr>
              <a:t>в певному стані</a:t>
            </a:r>
            <a:endParaRPr lang="ru-RU" sz="1400" dirty="0">
              <a:solidFill>
                <a:schemeClr val="bg1"/>
              </a:solidFill>
              <a:latin typeface="Montserrat Medium" panose="00000600000000000000" pitchFamily="2" charset="-52"/>
            </a:endParaRPr>
          </a:p>
        </p:txBody>
      </p:sp>
    </p:spTree>
    <p:extLst>
      <p:ext uri="{BB962C8B-B14F-4D97-AF65-F5344CB8AC3E}">
        <p14:creationId xmlns:p14="http://schemas.microsoft.com/office/powerpoint/2010/main" val="912728462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med">
        <p159:morph option="byObject"/>
      </p:transition>
    </mc:Choice>
    <mc:Fallback xmlns="">
      <p:transition spd="med">
        <p:fade/>
      </p:transition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фон">
            <a:extLst>
              <a:ext uri="{FF2B5EF4-FFF2-40B4-BE49-F238E27FC236}">
                <a16:creationId xmlns:a16="http://schemas.microsoft.com/office/drawing/2014/main" id="{123AAA31-15E5-4CD4-90E0-8BA1499E8700}"/>
              </a:ext>
            </a:extLst>
          </p:cNvPr>
          <p:cNvSpPr/>
          <p:nvPr/>
        </p:nvSpPr>
        <p:spPr>
          <a:xfrm>
            <a:off x="-5" y="0"/>
            <a:ext cx="12192000" cy="6858000"/>
          </a:xfrm>
          <a:prstGeom prst="rect">
            <a:avLst/>
          </a:prstGeom>
          <a:gradFill>
            <a:gsLst>
              <a:gs pos="0">
                <a:srgbClr val="1D1D1D"/>
              </a:gs>
              <a:gs pos="100000">
                <a:srgbClr val="1D1D1D"/>
              </a:gs>
            </a:gsLst>
            <a:path path="circle">
              <a:fillToRect r="100000" b="100000"/>
            </a:path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grpSp>
        <p:nvGrpSpPr>
          <p:cNvPr id="62" name="18х12 сетка">
            <a:extLst>
              <a:ext uri="{FF2B5EF4-FFF2-40B4-BE49-F238E27FC236}">
                <a16:creationId xmlns:a16="http://schemas.microsoft.com/office/drawing/2014/main" id="{B3CD36E5-6234-4C3A-BED7-A5B1ADB7FF62}"/>
              </a:ext>
            </a:extLst>
          </p:cNvPr>
          <p:cNvGrpSpPr/>
          <p:nvPr/>
        </p:nvGrpSpPr>
        <p:grpSpPr>
          <a:xfrm>
            <a:off x="-8" y="0"/>
            <a:ext cx="12192007" cy="6858000"/>
            <a:chOff x="-2" y="0"/>
            <a:chExt cx="12192002" cy="6858000"/>
          </a:xfrm>
        </p:grpSpPr>
        <p:grpSp>
          <p:nvGrpSpPr>
            <p:cNvPr id="68" name="Группа 67">
              <a:extLst>
                <a:ext uri="{FF2B5EF4-FFF2-40B4-BE49-F238E27FC236}">
                  <a16:creationId xmlns:a16="http://schemas.microsoft.com/office/drawing/2014/main" id="{058C4490-79C4-45FE-AACB-69EA39D66F8A}"/>
                </a:ext>
              </a:extLst>
            </p:cNvPr>
            <p:cNvGrpSpPr/>
            <p:nvPr/>
          </p:nvGrpSpPr>
          <p:grpSpPr>
            <a:xfrm>
              <a:off x="-2" y="0"/>
              <a:ext cx="12192000" cy="6858000"/>
              <a:chOff x="-2" y="0"/>
              <a:chExt cx="8750502" cy="6858000"/>
            </a:xfrm>
            <a:noFill/>
          </p:grpSpPr>
          <p:sp>
            <p:nvSpPr>
              <p:cNvPr id="86" name="Прямоугольник 85">
                <a:extLst>
                  <a:ext uri="{FF2B5EF4-FFF2-40B4-BE49-F238E27FC236}">
                    <a16:creationId xmlns:a16="http://schemas.microsoft.com/office/drawing/2014/main" id="{7E2552AE-C149-4D44-83AB-0888AFBDFEF2}"/>
                  </a:ext>
                </a:extLst>
              </p:cNvPr>
              <p:cNvSpPr/>
              <p:nvPr/>
            </p:nvSpPr>
            <p:spPr>
              <a:xfrm>
                <a:off x="-2" y="0"/>
                <a:ext cx="486139" cy="68580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87" name="Прямоугольник 86">
                <a:extLst>
                  <a:ext uri="{FF2B5EF4-FFF2-40B4-BE49-F238E27FC236}">
                    <a16:creationId xmlns:a16="http://schemas.microsoft.com/office/drawing/2014/main" id="{208E4854-E973-4CC6-AC53-D304668D8FD7}"/>
                  </a:ext>
                </a:extLst>
              </p:cNvPr>
              <p:cNvSpPr/>
              <p:nvPr/>
            </p:nvSpPr>
            <p:spPr>
              <a:xfrm>
                <a:off x="486137" y="0"/>
                <a:ext cx="486139" cy="68580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88" name="Прямоугольник 87">
                <a:extLst>
                  <a:ext uri="{FF2B5EF4-FFF2-40B4-BE49-F238E27FC236}">
                    <a16:creationId xmlns:a16="http://schemas.microsoft.com/office/drawing/2014/main" id="{B6F0D48E-117A-4741-85D4-54A79EEA2DFD}"/>
                  </a:ext>
                </a:extLst>
              </p:cNvPr>
              <p:cNvSpPr/>
              <p:nvPr/>
            </p:nvSpPr>
            <p:spPr>
              <a:xfrm>
                <a:off x="972276" y="0"/>
                <a:ext cx="486139" cy="68580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89" name="Прямоугольник 88">
                <a:extLst>
                  <a:ext uri="{FF2B5EF4-FFF2-40B4-BE49-F238E27FC236}">
                    <a16:creationId xmlns:a16="http://schemas.microsoft.com/office/drawing/2014/main" id="{FC8BE352-D19F-4FF7-B5F5-9F888B8D184B}"/>
                  </a:ext>
                </a:extLst>
              </p:cNvPr>
              <p:cNvSpPr/>
              <p:nvPr/>
            </p:nvSpPr>
            <p:spPr>
              <a:xfrm>
                <a:off x="1458415" y="0"/>
                <a:ext cx="486139" cy="68580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100" name="Прямоугольник 99">
                <a:extLst>
                  <a:ext uri="{FF2B5EF4-FFF2-40B4-BE49-F238E27FC236}">
                    <a16:creationId xmlns:a16="http://schemas.microsoft.com/office/drawing/2014/main" id="{7A365643-F78E-4764-9982-E39237A1F247}"/>
                  </a:ext>
                </a:extLst>
              </p:cNvPr>
              <p:cNvSpPr/>
              <p:nvPr/>
            </p:nvSpPr>
            <p:spPr>
              <a:xfrm>
                <a:off x="1944554" y="0"/>
                <a:ext cx="486139" cy="68580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101" name="Прямоугольник 100">
                <a:extLst>
                  <a:ext uri="{FF2B5EF4-FFF2-40B4-BE49-F238E27FC236}">
                    <a16:creationId xmlns:a16="http://schemas.microsoft.com/office/drawing/2014/main" id="{2BD627C7-E89C-42EC-B764-AAEBC644B4ED}"/>
                  </a:ext>
                </a:extLst>
              </p:cNvPr>
              <p:cNvSpPr/>
              <p:nvPr/>
            </p:nvSpPr>
            <p:spPr>
              <a:xfrm>
                <a:off x="2430693" y="0"/>
                <a:ext cx="486139" cy="68580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102" name="Прямоугольник 101">
                <a:extLst>
                  <a:ext uri="{FF2B5EF4-FFF2-40B4-BE49-F238E27FC236}">
                    <a16:creationId xmlns:a16="http://schemas.microsoft.com/office/drawing/2014/main" id="{BE631F47-4B73-4971-BA95-D82629DFFDCE}"/>
                  </a:ext>
                </a:extLst>
              </p:cNvPr>
              <p:cNvSpPr/>
              <p:nvPr/>
            </p:nvSpPr>
            <p:spPr>
              <a:xfrm>
                <a:off x="2916832" y="0"/>
                <a:ext cx="486139" cy="68580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103" name="Прямоугольник 102">
                <a:extLst>
                  <a:ext uri="{FF2B5EF4-FFF2-40B4-BE49-F238E27FC236}">
                    <a16:creationId xmlns:a16="http://schemas.microsoft.com/office/drawing/2014/main" id="{D63641B2-1ECC-4C32-9365-D89BF5C7E705}"/>
                  </a:ext>
                </a:extLst>
              </p:cNvPr>
              <p:cNvSpPr/>
              <p:nvPr/>
            </p:nvSpPr>
            <p:spPr>
              <a:xfrm>
                <a:off x="3402971" y="0"/>
                <a:ext cx="486139" cy="68580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104" name="Прямоугольник 103">
                <a:extLst>
                  <a:ext uri="{FF2B5EF4-FFF2-40B4-BE49-F238E27FC236}">
                    <a16:creationId xmlns:a16="http://schemas.microsoft.com/office/drawing/2014/main" id="{3EF7A471-F0D8-4EB3-AF40-721137F4ACEA}"/>
                  </a:ext>
                </a:extLst>
              </p:cNvPr>
              <p:cNvSpPr/>
              <p:nvPr/>
            </p:nvSpPr>
            <p:spPr>
              <a:xfrm>
                <a:off x="3889110" y="0"/>
                <a:ext cx="486139" cy="68580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105" name="Прямоугольник 104">
                <a:extLst>
                  <a:ext uri="{FF2B5EF4-FFF2-40B4-BE49-F238E27FC236}">
                    <a16:creationId xmlns:a16="http://schemas.microsoft.com/office/drawing/2014/main" id="{A7262BF0-60B8-4450-B2A6-5A2076D5D9B4}"/>
                  </a:ext>
                </a:extLst>
              </p:cNvPr>
              <p:cNvSpPr/>
              <p:nvPr/>
            </p:nvSpPr>
            <p:spPr>
              <a:xfrm>
                <a:off x="4375249" y="0"/>
                <a:ext cx="486139" cy="68580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106" name="Прямоугольник 105">
                <a:extLst>
                  <a:ext uri="{FF2B5EF4-FFF2-40B4-BE49-F238E27FC236}">
                    <a16:creationId xmlns:a16="http://schemas.microsoft.com/office/drawing/2014/main" id="{67F7441A-18F7-4A13-931B-FD8BEDEFA8BB}"/>
                  </a:ext>
                </a:extLst>
              </p:cNvPr>
              <p:cNvSpPr/>
              <p:nvPr/>
            </p:nvSpPr>
            <p:spPr>
              <a:xfrm>
                <a:off x="4861388" y="0"/>
                <a:ext cx="486139" cy="68580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107" name="Прямоугольник 106">
                <a:extLst>
                  <a:ext uri="{FF2B5EF4-FFF2-40B4-BE49-F238E27FC236}">
                    <a16:creationId xmlns:a16="http://schemas.microsoft.com/office/drawing/2014/main" id="{20942736-BBF0-45AC-ADCA-22E1CF1790CA}"/>
                  </a:ext>
                </a:extLst>
              </p:cNvPr>
              <p:cNvSpPr/>
              <p:nvPr/>
            </p:nvSpPr>
            <p:spPr>
              <a:xfrm>
                <a:off x="5347527" y="0"/>
                <a:ext cx="486139" cy="68580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108" name="Прямоугольник 107">
                <a:extLst>
                  <a:ext uri="{FF2B5EF4-FFF2-40B4-BE49-F238E27FC236}">
                    <a16:creationId xmlns:a16="http://schemas.microsoft.com/office/drawing/2014/main" id="{4CF93E4B-DF1A-4610-92B1-4AC7BB6988B1}"/>
                  </a:ext>
                </a:extLst>
              </p:cNvPr>
              <p:cNvSpPr/>
              <p:nvPr/>
            </p:nvSpPr>
            <p:spPr>
              <a:xfrm>
                <a:off x="5833666" y="0"/>
                <a:ext cx="486139" cy="68580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109" name="Прямоугольник 108">
                <a:extLst>
                  <a:ext uri="{FF2B5EF4-FFF2-40B4-BE49-F238E27FC236}">
                    <a16:creationId xmlns:a16="http://schemas.microsoft.com/office/drawing/2014/main" id="{4421E6CB-B79F-4985-AC9F-EF634819E1F6}"/>
                  </a:ext>
                </a:extLst>
              </p:cNvPr>
              <p:cNvSpPr/>
              <p:nvPr/>
            </p:nvSpPr>
            <p:spPr>
              <a:xfrm>
                <a:off x="6319805" y="0"/>
                <a:ext cx="486139" cy="68580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110" name="Прямоугольник 109">
                <a:extLst>
                  <a:ext uri="{FF2B5EF4-FFF2-40B4-BE49-F238E27FC236}">
                    <a16:creationId xmlns:a16="http://schemas.microsoft.com/office/drawing/2014/main" id="{22EC2E10-D1BB-43A7-B5AC-1A67618D86DD}"/>
                  </a:ext>
                </a:extLst>
              </p:cNvPr>
              <p:cNvSpPr/>
              <p:nvPr/>
            </p:nvSpPr>
            <p:spPr>
              <a:xfrm>
                <a:off x="6805944" y="0"/>
                <a:ext cx="486139" cy="68580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111" name="Прямоугольник 110">
                <a:extLst>
                  <a:ext uri="{FF2B5EF4-FFF2-40B4-BE49-F238E27FC236}">
                    <a16:creationId xmlns:a16="http://schemas.microsoft.com/office/drawing/2014/main" id="{903A5950-D35B-4110-A561-2760E9105C91}"/>
                  </a:ext>
                </a:extLst>
              </p:cNvPr>
              <p:cNvSpPr/>
              <p:nvPr/>
            </p:nvSpPr>
            <p:spPr>
              <a:xfrm>
                <a:off x="7292083" y="0"/>
                <a:ext cx="486139" cy="68580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112" name="Прямоугольник 111">
                <a:extLst>
                  <a:ext uri="{FF2B5EF4-FFF2-40B4-BE49-F238E27FC236}">
                    <a16:creationId xmlns:a16="http://schemas.microsoft.com/office/drawing/2014/main" id="{CB92CC41-F5C9-4C7C-AA2C-93C882CEA916}"/>
                  </a:ext>
                </a:extLst>
              </p:cNvPr>
              <p:cNvSpPr/>
              <p:nvPr/>
            </p:nvSpPr>
            <p:spPr>
              <a:xfrm>
                <a:off x="7778222" y="0"/>
                <a:ext cx="486139" cy="68580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113" name="Прямоугольник 112">
                <a:extLst>
                  <a:ext uri="{FF2B5EF4-FFF2-40B4-BE49-F238E27FC236}">
                    <a16:creationId xmlns:a16="http://schemas.microsoft.com/office/drawing/2014/main" id="{84F3766D-387C-4BCF-9467-7E7C69DFE17C}"/>
                  </a:ext>
                </a:extLst>
              </p:cNvPr>
              <p:cNvSpPr/>
              <p:nvPr/>
            </p:nvSpPr>
            <p:spPr>
              <a:xfrm>
                <a:off x="8264361" y="0"/>
                <a:ext cx="486139" cy="68580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</p:grpSp>
        <p:grpSp>
          <p:nvGrpSpPr>
            <p:cNvPr id="69" name="Группа 68">
              <a:extLst>
                <a:ext uri="{FF2B5EF4-FFF2-40B4-BE49-F238E27FC236}">
                  <a16:creationId xmlns:a16="http://schemas.microsoft.com/office/drawing/2014/main" id="{661AE684-D580-489B-83A6-7B752ABDD836}"/>
                </a:ext>
              </a:extLst>
            </p:cNvPr>
            <p:cNvGrpSpPr/>
            <p:nvPr/>
          </p:nvGrpSpPr>
          <p:grpSpPr>
            <a:xfrm>
              <a:off x="0" y="0"/>
              <a:ext cx="12192000" cy="6858000"/>
              <a:chOff x="0" y="0"/>
              <a:chExt cx="12192000" cy="6400800"/>
            </a:xfrm>
            <a:noFill/>
          </p:grpSpPr>
          <p:sp>
            <p:nvSpPr>
              <p:cNvPr id="70" name="Прямоугольник 69">
                <a:extLst>
                  <a:ext uri="{FF2B5EF4-FFF2-40B4-BE49-F238E27FC236}">
                    <a16:creationId xmlns:a16="http://schemas.microsoft.com/office/drawing/2014/main" id="{35A4AE5D-CC26-4ADD-B50A-33492E34BA44}"/>
                  </a:ext>
                </a:extLst>
              </p:cNvPr>
              <p:cNvSpPr/>
              <p:nvPr/>
            </p:nvSpPr>
            <p:spPr>
              <a:xfrm>
                <a:off x="0" y="0"/>
                <a:ext cx="12192000" cy="5334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71" name="Прямоугольник 70">
                <a:extLst>
                  <a:ext uri="{FF2B5EF4-FFF2-40B4-BE49-F238E27FC236}">
                    <a16:creationId xmlns:a16="http://schemas.microsoft.com/office/drawing/2014/main" id="{A904FD80-26F8-418D-98CB-EF7667B84B9F}"/>
                  </a:ext>
                </a:extLst>
              </p:cNvPr>
              <p:cNvSpPr/>
              <p:nvPr/>
            </p:nvSpPr>
            <p:spPr>
              <a:xfrm>
                <a:off x="0" y="533400"/>
                <a:ext cx="12192000" cy="5334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74" name="Прямоугольник 73">
                <a:extLst>
                  <a:ext uri="{FF2B5EF4-FFF2-40B4-BE49-F238E27FC236}">
                    <a16:creationId xmlns:a16="http://schemas.microsoft.com/office/drawing/2014/main" id="{F377F6D9-F703-420E-9370-A4000E8BC6EC}"/>
                  </a:ext>
                </a:extLst>
              </p:cNvPr>
              <p:cNvSpPr/>
              <p:nvPr/>
            </p:nvSpPr>
            <p:spPr>
              <a:xfrm>
                <a:off x="0" y="1066800"/>
                <a:ext cx="12192000" cy="5334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75" name="Прямоугольник 74">
                <a:extLst>
                  <a:ext uri="{FF2B5EF4-FFF2-40B4-BE49-F238E27FC236}">
                    <a16:creationId xmlns:a16="http://schemas.microsoft.com/office/drawing/2014/main" id="{EE45EA95-E9A8-4C8A-9EFC-F124CD6E39B7}"/>
                  </a:ext>
                </a:extLst>
              </p:cNvPr>
              <p:cNvSpPr/>
              <p:nvPr/>
            </p:nvSpPr>
            <p:spPr>
              <a:xfrm>
                <a:off x="0" y="1600200"/>
                <a:ext cx="12192000" cy="5334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76" name="Прямоугольник 75">
                <a:extLst>
                  <a:ext uri="{FF2B5EF4-FFF2-40B4-BE49-F238E27FC236}">
                    <a16:creationId xmlns:a16="http://schemas.microsoft.com/office/drawing/2014/main" id="{D4B0BAA9-CAD8-43C6-85E7-B42E9228D155}"/>
                  </a:ext>
                </a:extLst>
              </p:cNvPr>
              <p:cNvSpPr/>
              <p:nvPr/>
            </p:nvSpPr>
            <p:spPr>
              <a:xfrm>
                <a:off x="0" y="2133600"/>
                <a:ext cx="12192000" cy="5334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77" name="Прямоугольник 76">
                <a:extLst>
                  <a:ext uri="{FF2B5EF4-FFF2-40B4-BE49-F238E27FC236}">
                    <a16:creationId xmlns:a16="http://schemas.microsoft.com/office/drawing/2014/main" id="{4D49B1A5-D301-46DF-8E6A-26BE5EC5F99C}"/>
                  </a:ext>
                </a:extLst>
              </p:cNvPr>
              <p:cNvSpPr/>
              <p:nvPr/>
            </p:nvSpPr>
            <p:spPr>
              <a:xfrm>
                <a:off x="0" y="2667000"/>
                <a:ext cx="12192000" cy="5334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78" name="Прямоугольник 77">
                <a:extLst>
                  <a:ext uri="{FF2B5EF4-FFF2-40B4-BE49-F238E27FC236}">
                    <a16:creationId xmlns:a16="http://schemas.microsoft.com/office/drawing/2014/main" id="{D33CCEC1-4F3F-4C18-A464-CCF35EC559C6}"/>
                  </a:ext>
                </a:extLst>
              </p:cNvPr>
              <p:cNvSpPr/>
              <p:nvPr/>
            </p:nvSpPr>
            <p:spPr>
              <a:xfrm>
                <a:off x="0" y="3200400"/>
                <a:ext cx="12192000" cy="5334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79" name="Прямоугольник 78">
                <a:extLst>
                  <a:ext uri="{FF2B5EF4-FFF2-40B4-BE49-F238E27FC236}">
                    <a16:creationId xmlns:a16="http://schemas.microsoft.com/office/drawing/2014/main" id="{D1AF7ABD-7026-4189-83CA-53D628B0D14C}"/>
                  </a:ext>
                </a:extLst>
              </p:cNvPr>
              <p:cNvSpPr/>
              <p:nvPr/>
            </p:nvSpPr>
            <p:spPr>
              <a:xfrm>
                <a:off x="0" y="3733800"/>
                <a:ext cx="12192000" cy="5334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80" name="Прямоугольник 79">
                <a:extLst>
                  <a:ext uri="{FF2B5EF4-FFF2-40B4-BE49-F238E27FC236}">
                    <a16:creationId xmlns:a16="http://schemas.microsoft.com/office/drawing/2014/main" id="{8DBF17EE-9D40-40B0-9121-18053F82C4C6}"/>
                  </a:ext>
                </a:extLst>
              </p:cNvPr>
              <p:cNvSpPr/>
              <p:nvPr/>
            </p:nvSpPr>
            <p:spPr>
              <a:xfrm>
                <a:off x="0" y="4267200"/>
                <a:ext cx="12192000" cy="5334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81" name="Прямоугольник 80">
                <a:extLst>
                  <a:ext uri="{FF2B5EF4-FFF2-40B4-BE49-F238E27FC236}">
                    <a16:creationId xmlns:a16="http://schemas.microsoft.com/office/drawing/2014/main" id="{B648A457-FEF3-4422-B2B6-6C6DA0816277}"/>
                  </a:ext>
                </a:extLst>
              </p:cNvPr>
              <p:cNvSpPr/>
              <p:nvPr/>
            </p:nvSpPr>
            <p:spPr>
              <a:xfrm>
                <a:off x="0" y="4800600"/>
                <a:ext cx="12192000" cy="5334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82" name="Прямоугольник 81">
                <a:extLst>
                  <a:ext uri="{FF2B5EF4-FFF2-40B4-BE49-F238E27FC236}">
                    <a16:creationId xmlns:a16="http://schemas.microsoft.com/office/drawing/2014/main" id="{8D38DBB3-E87C-433D-BBCB-F073E603DBC3}"/>
                  </a:ext>
                </a:extLst>
              </p:cNvPr>
              <p:cNvSpPr/>
              <p:nvPr/>
            </p:nvSpPr>
            <p:spPr>
              <a:xfrm>
                <a:off x="0" y="5334000"/>
                <a:ext cx="12192000" cy="5334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85" name="Прямоугольник 84">
                <a:extLst>
                  <a:ext uri="{FF2B5EF4-FFF2-40B4-BE49-F238E27FC236}">
                    <a16:creationId xmlns:a16="http://schemas.microsoft.com/office/drawing/2014/main" id="{AF8A0BA6-A1D4-4F25-AEA3-0C457ED99146}"/>
                  </a:ext>
                </a:extLst>
              </p:cNvPr>
              <p:cNvSpPr/>
              <p:nvPr/>
            </p:nvSpPr>
            <p:spPr>
              <a:xfrm>
                <a:off x="0" y="5867400"/>
                <a:ext cx="12192000" cy="5334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</p:grpSp>
      </p:grpSp>
      <p:cxnSp>
        <p:nvCxnSpPr>
          <p:cNvPr id="83" name="вертикаль">
            <a:extLst>
              <a:ext uri="{FF2B5EF4-FFF2-40B4-BE49-F238E27FC236}">
                <a16:creationId xmlns:a16="http://schemas.microsoft.com/office/drawing/2014/main" id="{DCD21CE6-7B73-44C8-ABED-2B45E79B26CF}"/>
              </a:ext>
            </a:extLst>
          </p:cNvPr>
          <p:cNvCxnSpPr>
            <a:cxnSpLocks/>
          </p:cNvCxnSpPr>
          <p:nvPr/>
        </p:nvCxnSpPr>
        <p:spPr>
          <a:xfrm>
            <a:off x="11495307" y="21834"/>
            <a:ext cx="19354" cy="6872452"/>
          </a:xfrm>
          <a:prstGeom prst="line">
            <a:avLst/>
          </a:prstGeom>
          <a:ln w="12700">
            <a:solidFill>
              <a:srgbClr val="08EDE8">
                <a:alpha val="50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4" name="горизонт">
            <a:extLst>
              <a:ext uri="{FF2B5EF4-FFF2-40B4-BE49-F238E27FC236}">
                <a16:creationId xmlns:a16="http://schemas.microsoft.com/office/drawing/2014/main" id="{8E24FD12-6F19-4398-B603-22615E908799}"/>
              </a:ext>
            </a:extLst>
          </p:cNvPr>
          <p:cNvCxnSpPr>
            <a:cxnSpLocks/>
          </p:cNvCxnSpPr>
          <p:nvPr/>
        </p:nvCxnSpPr>
        <p:spPr>
          <a:xfrm>
            <a:off x="19349" y="6286500"/>
            <a:ext cx="12191994" cy="0"/>
          </a:xfrm>
          <a:prstGeom prst="line">
            <a:avLst/>
          </a:prstGeom>
          <a:ln w="12700">
            <a:solidFill>
              <a:srgbClr val="08EDE8">
                <a:alpha val="50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3" name="декор">
            <a:extLst>
              <a:ext uri="{FF2B5EF4-FFF2-40B4-BE49-F238E27FC236}">
                <a16:creationId xmlns:a16="http://schemas.microsoft.com/office/drawing/2014/main" id="{49274652-B192-EDCA-1B55-F082F3B88EF7}"/>
              </a:ext>
            </a:extLst>
          </p:cNvPr>
          <p:cNvSpPr txBox="1"/>
          <p:nvPr/>
        </p:nvSpPr>
        <p:spPr>
          <a:xfrm>
            <a:off x="1" y="6222657"/>
            <a:ext cx="12191994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600" dirty="0">
                <a:solidFill>
                  <a:srgbClr val="06A29E">
                    <a:alpha val="10000"/>
                  </a:srgbClr>
                </a:solidFill>
                <a:latin typeface="Segoe UI Black" panose="020B0A02040204020203" pitchFamily="34" charset="0"/>
                <a:ea typeface="Segoe UI Black" panose="020B0A02040204020203" pitchFamily="34" charset="0"/>
              </a:rPr>
              <a:t>Project: Artificial Intelligence</a:t>
            </a:r>
            <a:endParaRPr lang="ru-UA" sz="3600" dirty="0">
              <a:solidFill>
                <a:srgbClr val="06A29E">
                  <a:alpha val="10000"/>
                </a:srgbClr>
              </a:solidFill>
              <a:latin typeface="Segoe UI Black" panose="020B0A02040204020203" pitchFamily="34" charset="0"/>
              <a:ea typeface="Segoe UI Black" panose="020B0A02040204020203" pitchFamily="34" charset="0"/>
            </a:endParaRP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D62BF7BF-BC4B-4325-B8D1-9BAC365E2B8B}"/>
              </a:ext>
            </a:extLst>
          </p:cNvPr>
          <p:cNvSpPr txBox="1"/>
          <p:nvPr/>
        </p:nvSpPr>
        <p:spPr>
          <a:xfrm>
            <a:off x="86518" y="73778"/>
            <a:ext cx="5868792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uk-UA" sz="2800" dirty="0">
                <a:solidFill>
                  <a:srgbClr val="08EDE8"/>
                </a:solidFill>
                <a:latin typeface="Montserrat SemiBold" panose="00000700000000000000" pitchFamily="2" charset="-52"/>
              </a:rPr>
              <a:t>О</a:t>
            </a:r>
            <a:r>
              <a:rPr lang="ru-RU" sz="2800" dirty="0" err="1">
                <a:solidFill>
                  <a:srgbClr val="08EDE8"/>
                </a:solidFill>
                <a:latin typeface="Montserrat SemiBold" panose="00000700000000000000" pitchFamily="2" charset="-52"/>
              </a:rPr>
              <a:t>сновні</a:t>
            </a:r>
            <a:r>
              <a:rPr lang="ru-RU" sz="2800" dirty="0">
                <a:solidFill>
                  <a:srgbClr val="08EDE8"/>
                </a:solidFill>
                <a:latin typeface="Montserrat SemiBold" panose="00000700000000000000" pitchFamily="2" charset="-52"/>
              </a:rPr>
              <a:t> </a:t>
            </a:r>
            <a:r>
              <a:rPr lang="ru-RU" sz="2800" dirty="0" err="1">
                <a:solidFill>
                  <a:srgbClr val="08EDE8"/>
                </a:solidFill>
                <a:latin typeface="Montserrat SemiBold" panose="00000700000000000000" pitchFamily="2" charset="-52"/>
              </a:rPr>
              <a:t>способи</a:t>
            </a:r>
            <a:r>
              <a:rPr lang="ru-RU" sz="2800" dirty="0">
                <a:solidFill>
                  <a:srgbClr val="08EDE8"/>
                </a:solidFill>
                <a:latin typeface="Montserrat SemiBold" panose="00000700000000000000" pitchFamily="2" charset="-52"/>
              </a:rPr>
              <a:t> </a:t>
            </a:r>
            <a:r>
              <a:rPr lang="ru-RU" sz="2800" dirty="0" err="1">
                <a:solidFill>
                  <a:srgbClr val="08EDE8"/>
                </a:solidFill>
                <a:latin typeface="Montserrat SemiBold" panose="00000700000000000000" pitchFamily="2" charset="-52"/>
              </a:rPr>
              <a:t>реалізації</a:t>
            </a:r>
            <a:r>
              <a:rPr lang="ru-RU" sz="2800" dirty="0">
                <a:solidFill>
                  <a:srgbClr val="08EDE8"/>
                </a:solidFill>
                <a:latin typeface="Montserrat SemiBold" panose="00000700000000000000" pitchFamily="2" charset="-52"/>
              </a:rPr>
              <a:t> ШІ в </a:t>
            </a:r>
            <a:r>
              <a:rPr lang="ru-RU" sz="2800" dirty="0" err="1">
                <a:solidFill>
                  <a:srgbClr val="08EDE8"/>
                </a:solidFill>
                <a:latin typeface="Montserrat SemiBold" panose="00000700000000000000" pitchFamily="2" charset="-52"/>
              </a:rPr>
              <a:t>іграх</a:t>
            </a:r>
            <a:endParaRPr lang="ru-RU" sz="2800" dirty="0">
              <a:solidFill>
                <a:srgbClr val="08EDE8"/>
              </a:solidFill>
              <a:latin typeface="Montserrat SemiBold" panose="00000700000000000000" pitchFamily="2" charset="-52"/>
            </a:endParaRPr>
          </a:p>
        </p:txBody>
      </p:sp>
      <p:sp>
        <p:nvSpPr>
          <p:cNvPr id="114" name="Прямоугольник: скругленные углы 113">
            <a:extLst>
              <a:ext uri="{FF2B5EF4-FFF2-40B4-BE49-F238E27FC236}">
                <a16:creationId xmlns:a16="http://schemas.microsoft.com/office/drawing/2014/main" id="{34A9E62E-9EA6-41E4-BC5C-72C7C29D2E09}"/>
              </a:ext>
            </a:extLst>
          </p:cNvPr>
          <p:cNvSpPr/>
          <p:nvPr/>
        </p:nvSpPr>
        <p:spPr>
          <a:xfrm>
            <a:off x="710768" y="1143687"/>
            <a:ext cx="2455667" cy="1130639"/>
          </a:xfrm>
          <a:prstGeom prst="roundRect">
            <a:avLst>
              <a:gd name="adj" fmla="val 5898"/>
            </a:avLst>
          </a:prstGeom>
          <a:solidFill>
            <a:schemeClr val="bg1">
              <a:alpha val="20000"/>
            </a:schemeClr>
          </a:solidFill>
          <a:ln w="12700">
            <a:gradFill>
              <a:gsLst>
                <a:gs pos="0">
                  <a:schemeClr val="accent1">
                    <a:lumMod val="5000"/>
                    <a:lumOff val="95000"/>
                  </a:schemeClr>
                </a:gs>
                <a:gs pos="74000">
                  <a:schemeClr val="accent1">
                    <a:lumMod val="45000"/>
                    <a:lumOff val="55000"/>
                  </a:schemeClr>
                </a:gs>
                <a:gs pos="83000">
                  <a:schemeClr val="accent1">
                    <a:lumMod val="45000"/>
                    <a:lumOff val="55000"/>
                  </a:schemeClr>
                </a:gs>
                <a:gs pos="100000">
                  <a:schemeClr val="accent1">
                    <a:lumMod val="30000"/>
                    <a:lumOff val="70000"/>
                  </a:schemeClr>
                </a:gs>
              </a:gsLst>
              <a:lin ang="5400000" scaled="1"/>
            </a:gra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15" name="Прямоугольник: скругленные углы 114">
            <a:extLst>
              <a:ext uri="{FF2B5EF4-FFF2-40B4-BE49-F238E27FC236}">
                <a16:creationId xmlns:a16="http://schemas.microsoft.com/office/drawing/2014/main" id="{A2F7322C-9808-48D2-9BE4-4A668F1D742C}"/>
              </a:ext>
            </a:extLst>
          </p:cNvPr>
          <p:cNvSpPr/>
          <p:nvPr/>
        </p:nvSpPr>
        <p:spPr>
          <a:xfrm>
            <a:off x="3489962" y="1143687"/>
            <a:ext cx="2455667" cy="1130639"/>
          </a:xfrm>
          <a:prstGeom prst="roundRect">
            <a:avLst>
              <a:gd name="adj" fmla="val 5898"/>
            </a:avLst>
          </a:prstGeom>
          <a:solidFill>
            <a:schemeClr val="bg1">
              <a:alpha val="20000"/>
            </a:schemeClr>
          </a:solidFill>
          <a:ln w="12700">
            <a:gradFill>
              <a:gsLst>
                <a:gs pos="0">
                  <a:schemeClr val="accent1">
                    <a:lumMod val="5000"/>
                    <a:lumOff val="95000"/>
                  </a:schemeClr>
                </a:gs>
                <a:gs pos="74000">
                  <a:schemeClr val="accent1">
                    <a:lumMod val="45000"/>
                    <a:lumOff val="55000"/>
                  </a:schemeClr>
                </a:gs>
                <a:gs pos="83000">
                  <a:schemeClr val="accent1">
                    <a:lumMod val="45000"/>
                    <a:lumOff val="55000"/>
                  </a:schemeClr>
                </a:gs>
                <a:gs pos="100000">
                  <a:schemeClr val="accent1">
                    <a:lumMod val="30000"/>
                    <a:lumOff val="70000"/>
                  </a:schemeClr>
                </a:gs>
              </a:gsLst>
              <a:lin ang="5400000" scaled="1"/>
            </a:gra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16" name="Прямоугольник: скругленные углы 115">
            <a:extLst>
              <a:ext uri="{FF2B5EF4-FFF2-40B4-BE49-F238E27FC236}">
                <a16:creationId xmlns:a16="http://schemas.microsoft.com/office/drawing/2014/main" id="{E8A47366-9D67-4A4B-854B-D509E846EAFB}"/>
              </a:ext>
            </a:extLst>
          </p:cNvPr>
          <p:cNvSpPr/>
          <p:nvPr/>
        </p:nvSpPr>
        <p:spPr>
          <a:xfrm>
            <a:off x="6269156" y="1152717"/>
            <a:ext cx="2455667" cy="1133970"/>
          </a:xfrm>
          <a:prstGeom prst="roundRect">
            <a:avLst>
              <a:gd name="adj" fmla="val 5898"/>
            </a:avLst>
          </a:prstGeom>
          <a:solidFill>
            <a:schemeClr val="bg1">
              <a:alpha val="20000"/>
            </a:schemeClr>
          </a:solidFill>
          <a:ln w="12700">
            <a:gradFill>
              <a:gsLst>
                <a:gs pos="0">
                  <a:schemeClr val="accent1">
                    <a:lumMod val="5000"/>
                    <a:lumOff val="95000"/>
                  </a:schemeClr>
                </a:gs>
                <a:gs pos="74000">
                  <a:schemeClr val="accent1">
                    <a:lumMod val="45000"/>
                    <a:lumOff val="55000"/>
                  </a:schemeClr>
                </a:gs>
                <a:gs pos="83000">
                  <a:schemeClr val="accent1">
                    <a:lumMod val="45000"/>
                    <a:lumOff val="55000"/>
                  </a:schemeClr>
                </a:gs>
                <a:gs pos="100000">
                  <a:schemeClr val="accent1">
                    <a:lumMod val="30000"/>
                    <a:lumOff val="70000"/>
                  </a:schemeClr>
                </a:gs>
              </a:gsLst>
              <a:lin ang="5400000" scaled="1"/>
            </a:gra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17" name="Прямоугольник: скругленные углы 116">
            <a:extLst>
              <a:ext uri="{FF2B5EF4-FFF2-40B4-BE49-F238E27FC236}">
                <a16:creationId xmlns:a16="http://schemas.microsoft.com/office/drawing/2014/main" id="{6A244823-5BCE-453E-97D5-A32F68A6EB86}"/>
              </a:ext>
            </a:extLst>
          </p:cNvPr>
          <p:cNvSpPr/>
          <p:nvPr/>
        </p:nvSpPr>
        <p:spPr>
          <a:xfrm>
            <a:off x="9048350" y="1152717"/>
            <a:ext cx="2455667" cy="1133970"/>
          </a:xfrm>
          <a:prstGeom prst="roundRect">
            <a:avLst>
              <a:gd name="adj" fmla="val 5898"/>
            </a:avLst>
          </a:prstGeom>
          <a:solidFill>
            <a:schemeClr val="bg1">
              <a:alpha val="20000"/>
            </a:schemeClr>
          </a:solidFill>
          <a:ln w="12700">
            <a:gradFill>
              <a:gsLst>
                <a:gs pos="0">
                  <a:schemeClr val="accent1">
                    <a:lumMod val="5000"/>
                    <a:lumOff val="95000"/>
                  </a:schemeClr>
                </a:gs>
                <a:gs pos="74000">
                  <a:schemeClr val="accent1">
                    <a:lumMod val="45000"/>
                    <a:lumOff val="55000"/>
                  </a:schemeClr>
                </a:gs>
                <a:gs pos="83000">
                  <a:schemeClr val="accent1">
                    <a:lumMod val="45000"/>
                    <a:lumOff val="55000"/>
                  </a:schemeClr>
                </a:gs>
                <a:gs pos="100000">
                  <a:schemeClr val="accent1">
                    <a:lumMod val="30000"/>
                    <a:lumOff val="70000"/>
                  </a:schemeClr>
                </a:gs>
              </a:gsLst>
              <a:lin ang="5400000" scaled="1"/>
            </a:gra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2E054282-D021-45D3-B937-315962F1CB62}"/>
              </a:ext>
            </a:extLst>
          </p:cNvPr>
          <p:cNvSpPr txBox="1"/>
          <p:nvPr/>
        </p:nvSpPr>
        <p:spPr>
          <a:xfrm>
            <a:off x="710765" y="1142313"/>
            <a:ext cx="2443515" cy="584775"/>
          </a:xfrm>
          <a:prstGeom prst="rect">
            <a:avLst/>
          </a:prstGeom>
        </p:spPr>
        <p:txBody>
          <a:bodyPr wrap="square" rtlCol="0">
            <a:spAutoFit/>
          </a:bodyPr>
          <a:lstStyle/>
          <a:p>
            <a:pPr algn="ctr"/>
            <a:r>
              <a:rPr lang="en-US" sz="3200" dirty="0">
                <a:solidFill>
                  <a:srgbClr val="08EDE8"/>
                </a:solidFill>
                <a:latin typeface="Segoe UI Black" panose="020B0A02040204020203" pitchFamily="34" charset="0"/>
                <a:ea typeface="Segoe UI Black" panose="020B0A02040204020203" pitchFamily="34" charset="0"/>
              </a:rPr>
              <a:t>FSM</a:t>
            </a:r>
            <a:endParaRPr lang="ru-RU" sz="3200" dirty="0">
              <a:solidFill>
                <a:srgbClr val="08EDE8"/>
              </a:solidFill>
              <a:latin typeface="Segoe UI Black" panose="020B0A02040204020203" pitchFamily="34" charset="0"/>
              <a:ea typeface="Segoe UI Black" panose="020B0A02040204020203" pitchFamily="34" charset="0"/>
            </a:endParaRPr>
          </a:p>
        </p:txBody>
      </p:sp>
      <p:sp>
        <p:nvSpPr>
          <p:cNvPr id="123" name="TextBox 122">
            <a:extLst>
              <a:ext uri="{FF2B5EF4-FFF2-40B4-BE49-F238E27FC236}">
                <a16:creationId xmlns:a16="http://schemas.microsoft.com/office/drawing/2014/main" id="{0C15AE06-C7BB-4427-A9A5-F28E92E74A32}"/>
              </a:ext>
            </a:extLst>
          </p:cNvPr>
          <p:cNvSpPr txBox="1"/>
          <p:nvPr/>
        </p:nvSpPr>
        <p:spPr>
          <a:xfrm>
            <a:off x="3489962" y="1142775"/>
            <a:ext cx="2455667" cy="584775"/>
          </a:xfrm>
          <a:prstGeom prst="rect">
            <a:avLst/>
          </a:prstGeom>
        </p:spPr>
        <p:txBody>
          <a:bodyPr wrap="square" rtlCol="0">
            <a:spAutoFit/>
          </a:bodyPr>
          <a:lstStyle/>
          <a:p>
            <a:pPr algn="ctr"/>
            <a:r>
              <a:rPr lang="en-US" sz="3200" dirty="0">
                <a:solidFill>
                  <a:srgbClr val="669E9A">
                    <a:alpha val="10000"/>
                  </a:srgbClr>
                </a:solidFill>
                <a:latin typeface="Segoe UI Black" panose="020B0A02040204020203" pitchFamily="34" charset="0"/>
                <a:ea typeface="Segoe UI Black" panose="020B0A02040204020203" pitchFamily="34" charset="0"/>
              </a:rPr>
              <a:t>BT</a:t>
            </a:r>
            <a:endParaRPr lang="ru-RU" sz="3200" dirty="0">
              <a:solidFill>
                <a:srgbClr val="669E9A">
                  <a:alpha val="10000"/>
                </a:srgbClr>
              </a:solidFill>
              <a:latin typeface="Segoe UI Black" panose="020B0A02040204020203" pitchFamily="34" charset="0"/>
              <a:ea typeface="Segoe UI Black" panose="020B0A02040204020203" pitchFamily="34" charset="0"/>
            </a:endParaRPr>
          </a:p>
        </p:txBody>
      </p:sp>
      <p:sp>
        <p:nvSpPr>
          <p:cNvPr id="124" name="TextBox 123">
            <a:extLst>
              <a:ext uri="{FF2B5EF4-FFF2-40B4-BE49-F238E27FC236}">
                <a16:creationId xmlns:a16="http://schemas.microsoft.com/office/drawing/2014/main" id="{F3D20DA4-F5AA-4C5D-B4AF-DC08A6E9FAC5}"/>
              </a:ext>
            </a:extLst>
          </p:cNvPr>
          <p:cNvSpPr txBox="1"/>
          <p:nvPr/>
        </p:nvSpPr>
        <p:spPr>
          <a:xfrm>
            <a:off x="6255081" y="1142314"/>
            <a:ext cx="2455667" cy="584775"/>
          </a:xfrm>
          <a:prstGeom prst="rect">
            <a:avLst/>
          </a:prstGeom>
        </p:spPr>
        <p:txBody>
          <a:bodyPr wrap="square" rtlCol="0">
            <a:spAutoFit/>
          </a:bodyPr>
          <a:lstStyle/>
          <a:p>
            <a:pPr algn="ctr"/>
            <a:r>
              <a:rPr lang="en-US" sz="3200" dirty="0">
                <a:solidFill>
                  <a:srgbClr val="669E9A">
                    <a:alpha val="10000"/>
                  </a:srgbClr>
                </a:solidFill>
                <a:latin typeface="Segoe UI Black" panose="020B0A02040204020203" pitchFamily="34" charset="0"/>
                <a:ea typeface="Segoe UI Black" panose="020B0A02040204020203" pitchFamily="34" charset="0"/>
              </a:rPr>
              <a:t>GOAP</a:t>
            </a:r>
            <a:endParaRPr lang="ru-RU" sz="3200" dirty="0">
              <a:solidFill>
                <a:srgbClr val="669E9A">
                  <a:alpha val="10000"/>
                </a:srgbClr>
              </a:solidFill>
              <a:latin typeface="Segoe UI Black" panose="020B0A02040204020203" pitchFamily="34" charset="0"/>
              <a:ea typeface="Segoe UI Black" panose="020B0A02040204020203" pitchFamily="34" charset="0"/>
            </a:endParaRPr>
          </a:p>
        </p:txBody>
      </p:sp>
      <p:sp>
        <p:nvSpPr>
          <p:cNvPr id="125" name="TextBox 124">
            <a:extLst>
              <a:ext uri="{FF2B5EF4-FFF2-40B4-BE49-F238E27FC236}">
                <a16:creationId xmlns:a16="http://schemas.microsoft.com/office/drawing/2014/main" id="{FC57040F-26EF-49E9-9810-42CDC83B4554}"/>
              </a:ext>
            </a:extLst>
          </p:cNvPr>
          <p:cNvSpPr txBox="1"/>
          <p:nvPr/>
        </p:nvSpPr>
        <p:spPr>
          <a:xfrm>
            <a:off x="9048348" y="1142774"/>
            <a:ext cx="2432884" cy="584775"/>
          </a:xfrm>
          <a:prstGeom prst="rect">
            <a:avLst/>
          </a:prstGeom>
        </p:spPr>
        <p:txBody>
          <a:bodyPr wrap="square" rtlCol="0">
            <a:spAutoFit/>
          </a:bodyPr>
          <a:lstStyle/>
          <a:p>
            <a:pPr algn="ctr"/>
            <a:r>
              <a:rPr lang="en-US" sz="3200" dirty="0">
                <a:solidFill>
                  <a:srgbClr val="669E9A">
                    <a:alpha val="10000"/>
                  </a:srgbClr>
                </a:solidFill>
                <a:latin typeface="Segoe UI Black" panose="020B0A02040204020203" pitchFamily="34" charset="0"/>
                <a:ea typeface="Segoe UI Black" panose="020B0A02040204020203" pitchFamily="34" charset="0"/>
              </a:rPr>
              <a:t>UAI</a:t>
            </a:r>
            <a:endParaRPr lang="ru-RU" sz="3200" dirty="0">
              <a:solidFill>
                <a:srgbClr val="669E9A">
                  <a:alpha val="10000"/>
                </a:srgbClr>
              </a:solidFill>
              <a:latin typeface="Segoe UI Black" panose="020B0A02040204020203" pitchFamily="34" charset="0"/>
              <a:ea typeface="Segoe UI Black" panose="020B0A02040204020203" pitchFamily="34" charset="0"/>
            </a:endParaRPr>
          </a:p>
        </p:txBody>
      </p:sp>
      <p:sp>
        <p:nvSpPr>
          <p:cNvPr id="118" name="TextBox 117">
            <a:extLst>
              <a:ext uri="{FF2B5EF4-FFF2-40B4-BE49-F238E27FC236}">
                <a16:creationId xmlns:a16="http://schemas.microsoft.com/office/drawing/2014/main" id="{AB48073B-50E2-4B5E-92D7-FD7C79291800}"/>
              </a:ext>
            </a:extLst>
          </p:cNvPr>
          <p:cNvSpPr txBox="1"/>
          <p:nvPr/>
        </p:nvSpPr>
        <p:spPr>
          <a:xfrm>
            <a:off x="695326" y="1569773"/>
            <a:ext cx="2471110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00" dirty="0">
                <a:solidFill>
                  <a:srgbClr val="08EDE8"/>
                </a:solidFill>
                <a:latin typeface="Montserrat Medium" panose="00000600000000000000" pitchFamily="2" charset="-52"/>
              </a:rPr>
              <a:t>Final</a:t>
            </a:r>
            <a:r>
              <a:rPr lang="ru-RU" sz="2000" dirty="0">
                <a:solidFill>
                  <a:srgbClr val="08EDE8"/>
                </a:solidFill>
                <a:latin typeface="Montserrat Medium" panose="00000600000000000000" pitchFamily="2" charset="-52"/>
              </a:rPr>
              <a:t> </a:t>
            </a:r>
            <a:r>
              <a:rPr lang="en-US" sz="2000" dirty="0">
                <a:solidFill>
                  <a:srgbClr val="08EDE8"/>
                </a:solidFill>
                <a:latin typeface="Montserrat Medium" panose="00000600000000000000" pitchFamily="2" charset="-52"/>
              </a:rPr>
              <a:t>State Machines</a:t>
            </a:r>
            <a:endParaRPr lang="ru-RU" sz="2000" dirty="0">
              <a:solidFill>
                <a:srgbClr val="08EDE8"/>
              </a:solidFill>
              <a:latin typeface="Montserrat Medium" panose="00000600000000000000" pitchFamily="2" charset="-52"/>
            </a:endParaRPr>
          </a:p>
        </p:txBody>
      </p:sp>
      <p:sp>
        <p:nvSpPr>
          <p:cNvPr id="120" name="TextBox 119">
            <a:extLst>
              <a:ext uri="{FF2B5EF4-FFF2-40B4-BE49-F238E27FC236}">
                <a16:creationId xmlns:a16="http://schemas.microsoft.com/office/drawing/2014/main" id="{82207D82-1B5C-4EF2-813A-FE9E7B82DCD4}"/>
              </a:ext>
            </a:extLst>
          </p:cNvPr>
          <p:cNvSpPr txBox="1"/>
          <p:nvPr/>
        </p:nvSpPr>
        <p:spPr>
          <a:xfrm>
            <a:off x="3477179" y="1569773"/>
            <a:ext cx="2471110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00" dirty="0">
                <a:solidFill>
                  <a:srgbClr val="669E9A">
                    <a:alpha val="10000"/>
                  </a:srgbClr>
                </a:solidFill>
                <a:latin typeface="Montserrat Medium" panose="00000600000000000000" pitchFamily="2" charset="-52"/>
              </a:rPr>
              <a:t>Behavior </a:t>
            </a:r>
            <a:endParaRPr lang="uk-UA" sz="2000" dirty="0">
              <a:solidFill>
                <a:srgbClr val="669E9A">
                  <a:alpha val="10000"/>
                </a:srgbClr>
              </a:solidFill>
              <a:latin typeface="Montserrat Medium" panose="00000600000000000000" pitchFamily="2" charset="-52"/>
            </a:endParaRPr>
          </a:p>
          <a:p>
            <a:pPr algn="ctr"/>
            <a:r>
              <a:rPr lang="en-US" sz="2000" dirty="0">
                <a:solidFill>
                  <a:srgbClr val="669E9A">
                    <a:alpha val="10000"/>
                  </a:srgbClr>
                </a:solidFill>
                <a:latin typeface="Montserrat Medium" panose="00000600000000000000" pitchFamily="2" charset="-52"/>
              </a:rPr>
              <a:t>Trees</a:t>
            </a:r>
            <a:endParaRPr lang="ru-RU" sz="2000" dirty="0">
              <a:solidFill>
                <a:srgbClr val="669E9A">
                  <a:alpha val="10000"/>
                </a:srgbClr>
              </a:solidFill>
              <a:latin typeface="Montserrat Medium" panose="00000600000000000000" pitchFamily="2" charset="-52"/>
            </a:endParaRPr>
          </a:p>
        </p:txBody>
      </p:sp>
      <p:sp>
        <p:nvSpPr>
          <p:cNvPr id="129" name="TextBox 128">
            <a:extLst>
              <a:ext uri="{FF2B5EF4-FFF2-40B4-BE49-F238E27FC236}">
                <a16:creationId xmlns:a16="http://schemas.microsoft.com/office/drawing/2014/main" id="{987BF093-A9F1-4867-8BDC-12875EFB4A35}"/>
              </a:ext>
            </a:extLst>
          </p:cNvPr>
          <p:cNvSpPr txBox="1"/>
          <p:nvPr/>
        </p:nvSpPr>
        <p:spPr>
          <a:xfrm>
            <a:off x="6259032" y="1569773"/>
            <a:ext cx="2471110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00" dirty="0">
                <a:solidFill>
                  <a:srgbClr val="669E9A">
                    <a:alpha val="10000"/>
                  </a:srgbClr>
                </a:solidFill>
                <a:latin typeface="Montserrat Medium" panose="00000600000000000000" pitchFamily="2" charset="-52"/>
              </a:rPr>
              <a:t>Goal-Oriented Action Planning</a:t>
            </a:r>
            <a:endParaRPr lang="ru-RU" sz="2000" dirty="0">
              <a:solidFill>
                <a:srgbClr val="669E9A">
                  <a:alpha val="10000"/>
                </a:srgbClr>
              </a:solidFill>
              <a:latin typeface="Montserrat Medium" panose="00000600000000000000" pitchFamily="2" charset="-52"/>
            </a:endParaRPr>
          </a:p>
        </p:txBody>
      </p:sp>
      <p:sp>
        <p:nvSpPr>
          <p:cNvPr id="130" name="TextBox 129">
            <a:extLst>
              <a:ext uri="{FF2B5EF4-FFF2-40B4-BE49-F238E27FC236}">
                <a16:creationId xmlns:a16="http://schemas.microsoft.com/office/drawing/2014/main" id="{67D45B67-1447-40B5-9190-98E081448D9E}"/>
              </a:ext>
            </a:extLst>
          </p:cNvPr>
          <p:cNvSpPr txBox="1"/>
          <p:nvPr/>
        </p:nvSpPr>
        <p:spPr>
          <a:xfrm>
            <a:off x="9040885" y="1569773"/>
            <a:ext cx="2471110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00" dirty="0">
                <a:solidFill>
                  <a:srgbClr val="669E9A">
                    <a:alpha val="10000"/>
                  </a:srgbClr>
                </a:solidFill>
                <a:latin typeface="Montserrat Medium" panose="00000600000000000000" pitchFamily="2" charset="-52"/>
              </a:rPr>
              <a:t>Utility Artificial Intelligence</a:t>
            </a:r>
            <a:endParaRPr lang="ru-RU" sz="2000" dirty="0">
              <a:solidFill>
                <a:srgbClr val="669E9A">
                  <a:alpha val="10000"/>
                </a:srgbClr>
              </a:solidFill>
              <a:latin typeface="Montserrat Medium" panose="00000600000000000000" pitchFamily="2" charset="-52"/>
            </a:endParaRPr>
          </a:p>
        </p:txBody>
      </p:sp>
      <p:sp>
        <p:nvSpPr>
          <p:cNvPr id="3" name="!!панель_1">
            <a:extLst>
              <a:ext uri="{FF2B5EF4-FFF2-40B4-BE49-F238E27FC236}">
                <a16:creationId xmlns:a16="http://schemas.microsoft.com/office/drawing/2014/main" id="{D5807C4E-B38F-F7CF-E804-344B5473E68C}"/>
              </a:ext>
            </a:extLst>
          </p:cNvPr>
          <p:cNvSpPr/>
          <p:nvPr/>
        </p:nvSpPr>
        <p:spPr>
          <a:xfrm>
            <a:off x="677326" y="2561293"/>
            <a:ext cx="10834669" cy="3431643"/>
          </a:xfrm>
          <a:prstGeom prst="roundRect">
            <a:avLst>
              <a:gd name="adj" fmla="val 2937"/>
            </a:avLst>
          </a:prstGeom>
          <a:solidFill>
            <a:schemeClr val="bg1">
              <a:alpha val="20000"/>
            </a:schemeClr>
          </a:solidFill>
          <a:ln w="12700">
            <a:gradFill>
              <a:gsLst>
                <a:gs pos="0">
                  <a:schemeClr val="accent1">
                    <a:lumMod val="5000"/>
                    <a:lumOff val="95000"/>
                  </a:schemeClr>
                </a:gs>
                <a:gs pos="74000">
                  <a:schemeClr val="accent1">
                    <a:lumMod val="45000"/>
                    <a:lumOff val="55000"/>
                  </a:schemeClr>
                </a:gs>
                <a:gs pos="83000">
                  <a:schemeClr val="accent1">
                    <a:lumMod val="45000"/>
                    <a:lumOff val="55000"/>
                  </a:schemeClr>
                </a:gs>
                <a:gs pos="100000">
                  <a:schemeClr val="accent1">
                    <a:lumMod val="30000"/>
                    <a:lumOff val="70000"/>
                  </a:schemeClr>
                </a:gs>
              </a:gsLst>
              <a:lin ang="5400000" scaled="1"/>
            </a:gra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1026" name="Picture 2" descr="State Machines: Choosing the Right AI Model for Your Game | by Umut Çırak |  Medium">
            <a:extLst>
              <a:ext uri="{FF2B5EF4-FFF2-40B4-BE49-F238E27FC236}">
                <a16:creationId xmlns:a16="http://schemas.microsoft.com/office/drawing/2014/main" id="{46E4DD5D-4606-8107-7FED-77577B18346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077443" y="2972317"/>
            <a:ext cx="5320159" cy="2499497"/>
          </a:xfrm>
          <a:prstGeom prst="roundRect">
            <a:avLst>
              <a:gd name="adj" fmla="val 5692"/>
            </a:avLst>
          </a:prstGeom>
          <a:solidFill>
            <a:schemeClr val="bg1">
              <a:alpha val="20000"/>
            </a:schemeClr>
          </a:solidFill>
          <a:ln w="12700">
            <a:gradFill>
              <a:gsLst>
                <a:gs pos="0">
                  <a:schemeClr val="accent1">
                    <a:lumMod val="5000"/>
                    <a:lumOff val="95000"/>
                  </a:schemeClr>
                </a:gs>
                <a:gs pos="74000">
                  <a:schemeClr val="accent1">
                    <a:lumMod val="45000"/>
                    <a:lumOff val="55000"/>
                  </a:schemeClr>
                </a:gs>
                <a:gs pos="83000">
                  <a:schemeClr val="accent1">
                    <a:lumMod val="45000"/>
                    <a:lumOff val="55000"/>
                  </a:schemeClr>
                </a:gs>
                <a:gs pos="100000">
                  <a:schemeClr val="accent1">
                    <a:lumMod val="30000"/>
                    <a:lumOff val="70000"/>
                  </a:schemeClr>
                </a:gs>
              </a:gsLst>
              <a:lin ang="5400000" scaled="1"/>
            </a:gradFill>
          </a:ln>
        </p:spPr>
      </p:pic>
      <p:sp>
        <p:nvSpPr>
          <p:cNvPr id="54" name="TextBox 53">
            <a:extLst>
              <a:ext uri="{FF2B5EF4-FFF2-40B4-BE49-F238E27FC236}">
                <a16:creationId xmlns:a16="http://schemas.microsoft.com/office/drawing/2014/main" id="{D772AF86-35D4-48B3-B6AE-BF26570AC6AA}"/>
              </a:ext>
            </a:extLst>
          </p:cNvPr>
          <p:cNvSpPr txBox="1"/>
          <p:nvPr/>
        </p:nvSpPr>
        <p:spPr>
          <a:xfrm>
            <a:off x="717786" y="2883237"/>
            <a:ext cx="5142499" cy="267765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solidFill>
                  <a:schemeClr val="bg1"/>
                </a:solidFill>
                <a:latin typeface="Montserrat Medium" panose="00000600000000000000" pitchFamily="2" charset="-52"/>
              </a:rPr>
              <a:t>Final State Machine </a:t>
            </a:r>
            <a:r>
              <a:rPr lang="uk-UA" sz="1400" dirty="0">
                <a:solidFill>
                  <a:schemeClr val="bg1"/>
                </a:solidFill>
                <a:latin typeface="Montserrat Medium" panose="00000600000000000000" pitchFamily="2" charset="-52"/>
              </a:rPr>
              <a:t>або «Кінцевий автомат» – найстарша і найбільш зрозуміла архітектура для створення ігрового </a:t>
            </a:r>
            <a:r>
              <a:rPr lang="uk-UA" sz="1400" dirty="0" err="1">
                <a:solidFill>
                  <a:schemeClr val="bg1"/>
                </a:solidFill>
                <a:latin typeface="Montserrat Medium" panose="00000600000000000000" pitchFamily="2" charset="-52"/>
              </a:rPr>
              <a:t>Ші</a:t>
            </a:r>
            <a:r>
              <a:rPr lang="uk-UA" sz="1400" dirty="0">
                <a:solidFill>
                  <a:schemeClr val="bg1"/>
                </a:solidFill>
                <a:latin typeface="Montserrat Medium" panose="00000600000000000000" pitchFamily="2" charset="-52"/>
              </a:rPr>
              <a:t>.</a:t>
            </a:r>
            <a:br>
              <a:rPr lang="uk-UA" sz="1400" dirty="0">
                <a:solidFill>
                  <a:schemeClr val="bg1"/>
                </a:solidFill>
                <a:latin typeface="Montserrat Medium" panose="00000600000000000000" pitchFamily="2" charset="-52"/>
              </a:rPr>
            </a:br>
            <a:br>
              <a:rPr lang="uk-UA" sz="1400" dirty="0">
                <a:solidFill>
                  <a:schemeClr val="bg1"/>
                </a:solidFill>
                <a:latin typeface="Montserrat Medium" panose="00000600000000000000" pitchFamily="2" charset="-52"/>
              </a:rPr>
            </a:br>
            <a:r>
              <a:rPr lang="uk-UA" sz="1400" dirty="0">
                <a:solidFill>
                  <a:schemeClr val="bg1"/>
                </a:solidFill>
                <a:latin typeface="Montserrat Medium" panose="00000600000000000000" pitchFamily="2" charset="-52"/>
              </a:rPr>
              <a:t>Основна логіка полягає в тому, що об’єкт має декілька станів і він може знаходитись лише в одному стані у конкретний момент. </a:t>
            </a:r>
            <a:br>
              <a:rPr lang="uk-UA" sz="1400" dirty="0">
                <a:solidFill>
                  <a:schemeClr val="bg1"/>
                </a:solidFill>
                <a:latin typeface="Montserrat Medium" panose="00000600000000000000" pitchFamily="2" charset="-52"/>
              </a:rPr>
            </a:br>
            <a:br>
              <a:rPr lang="uk-UA" sz="1400" dirty="0">
                <a:solidFill>
                  <a:schemeClr val="bg1"/>
                </a:solidFill>
                <a:latin typeface="Montserrat Medium" panose="00000600000000000000" pitchFamily="2" charset="-52"/>
              </a:rPr>
            </a:br>
            <a:r>
              <a:rPr lang="uk-UA" sz="1400" dirty="0">
                <a:solidFill>
                  <a:schemeClr val="bg1"/>
                </a:solidFill>
                <a:latin typeface="Montserrat Medium" panose="00000600000000000000" pitchFamily="2" charset="-52"/>
              </a:rPr>
              <a:t>Загальна будова базується на станах</a:t>
            </a:r>
            <a:r>
              <a:rPr lang="en-US" sz="1400" dirty="0">
                <a:solidFill>
                  <a:schemeClr val="bg1"/>
                </a:solidFill>
                <a:latin typeface="Montserrat Medium" panose="00000600000000000000" pitchFamily="2" charset="-52"/>
              </a:rPr>
              <a:t>;</a:t>
            </a:r>
            <a:r>
              <a:rPr lang="uk-UA" sz="1400" dirty="0">
                <a:solidFill>
                  <a:schemeClr val="bg1"/>
                </a:solidFill>
                <a:latin typeface="Montserrat Medium" panose="00000600000000000000" pitchFamily="2" charset="-52"/>
              </a:rPr>
              <a:t> переходах, </a:t>
            </a:r>
          </a:p>
          <a:p>
            <a:r>
              <a:rPr lang="uk-UA" sz="1400" dirty="0">
                <a:solidFill>
                  <a:schemeClr val="bg1"/>
                </a:solidFill>
                <a:latin typeface="Montserrat Medium" panose="00000600000000000000" pitchFamily="2" charset="-52"/>
              </a:rPr>
              <a:t>що змінюють стани</a:t>
            </a:r>
            <a:r>
              <a:rPr lang="en-US" sz="1400" dirty="0">
                <a:solidFill>
                  <a:schemeClr val="bg1"/>
                </a:solidFill>
                <a:latin typeface="Montserrat Medium" panose="00000600000000000000" pitchFamily="2" charset="-52"/>
              </a:rPr>
              <a:t>; </a:t>
            </a:r>
            <a:r>
              <a:rPr lang="uk-UA" sz="1400" dirty="0">
                <a:solidFill>
                  <a:schemeClr val="bg1"/>
                </a:solidFill>
                <a:latin typeface="Montserrat Medium" panose="00000600000000000000" pitchFamily="2" charset="-52"/>
              </a:rPr>
              <a:t>подіях, які запускають переходи</a:t>
            </a:r>
            <a:r>
              <a:rPr lang="en-US" sz="1400" dirty="0">
                <a:solidFill>
                  <a:schemeClr val="bg1"/>
                </a:solidFill>
                <a:latin typeface="Montserrat Medium" panose="00000600000000000000" pitchFamily="2" charset="-52"/>
              </a:rPr>
              <a:t>;</a:t>
            </a:r>
            <a:r>
              <a:rPr lang="uk-UA" sz="1400" dirty="0">
                <a:solidFill>
                  <a:schemeClr val="bg1"/>
                </a:solidFill>
                <a:latin typeface="Montserrat Medium" panose="00000600000000000000" pitchFamily="2" charset="-52"/>
              </a:rPr>
              <a:t> Діях, які ШІ робить, коли знаходиться </a:t>
            </a:r>
          </a:p>
          <a:p>
            <a:r>
              <a:rPr lang="uk-UA" sz="1400" dirty="0">
                <a:solidFill>
                  <a:schemeClr val="bg1"/>
                </a:solidFill>
                <a:latin typeface="Montserrat Medium" panose="00000600000000000000" pitchFamily="2" charset="-52"/>
              </a:rPr>
              <a:t>в певному стані</a:t>
            </a:r>
            <a:endParaRPr lang="ru-RU" sz="1400" dirty="0">
              <a:solidFill>
                <a:schemeClr val="bg1"/>
              </a:solidFill>
              <a:latin typeface="Montserrat Medium" panose="00000600000000000000" pitchFamily="2" charset="-52"/>
            </a:endParaRPr>
          </a:p>
        </p:txBody>
      </p:sp>
      <p:sp>
        <p:nvSpPr>
          <p:cNvPr id="61" name="!!панель_2">
            <a:extLst>
              <a:ext uri="{FF2B5EF4-FFF2-40B4-BE49-F238E27FC236}">
                <a16:creationId xmlns:a16="http://schemas.microsoft.com/office/drawing/2014/main" id="{8958F87A-30E7-40D8-A201-47264EFC3FCE}"/>
              </a:ext>
            </a:extLst>
          </p:cNvPr>
          <p:cNvSpPr/>
          <p:nvPr/>
        </p:nvSpPr>
        <p:spPr>
          <a:xfrm>
            <a:off x="-12905360" y="2561293"/>
            <a:ext cx="10834669" cy="3431643"/>
          </a:xfrm>
          <a:prstGeom prst="roundRect">
            <a:avLst>
              <a:gd name="adj" fmla="val 2937"/>
            </a:avLst>
          </a:prstGeom>
          <a:solidFill>
            <a:schemeClr val="bg1">
              <a:alpha val="20000"/>
            </a:schemeClr>
          </a:solidFill>
          <a:ln w="12700">
            <a:gradFill>
              <a:gsLst>
                <a:gs pos="0">
                  <a:schemeClr val="accent1">
                    <a:lumMod val="5000"/>
                    <a:lumOff val="95000"/>
                  </a:schemeClr>
                </a:gs>
                <a:gs pos="74000">
                  <a:schemeClr val="accent1">
                    <a:lumMod val="45000"/>
                    <a:lumOff val="55000"/>
                  </a:schemeClr>
                </a:gs>
                <a:gs pos="83000">
                  <a:schemeClr val="accent1">
                    <a:lumMod val="45000"/>
                    <a:lumOff val="55000"/>
                  </a:schemeClr>
                </a:gs>
                <a:gs pos="100000">
                  <a:schemeClr val="accent1">
                    <a:lumMod val="30000"/>
                    <a:lumOff val="70000"/>
                  </a:schemeClr>
                </a:gs>
              </a:gsLst>
              <a:lin ang="5400000" scaled="1"/>
            </a:gra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CE014D10-AB6B-492E-AC90-528ECD36A418}"/>
              </a:ext>
            </a:extLst>
          </p:cNvPr>
          <p:cNvSpPr txBox="1"/>
          <p:nvPr/>
        </p:nvSpPr>
        <p:spPr>
          <a:xfrm>
            <a:off x="-12728808" y="2832776"/>
            <a:ext cx="5142499" cy="28931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uk-UA" sz="1400" dirty="0">
                <a:solidFill>
                  <a:schemeClr val="bg1"/>
                </a:solidFill>
                <a:latin typeface="Montserrat Medium" panose="00000600000000000000" pitchFamily="2" charset="-52"/>
              </a:rPr>
              <a:t>Поведінкові дерева наразі є найбільш популярним варіантом реалізації штучного інтелекту. </a:t>
            </a:r>
            <a:br>
              <a:rPr lang="uk-UA" sz="1400" dirty="0">
                <a:solidFill>
                  <a:schemeClr val="bg1"/>
                </a:solidFill>
                <a:latin typeface="Montserrat Medium" panose="00000600000000000000" pitchFamily="2" charset="-52"/>
              </a:rPr>
            </a:br>
            <a:br>
              <a:rPr lang="uk-UA" sz="1400" dirty="0">
                <a:solidFill>
                  <a:schemeClr val="bg1"/>
                </a:solidFill>
                <a:latin typeface="Montserrat Medium" panose="00000600000000000000" pitchFamily="2" charset="-52"/>
              </a:rPr>
            </a:br>
            <a:r>
              <a:rPr lang="uk-UA" sz="1400" dirty="0">
                <a:solidFill>
                  <a:schemeClr val="bg1"/>
                </a:solidFill>
                <a:latin typeface="Montserrat Medium" panose="00000600000000000000" pitchFamily="2" charset="-52"/>
              </a:rPr>
              <a:t>Основна логіка полягає в тому, що, </a:t>
            </a:r>
            <a:r>
              <a:rPr lang="uk-UA" sz="1400" dirty="0" err="1">
                <a:solidFill>
                  <a:schemeClr val="bg1"/>
                </a:solidFill>
                <a:latin typeface="Montserrat Medium" panose="00000600000000000000" pitchFamily="2" charset="-52"/>
              </a:rPr>
              <a:t>навідміну</a:t>
            </a:r>
            <a:r>
              <a:rPr lang="uk-UA" sz="1400" dirty="0">
                <a:solidFill>
                  <a:schemeClr val="bg1"/>
                </a:solidFill>
                <a:latin typeface="Montserrat Medium" panose="00000600000000000000" pitchFamily="2" charset="-52"/>
              </a:rPr>
              <a:t> від кінцевого автомату, ШІ кожного разу проходить по вузлах, перевіряючи умови і в результаті робить певні дії. </a:t>
            </a:r>
            <a:br>
              <a:rPr lang="uk-UA" sz="1400" dirty="0">
                <a:solidFill>
                  <a:schemeClr val="bg1"/>
                </a:solidFill>
                <a:latin typeface="Montserrat Medium" panose="00000600000000000000" pitchFamily="2" charset="-52"/>
              </a:rPr>
            </a:br>
            <a:br>
              <a:rPr lang="uk-UA" sz="1400" dirty="0">
                <a:solidFill>
                  <a:schemeClr val="bg1"/>
                </a:solidFill>
                <a:latin typeface="Montserrat Medium" panose="00000600000000000000" pitchFamily="2" charset="-52"/>
              </a:rPr>
            </a:br>
            <a:r>
              <a:rPr lang="uk-UA" sz="1400" dirty="0">
                <a:solidFill>
                  <a:schemeClr val="bg1"/>
                </a:solidFill>
                <a:latin typeface="Montserrat Medium" panose="00000600000000000000" pitchFamily="2" charset="-52"/>
              </a:rPr>
              <a:t>Поведінкові дерева будуються з вузлів, які </a:t>
            </a:r>
            <a:r>
              <a:rPr lang="uk-UA" sz="1400" dirty="0" err="1">
                <a:solidFill>
                  <a:schemeClr val="bg1"/>
                </a:solidFill>
                <a:latin typeface="Montserrat Medium" panose="00000600000000000000" pitchFamily="2" charset="-52"/>
              </a:rPr>
              <a:t>буваються</a:t>
            </a:r>
            <a:r>
              <a:rPr lang="uk-UA" sz="1400" dirty="0">
                <a:solidFill>
                  <a:schemeClr val="bg1"/>
                </a:solidFill>
                <a:latin typeface="Montserrat Medium" panose="00000600000000000000" pitchFamily="2" charset="-52"/>
              </a:rPr>
              <a:t> різного типу. Вузли найнижчого рівня </a:t>
            </a:r>
            <a:r>
              <a:rPr lang="uk-UA" sz="1400" dirty="0" err="1">
                <a:solidFill>
                  <a:schemeClr val="bg1"/>
                </a:solidFill>
                <a:latin typeface="Montserrat Medium" panose="00000600000000000000" pitchFamily="2" charset="-52"/>
              </a:rPr>
              <a:t>назвиваються</a:t>
            </a:r>
            <a:r>
              <a:rPr lang="uk-UA" sz="1400" dirty="0">
                <a:solidFill>
                  <a:schemeClr val="bg1"/>
                </a:solidFill>
                <a:latin typeface="Montserrat Medium" panose="00000600000000000000" pitchFamily="2" charset="-52"/>
              </a:rPr>
              <a:t> «листями» і зазвичай виконують дію. Також є составні вузли, які керують потоком виконання і зазвичай мають дочірні вузли.</a:t>
            </a:r>
            <a:endParaRPr lang="ru-RU" sz="1400" dirty="0">
              <a:solidFill>
                <a:schemeClr val="bg1"/>
              </a:solidFill>
              <a:latin typeface="Montserrat Medium" panose="00000600000000000000" pitchFamily="2" charset="-52"/>
            </a:endParaRPr>
          </a:p>
        </p:txBody>
      </p:sp>
      <p:pic>
        <p:nvPicPr>
          <p:cNvPr id="65" name="Picture 2" descr="Behavior Tree in Unreal Engine - Overview | Unreal Engine 5.7 Documentation  | Epic Developer Community">
            <a:extLst>
              <a:ext uri="{FF2B5EF4-FFF2-40B4-BE49-F238E27FC236}">
                <a16:creationId xmlns:a16="http://schemas.microsoft.com/office/drawing/2014/main" id="{22074EC6-6EAF-4895-9C0A-E71001530B6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-7429113" y="2861159"/>
            <a:ext cx="5142499" cy="2831909"/>
          </a:xfrm>
          <a:prstGeom prst="roundRect">
            <a:avLst>
              <a:gd name="adj" fmla="val 5692"/>
            </a:avLst>
          </a:prstGeom>
          <a:solidFill>
            <a:schemeClr val="bg1">
              <a:alpha val="20000"/>
            </a:schemeClr>
          </a:solidFill>
          <a:ln w="12700">
            <a:gradFill>
              <a:gsLst>
                <a:gs pos="0">
                  <a:schemeClr val="accent1">
                    <a:lumMod val="5000"/>
                    <a:lumOff val="95000"/>
                  </a:schemeClr>
                </a:gs>
                <a:gs pos="74000">
                  <a:schemeClr val="accent1">
                    <a:lumMod val="45000"/>
                    <a:lumOff val="55000"/>
                  </a:schemeClr>
                </a:gs>
                <a:gs pos="83000">
                  <a:schemeClr val="accent1">
                    <a:lumMod val="45000"/>
                    <a:lumOff val="55000"/>
                  </a:schemeClr>
                </a:gs>
                <a:gs pos="100000">
                  <a:schemeClr val="accent1">
                    <a:lumMod val="30000"/>
                    <a:lumOff val="70000"/>
                  </a:schemeClr>
                </a:gs>
              </a:gsLst>
              <a:lin ang="5400000" scaled="1"/>
            </a:gradFill>
          </a:ln>
        </p:spPr>
      </p:pic>
    </p:spTree>
    <p:extLst>
      <p:ext uri="{BB962C8B-B14F-4D97-AF65-F5344CB8AC3E}">
        <p14:creationId xmlns:p14="http://schemas.microsoft.com/office/powerpoint/2010/main" val="2437939174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med">
        <p159:morph option="byObject"/>
      </p:transition>
    </mc:Choice>
    <mc:Fallback xmlns="">
      <p:transition spd="med">
        <p:fade/>
      </p:transition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фон">
            <a:extLst>
              <a:ext uri="{FF2B5EF4-FFF2-40B4-BE49-F238E27FC236}">
                <a16:creationId xmlns:a16="http://schemas.microsoft.com/office/drawing/2014/main" id="{123AAA31-15E5-4CD4-90E0-8BA1499E8700}"/>
              </a:ext>
            </a:extLst>
          </p:cNvPr>
          <p:cNvSpPr/>
          <p:nvPr/>
        </p:nvSpPr>
        <p:spPr>
          <a:xfrm>
            <a:off x="-5" y="0"/>
            <a:ext cx="12192000" cy="6858000"/>
          </a:xfrm>
          <a:prstGeom prst="rect">
            <a:avLst/>
          </a:prstGeom>
          <a:gradFill>
            <a:gsLst>
              <a:gs pos="0">
                <a:srgbClr val="1D1D1D"/>
              </a:gs>
              <a:gs pos="100000">
                <a:srgbClr val="1D1D1D"/>
              </a:gs>
            </a:gsLst>
            <a:path path="circle">
              <a:fillToRect r="100000" b="100000"/>
            </a:path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grpSp>
        <p:nvGrpSpPr>
          <p:cNvPr id="62" name="18х12 сетка">
            <a:extLst>
              <a:ext uri="{FF2B5EF4-FFF2-40B4-BE49-F238E27FC236}">
                <a16:creationId xmlns:a16="http://schemas.microsoft.com/office/drawing/2014/main" id="{B3CD36E5-6234-4C3A-BED7-A5B1ADB7FF62}"/>
              </a:ext>
            </a:extLst>
          </p:cNvPr>
          <p:cNvGrpSpPr/>
          <p:nvPr/>
        </p:nvGrpSpPr>
        <p:grpSpPr>
          <a:xfrm>
            <a:off x="-8" y="0"/>
            <a:ext cx="12192007" cy="6858000"/>
            <a:chOff x="-2" y="0"/>
            <a:chExt cx="12192002" cy="6858000"/>
          </a:xfrm>
        </p:grpSpPr>
        <p:grpSp>
          <p:nvGrpSpPr>
            <p:cNvPr id="68" name="Группа 67">
              <a:extLst>
                <a:ext uri="{FF2B5EF4-FFF2-40B4-BE49-F238E27FC236}">
                  <a16:creationId xmlns:a16="http://schemas.microsoft.com/office/drawing/2014/main" id="{058C4490-79C4-45FE-AACB-69EA39D66F8A}"/>
                </a:ext>
              </a:extLst>
            </p:cNvPr>
            <p:cNvGrpSpPr/>
            <p:nvPr/>
          </p:nvGrpSpPr>
          <p:grpSpPr>
            <a:xfrm>
              <a:off x="-2" y="0"/>
              <a:ext cx="12192000" cy="6858000"/>
              <a:chOff x="-2" y="0"/>
              <a:chExt cx="8750502" cy="6858000"/>
            </a:xfrm>
            <a:noFill/>
          </p:grpSpPr>
          <p:sp>
            <p:nvSpPr>
              <p:cNvPr id="86" name="Прямоугольник 85">
                <a:extLst>
                  <a:ext uri="{FF2B5EF4-FFF2-40B4-BE49-F238E27FC236}">
                    <a16:creationId xmlns:a16="http://schemas.microsoft.com/office/drawing/2014/main" id="{7E2552AE-C149-4D44-83AB-0888AFBDFEF2}"/>
                  </a:ext>
                </a:extLst>
              </p:cNvPr>
              <p:cNvSpPr/>
              <p:nvPr/>
            </p:nvSpPr>
            <p:spPr>
              <a:xfrm>
                <a:off x="-2" y="0"/>
                <a:ext cx="486139" cy="68580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87" name="Прямоугольник 86">
                <a:extLst>
                  <a:ext uri="{FF2B5EF4-FFF2-40B4-BE49-F238E27FC236}">
                    <a16:creationId xmlns:a16="http://schemas.microsoft.com/office/drawing/2014/main" id="{208E4854-E973-4CC6-AC53-D304668D8FD7}"/>
                  </a:ext>
                </a:extLst>
              </p:cNvPr>
              <p:cNvSpPr/>
              <p:nvPr/>
            </p:nvSpPr>
            <p:spPr>
              <a:xfrm>
                <a:off x="486137" y="0"/>
                <a:ext cx="486139" cy="68580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88" name="Прямоугольник 87">
                <a:extLst>
                  <a:ext uri="{FF2B5EF4-FFF2-40B4-BE49-F238E27FC236}">
                    <a16:creationId xmlns:a16="http://schemas.microsoft.com/office/drawing/2014/main" id="{B6F0D48E-117A-4741-85D4-54A79EEA2DFD}"/>
                  </a:ext>
                </a:extLst>
              </p:cNvPr>
              <p:cNvSpPr/>
              <p:nvPr/>
            </p:nvSpPr>
            <p:spPr>
              <a:xfrm>
                <a:off x="972276" y="0"/>
                <a:ext cx="486139" cy="68580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89" name="Прямоугольник 88">
                <a:extLst>
                  <a:ext uri="{FF2B5EF4-FFF2-40B4-BE49-F238E27FC236}">
                    <a16:creationId xmlns:a16="http://schemas.microsoft.com/office/drawing/2014/main" id="{FC8BE352-D19F-4FF7-B5F5-9F888B8D184B}"/>
                  </a:ext>
                </a:extLst>
              </p:cNvPr>
              <p:cNvSpPr/>
              <p:nvPr/>
            </p:nvSpPr>
            <p:spPr>
              <a:xfrm>
                <a:off x="1458415" y="0"/>
                <a:ext cx="486139" cy="68580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100" name="Прямоугольник 99">
                <a:extLst>
                  <a:ext uri="{FF2B5EF4-FFF2-40B4-BE49-F238E27FC236}">
                    <a16:creationId xmlns:a16="http://schemas.microsoft.com/office/drawing/2014/main" id="{7A365643-F78E-4764-9982-E39237A1F247}"/>
                  </a:ext>
                </a:extLst>
              </p:cNvPr>
              <p:cNvSpPr/>
              <p:nvPr/>
            </p:nvSpPr>
            <p:spPr>
              <a:xfrm>
                <a:off x="1944554" y="0"/>
                <a:ext cx="486139" cy="68580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101" name="Прямоугольник 100">
                <a:extLst>
                  <a:ext uri="{FF2B5EF4-FFF2-40B4-BE49-F238E27FC236}">
                    <a16:creationId xmlns:a16="http://schemas.microsoft.com/office/drawing/2014/main" id="{2BD627C7-E89C-42EC-B764-AAEBC644B4ED}"/>
                  </a:ext>
                </a:extLst>
              </p:cNvPr>
              <p:cNvSpPr/>
              <p:nvPr/>
            </p:nvSpPr>
            <p:spPr>
              <a:xfrm>
                <a:off x="2430693" y="0"/>
                <a:ext cx="486139" cy="68580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102" name="Прямоугольник 101">
                <a:extLst>
                  <a:ext uri="{FF2B5EF4-FFF2-40B4-BE49-F238E27FC236}">
                    <a16:creationId xmlns:a16="http://schemas.microsoft.com/office/drawing/2014/main" id="{BE631F47-4B73-4971-BA95-D82629DFFDCE}"/>
                  </a:ext>
                </a:extLst>
              </p:cNvPr>
              <p:cNvSpPr/>
              <p:nvPr/>
            </p:nvSpPr>
            <p:spPr>
              <a:xfrm>
                <a:off x="2916832" y="0"/>
                <a:ext cx="486139" cy="68580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103" name="Прямоугольник 102">
                <a:extLst>
                  <a:ext uri="{FF2B5EF4-FFF2-40B4-BE49-F238E27FC236}">
                    <a16:creationId xmlns:a16="http://schemas.microsoft.com/office/drawing/2014/main" id="{D63641B2-1ECC-4C32-9365-D89BF5C7E705}"/>
                  </a:ext>
                </a:extLst>
              </p:cNvPr>
              <p:cNvSpPr/>
              <p:nvPr/>
            </p:nvSpPr>
            <p:spPr>
              <a:xfrm>
                <a:off x="3402971" y="0"/>
                <a:ext cx="486139" cy="68580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104" name="Прямоугольник 103">
                <a:extLst>
                  <a:ext uri="{FF2B5EF4-FFF2-40B4-BE49-F238E27FC236}">
                    <a16:creationId xmlns:a16="http://schemas.microsoft.com/office/drawing/2014/main" id="{3EF7A471-F0D8-4EB3-AF40-721137F4ACEA}"/>
                  </a:ext>
                </a:extLst>
              </p:cNvPr>
              <p:cNvSpPr/>
              <p:nvPr/>
            </p:nvSpPr>
            <p:spPr>
              <a:xfrm>
                <a:off x="3889110" y="0"/>
                <a:ext cx="486139" cy="68580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105" name="Прямоугольник 104">
                <a:extLst>
                  <a:ext uri="{FF2B5EF4-FFF2-40B4-BE49-F238E27FC236}">
                    <a16:creationId xmlns:a16="http://schemas.microsoft.com/office/drawing/2014/main" id="{A7262BF0-60B8-4450-B2A6-5A2076D5D9B4}"/>
                  </a:ext>
                </a:extLst>
              </p:cNvPr>
              <p:cNvSpPr/>
              <p:nvPr/>
            </p:nvSpPr>
            <p:spPr>
              <a:xfrm>
                <a:off x="4375249" y="0"/>
                <a:ext cx="486139" cy="68580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106" name="Прямоугольник 105">
                <a:extLst>
                  <a:ext uri="{FF2B5EF4-FFF2-40B4-BE49-F238E27FC236}">
                    <a16:creationId xmlns:a16="http://schemas.microsoft.com/office/drawing/2014/main" id="{67F7441A-18F7-4A13-931B-FD8BEDEFA8BB}"/>
                  </a:ext>
                </a:extLst>
              </p:cNvPr>
              <p:cNvSpPr/>
              <p:nvPr/>
            </p:nvSpPr>
            <p:spPr>
              <a:xfrm>
                <a:off x="4861388" y="0"/>
                <a:ext cx="486139" cy="68580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107" name="Прямоугольник 106">
                <a:extLst>
                  <a:ext uri="{FF2B5EF4-FFF2-40B4-BE49-F238E27FC236}">
                    <a16:creationId xmlns:a16="http://schemas.microsoft.com/office/drawing/2014/main" id="{20942736-BBF0-45AC-ADCA-22E1CF1790CA}"/>
                  </a:ext>
                </a:extLst>
              </p:cNvPr>
              <p:cNvSpPr/>
              <p:nvPr/>
            </p:nvSpPr>
            <p:spPr>
              <a:xfrm>
                <a:off x="5347527" y="0"/>
                <a:ext cx="486139" cy="68580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108" name="Прямоугольник 107">
                <a:extLst>
                  <a:ext uri="{FF2B5EF4-FFF2-40B4-BE49-F238E27FC236}">
                    <a16:creationId xmlns:a16="http://schemas.microsoft.com/office/drawing/2014/main" id="{4CF93E4B-DF1A-4610-92B1-4AC7BB6988B1}"/>
                  </a:ext>
                </a:extLst>
              </p:cNvPr>
              <p:cNvSpPr/>
              <p:nvPr/>
            </p:nvSpPr>
            <p:spPr>
              <a:xfrm>
                <a:off x="5833666" y="0"/>
                <a:ext cx="486139" cy="68580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109" name="Прямоугольник 108">
                <a:extLst>
                  <a:ext uri="{FF2B5EF4-FFF2-40B4-BE49-F238E27FC236}">
                    <a16:creationId xmlns:a16="http://schemas.microsoft.com/office/drawing/2014/main" id="{4421E6CB-B79F-4985-AC9F-EF634819E1F6}"/>
                  </a:ext>
                </a:extLst>
              </p:cNvPr>
              <p:cNvSpPr/>
              <p:nvPr/>
            </p:nvSpPr>
            <p:spPr>
              <a:xfrm>
                <a:off x="6319805" y="0"/>
                <a:ext cx="486139" cy="68580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110" name="Прямоугольник 109">
                <a:extLst>
                  <a:ext uri="{FF2B5EF4-FFF2-40B4-BE49-F238E27FC236}">
                    <a16:creationId xmlns:a16="http://schemas.microsoft.com/office/drawing/2014/main" id="{22EC2E10-D1BB-43A7-B5AC-1A67618D86DD}"/>
                  </a:ext>
                </a:extLst>
              </p:cNvPr>
              <p:cNvSpPr/>
              <p:nvPr/>
            </p:nvSpPr>
            <p:spPr>
              <a:xfrm>
                <a:off x="6805944" y="0"/>
                <a:ext cx="486139" cy="68580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111" name="Прямоугольник 110">
                <a:extLst>
                  <a:ext uri="{FF2B5EF4-FFF2-40B4-BE49-F238E27FC236}">
                    <a16:creationId xmlns:a16="http://schemas.microsoft.com/office/drawing/2014/main" id="{903A5950-D35B-4110-A561-2760E9105C91}"/>
                  </a:ext>
                </a:extLst>
              </p:cNvPr>
              <p:cNvSpPr/>
              <p:nvPr/>
            </p:nvSpPr>
            <p:spPr>
              <a:xfrm>
                <a:off x="7292083" y="0"/>
                <a:ext cx="486139" cy="68580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112" name="Прямоугольник 111">
                <a:extLst>
                  <a:ext uri="{FF2B5EF4-FFF2-40B4-BE49-F238E27FC236}">
                    <a16:creationId xmlns:a16="http://schemas.microsoft.com/office/drawing/2014/main" id="{CB92CC41-F5C9-4C7C-AA2C-93C882CEA916}"/>
                  </a:ext>
                </a:extLst>
              </p:cNvPr>
              <p:cNvSpPr/>
              <p:nvPr/>
            </p:nvSpPr>
            <p:spPr>
              <a:xfrm>
                <a:off x="7778222" y="0"/>
                <a:ext cx="486139" cy="68580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113" name="Прямоугольник 112">
                <a:extLst>
                  <a:ext uri="{FF2B5EF4-FFF2-40B4-BE49-F238E27FC236}">
                    <a16:creationId xmlns:a16="http://schemas.microsoft.com/office/drawing/2014/main" id="{84F3766D-387C-4BCF-9467-7E7C69DFE17C}"/>
                  </a:ext>
                </a:extLst>
              </p:cNvPr>
              <p:cNvSpPr/>
              <p:nvPr/>
            </p:nvSpPr>
            <p:spPr>
              <a:xfrm>
                <a:off x="8264361" y="0"/>
                <a:ext cx="486139" cy="68580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</p:grpSp>
        <p:grpSp>
          <p:nvGrpSpPr>
            <p:cNvPr id="69" name="Группа 68">
              <a:extLst>
                <a:ext uri="{FF2B5EF4-FFF2-40B4-BE49-F238E27FC236}">
                  <a16:creationId xmlns:a16="http://schemas.microsoft.com/office/drawing/2014/main" id="{661AE684-D580-489B-83A6-7B752ABDD836}"/>
                </a:ext>
              </a:extLst>
            </p:cNvPr>
            <p:cNvGrpSpPr/>
            <p:nvPr/>
          </p:nvGrpSpPr>
          <p:grpSpPr>
            <a:xfrm>
              <a:off x="0" y="0"/>
              <a:ext cx="12192000" cy="6858000"/>
              <a:chOff x="0" y="0"/>
              <a:chExt cx="12192000" cy="6400800"/>
            </a:xfrm>
            <a:noFill/>
          </p:grpSpPr>
          <p:sp>
            <p:nvSpPr>
              <p:cNvPr id="70" name="Прямоугольник 69">
                <a:extLst>
                  <a:ext uri="{FF2B5EF4-FFF2-40B4-BE49-F238E27FC236}">
                    <a16:creationId xmlns:a16="http://schemas.microsoft.com/office/drawing/2014/main" id="{35A4AE5D-CC26-4ADD-B50A-33492E34BA44}"/>
                  </a:ext>
                </a:extLst>
              </p:cNvPr>
              <p:cNvSpPr/>
              <p:nvPr/>
            </p:nvSpPr>
            <p:spPr>
              <a:xfrm>
                <a:off x="0" y="0"/>
                <a:ext cx="12192000" cy="5334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71" name="Прямоугольник 70">
                <a:extLst>
                  <a:ext uri="{FF2B5EF4-FFF2-40B4-BE49-F238E27FC236}">
                    <a16:creationId xmlns:a16="http://schemas.microsoft.com/office/drawing/2014/main" id="{A904FD80-26F8-418D-98CB-EF7667B84B9F}"/>
                  </a:ext>
                </a:extLst>
              </p:cNvPr>
              <p:cNvSpPr/>
              <p:nvPr/>
            </p:nvSpPr>
            <p:spPr>
              <a:xfrm>
                <a:off x="0" y="533400"/>
                <a:ext cx="12192000" cy="5334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74" name="Прямоугольник 73">
                <a:extLst>
                  <a:ext uri="{FF2B5EF4-FFF2-40B4-BE49-F238E27FC236}">
                    <a16:creationId xmlns:a16="http://schemas.microsoft.com/office/drawing/2014/main" id="{F377F6D9-F703-420E-9370-A4000E8BC6EC}"/>
                  </a:ext>
                </a:extLst>
              </p:cNvPr>
              <p:cNvSpPr/>
              <p:nvPr/>
            </p:nvSpPr>
            <p:spPr>
              <a:xfrm>
                <a:off x="0" y="1066800"/>
                <a:ext cx="12192000" cy="5334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75" name="Прямоугольник 74">
                <a:extLst>
                  <a:ext uri="{FF2B5EF4-FFF2-40B4-BE49-F238E27FC236}">
                    <a16:creationId xmlns:a16="http://schemas.microsoft.com/office/drawing/2014/main" id="{EE45EA95-E9A8-4C8A-9EFC-F124CD6E39B7}"/>
                  </a:ext>
                </a:extLst>
              </p:cNvPr>
              <p:cNvSpPr/>
              <p:nvPr/>
            </p:nvSpPr>
            <p:spPr>
              <a:xfrm>
                <a:off x="0" y="1600200"/>
                <a:ext cx="12192000" cy="5334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76" name="Прямоугольник 75">
                <a:extLst>
                  <a:ext uri="{FF2B5EF4-FFF2-40B4-BE49-F238E27FC236}">
                    <a16:creationId xmlns:a16="http://schemas.microsoft.com/office/drawing/2014/main" id="{D4B0BAA9-CAD8-43C6-85E7-B42E9228D155}"/>
                  </a:ext>
                </a:extLst>
              </p:cNvPr>
              <p:cNvSpPr/>
              <p:nvPr/>
            </p:nvSpPr>
            <p:spPr>
              <a:xfrm>
                <a:off x="0" y="2133600"/>
                <a:ext cx="12192000" cy="5334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77" name="Прямоугольник 76">
                <a:extLst>
                  <a:ext uri="{FF2B5EF4-FFF2-40B4-BE49-F238E27FC236}">
                    <a16:creationId xmlns:a16="http://schemas.microsoft.com/office/drawing/2014/main" id="{4D49B1A5-D301-46DF-8E6A-26BE5EC5F99C}"/>
                  </a:ext>
                </a:extLst>
              </p:cNvPr>
              <p:cNvSpPr/>
              <p:nvPr/>
            </p:nvSpPr>
            <p:spPr>
              <a:xfrm>
                <a:off x="0" y="2667000"/>
                <a:ext cx="12192000" cy="5334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78" name="Прямоугольник 77">
                <a:extLst>
                  <a:ext uri="{FF2B5EF4-FFF2-40B4-BE49-F238E27FC236}">
                    <a16:creationId xmlns:a16="http://schemas.microsoft.com/office/drawing/2014/main" id="{D33CCEC1-4F3F-4C18-A464-CCF35EC559C6}"/>
                  </a:ext>
                </a:extLst>
              </p:cNvPr>
              <p:cNvSpPr/>
              <p:nvPr/>
            </p:nvSpPr>
            <p:spPr>
              <a:xfrm>
                <a:off x="0" y="3200400"/>
                <a:ext cx="12192000" cy="5334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79" name="Прямоугольник 78">
                <a:extLst>
                  <a:ext uri="{FF2B5EF4-FFF2-40B4-BE49-F238E27FC236}">
                    <a16:creationId xmlns:a16="http://schemas.microsoft.com/office/drawing/2014/main" id="{D1AF7ABD-7026-4189-83CA-53D628B0D14C}"/>
                  </a:ext>
                </a:extLst>
              </p:cNvPr>
              <p:cNvSpPr/>
              <p:nvPr/>
            </p:nvSpPr>
            <p:spPr>
              <a:xfrm>
                <a:off x="0" y="3733800"/>
                <a:ext cx="12192000" cy="5334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80" name="Прямоугольник 79">
                <a:extLst>
                  <a:ext uri="{FF2B5EF4-FFF2-40B4-BE49-F238E27FC236}">
                    <a16:creationId xmlns:a16="http://schemas.microsoft.com/office/drawing/2014/main" id="{8DBF17EE-9D40-40B0-9121-18053F82C4C6}"/>
                  </a:ext>
                </a:extLst>
              </p:cNvPr>
              <p:cNvSpPr/>
              <p:nvPr/>
            </p:nvSpPr>
            <p:spPr>
              <a:xfrm>
                <a:off x="0" y="4267200"/>
                <a:ext cx="12192000" cy="5334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81" name="Прямоугольник 80">
                <a:extLst>
                  <a:ext uri="{FF2B5EF4-FFF2-40B4-BE49-F238E27FC236}">
                    <a16:creationId xmlns:a16="http://schemas.microsoft.com/office/drawing/2014/main" id="{B648A457-FEF3-4422-B2B6-6C6DA0816277}"/>
                  </a:ext>
                </a:extLst>
              </p:cNvPr>
              <p:cNvSpPr/>
              <p:nvPr/>
            </p:nvSpPr>
            <p:spPr>
              <a:xfrm>
                <a:off x="0" y="4800600"/>
                <a:ext cx="12192000" cy="5334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82" name="Прямоугольник 81">
                <a:extLst>
                  <a:ext uri="{FF2B5EF4-FFF2-40B4-BE49-F238E27FC236}">
                    <a16:creationId xmlns:a16="http://schemas.microsoft.com/office/drawing/2014/main" id="{8D38DBB3-E87C-433D-BBCB-F073E603DBC3}"/>
                  </a:ext>
                </a:extLst>
              </p:cNvPr>
              <p:cNvSpPr/>
              <p:nvPr/>
            </p:nvSpPr>
            <p:spPr>
              <a:xfrm>
                <a:off x="0" y="5334000"/>
                <a:ext cx="12192000" cy="5334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85" name="Прямоугольник 84">
                <a:extLst>
                  <a:ext uri="{FF2B5EF4-FFF2-40B4-BE49-F238E27FC236}">
                    <a16:creationId xmlns:a16="http://schemas.microsoft.com/office/drawing/2014/main" id="{AF8A0BA6-A1D4-4F25-AEA3-0C457ED99146}"/>
                  </a:ext>
                </a:extLst>
              </p:cNvPr>
              <p:cNvSpPr/>
              <p:nvPr/>
            </p:nvSpPr>
            <p:spPr>
              <a:xfrm>
                <a:off x="0" y="5867400"/>
                <a:ext cx="12192000" cy="5334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</p:grpSp>
      </p:grpSp>
      <p:cxnSp>
        <p:nvCxnSpPr>
          <p:cNvPr id="83" name="вертикаль">
            <a:extLst>
              <a:ext uri="{FF2B5EF4-FFF2-40B4-BE49-F238E27FC236}">
                <a16:creationId xmlns:a16="http://schemas.microsoft.com/office/drawing/2014/main" id="{DCD21CE6-7B73-44C8-ABED-2B45E79B26CF}"/>
              </a:ext>
            </a:extLst>
          </p:cNvPr>
          <p:cNvCxnSpPr>
            <a:cxnSpLocks/>
          </p:cNvCxnSpPr>
          <p:nvPr/>
        </p:nvCxnSpPr>
        <p:spPr>
          <a:xfrm>
            <a:off x="11495307" y="21834"/>
            <a:ext cx="19354" cy="6872452"/>
          </a:xfrm>
          <a:prstGeom prst="line">
            <a:avLst/>
          </a:prstGeom>
          <a:ln w="12700">
            <a:solidFill>
              <a:srgbClr val="08EDE8">
                <a:alpha val="50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4" name="горизонт">
            <a:extLst>
              <a:ext uri="{FF2B5EF4-FFF2-40B4-BE49-F238E27FC236}">
                <a16:creationId xmlns:a16="http://schemas.microsoft.com/office/drawing/2014/main" id="{8E24FD12-6F19-4398-B603-22615E908799}"/>
              </a:ext>
            </a:extLst>
          </p:cNvPr>
          <p:cNvCxnSpPr>
            <a:cxnSpLocks/>
          </p:cNvCxnSpPr>
          <p:nvPr/>
        </p:nvCxnSpPr>
        <p:spPr>
          <a:xfrm>
            <a:off x="19349" y="6286500"/>
            <a:ext cx="12191994" cy="0"/>
          </a:xfrm>
          <a:prstGeom prst="line">
            <a:avLst/>
          </a:prstGeom>
          <a:ln w="12700">
            <a:solidFill>
              <a:srgbClr val="08EDE8">
                <a:alpha val="50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3" name="декор">
            <a:extLst>
              <a:ext uri="{FF2B5EF4-FFF2-40B4-BE49-F238E27FC236}">
                <a16:creationId xmlns:a16="http://schemas.microsoft.com/office/drawing/2014/main" id="{49274652-B192-EDCA-1B55-F082F3B88EF7}"/>
              </a:ext>
            </a:extLst>
          </p:cNvPr>
          <p:cNvSpPr txBox="1"/>
          <p:nvPr/>
        </p:nvSpPr>
        <p:spPr>
          <a:xfrm>
            <a:off x="1" y="6222657"/>
            <a:ext cx="12191994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600" dirty="0">
                <a:solidFill>
                  <a:srgbClr val="06A29E">
                    <a:alpha val="10000"/>
                  </a:srgbClr>
                </a:solidFill>
                <a:latin typeface="Segoe UI Black" panose="020B0A02040204020203" pitchFamily="34" charset="0"/>
                <a:ea typeface="Segoe UI Black" panose="020B0A02040204020203" pitchFamily="34" charset="0"/>
              </a:rPr>
              <a:t>Project: Artificial Intelligence</a:t>
            </a:r>
            <a:endParaRPr lang="ru-UA" sz="3600" dirty="0">
              <a:solidFill>
                <a:srgbClr val="06A29E">
                  <a:alpha val="10000"/>
                </a:srgbClr>
              </a:solidFill>
              <a:latin typeface="Segoe UI Black" panose="020B0A02040204020203" pitchFamily="34" charset="0"/>
              <a:ea typeface="Segoe UI Black" panose="020B0A02040204020203" pitchFamily="34" charset="0"/>
            </a:endParaRP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D62BF7BF-BC4B-4325-B8D1-9BAC365E2B8B}"/>
              </a:ext>
            </a:extLst>
          </p:cNvPr>
          <p:cNvSpPr txBox="1"/>
          <p:nvPr/>
        </p:nvSpPr>
        <p:spPr>
          <a:xfrm>
            <a:off x="86518" y="73778"/>
            <a:ext cx="5868792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uk-UA" sz="2800" dirty="0">
                <a:solidFill>
                  <a:srgbClr val="08EDE8"/>
                </a:solidFill>
                <a:latin typeface="Montserrat SemiBold" panose="00000700000000000000" pitchFamily="2" charset="-52"/>
              </a:rPr>
              <a:t>О</a:t>
            </a:r>
            <a:r>
              <a:rPr lang="ru-RU" sz="2800" dirty="0" err="1">
                <a:solidFill>
                  <a:srgbClr val="08EDE8"/>
                </a:solidFill>
                <a:latin typeface="Montserrat SemiBold" panose="00000700000000000000" pitchFamily="2" charset="-52"/>
              </a:rPr>
              <a:t>сновні</a:t>
            </a:r>
            <a:r>
              <a:rPr lang="ru-RU" sz="2800" dirty="0">
                <a:solidFill>
                  <a:srgbClr val="08EDE8"/>
                </a:solidFill>
                <a:latin typeface="Montserrat SemiBold" panose="00000700000000000000" pitchFamily="2" charset="-52"/>
              </a:rPr>
              <a:t> </a:t>
            </a:r>
            <a:r>
              <a:rPr lang="ru-RU" sz="2800" dirty="0" err="1">
                <a:solidFill>
                  <a:srgbClr val="08EDE8"/>
                </a:solidFill>
                <a:latin typeface="Montserrat SemiBold" panose="00000700000000000000" pitchFamily="2" charset="-52"/>
              </a:rPr>
              <a:t>способи</a:t>
            </a:r>
            <a:r>
              <a:rPr lang="ru-RU" sz="2800" dirty="0">
                <a:solidFill>
                  <a:srgbClr val="08EDE8"/>
                </a:solidFill>
                <a:latin typeface="Montserrat SemiBold" panose="00000700000000000000" pitchFamily="2" charset="-52"/>
              </a:rPr>
              <a:t> </a:t>
            </a:r>
            <a:r>
              <a:rPr lang="ru-RU" sz="2800" dirty="0" err="1">
                <a:solidFill>
                  <a:srgbClr val="08EDE8"/>
                </a:solidFill>
                <a:latin typeface="Montserrat SemiBold" panose="00000700000000000000" pitchFamily="2" charset="-52"/>
              </a:rPr>
              <a:t>реалізації</a:t>
            </a:r>
            <a:r>
              <a:rPr lang="ru-RU" sz="2800" dirty="0">
                <a:solidFill>
                  <a:srgbClr val="08EDE8"/>
                </a:solidFill>
                <a:latin typeface="Montserrat SemiBold" panose="00000700000000000000" pitchFamily="2" charset="-52"/>
              </a:rPr>
              <a:t> ШІ в </a:t>
            </a:r>
            <a:r>
              <a:rPr lang="ru-RU" sz="2800" dirty="0" err="1">
                <a:solidFill>
                  <a:srgbClr val="08EDE8"/>
                </a:solidFill>
                <a:latin typeface="Montserrat SemiBold" panose="00000700000000000000" pitchFamily="2" charset="-52"/>
              </a:rPr>
              <a:t>іграх</a:t>
            </a:r>
            <a:endParaRPr lang="ru-RU" sz="2800" dirty="0">
              <a:solidFill>
                <a:srgbClr val="08EDE8"/>
              </a:solidFill>
              <a:latin typeface="Montserrat SemiBold" panose="00000700000000000000" pitchFamily="2" charset="-52"/>
            </a:endParaRPr>
          </a:p>
        </p:txBody>
      </p:sp>
      <p:sp>
        <p:nvSpPr>
          <p:cNvPr id="114" name="Прямоугольник: скругленные углы 113">
            <a:extLst>
              <a:ext uri="{FF2B5EF4-FFF2-40B4-BE49-F238E27FC236}">
                <a16:creationId xmlns:a16="http://schemas.microsoft.com/office/drawing/2014/main" id="{34A9E62E-9EA6-41E4-BC5C-72C7C29D2E09}"/>
              </a:ext>
            </a:extLst>
          </p:cNvPr>
          <p:cNvSpPr/>
          <p:nvPr/>
        </p:nvSpPr>
        <p:spPr>
          <a:xfrm>
            <a:off x="710768" y="1143687"/>
            <a:ext cx="2455667" cy="1130639"/>
          </a:xfrm>
          <a:prstGeom prst="roundRect">
            <a:avLst>
              <a:gd name="adj" fmla="val 5898"/>
            </a:avLst>
          </a:prstGeom>
          <a:solidFill>
            <a:schemeClr val="bg1">
              <a:alpha val="20000"/>
            </a:schemeClr>
          </a:solidFill>
          <a:ln w="12700">
            <a:gradFill>
              <a:gsLst>
                <a:gs pos="0">
                  <a:schemeClr val="accent1">
                    <a:lumMod val="5000"/>
                    <a:lumOff val="95000"/>
                  </a:schemeClr>
                </a:gs>
                <a:gs pos="74000">
                  <a:schemeClr val="accent1">
                    <a:lumMod val="45000"/>
                    <a:lumOff val="55000"/>
                  </a:schemeClr>
                </a:gs>
                <a:gs pos="83000">
                  <a:schemeClr val="accent1">
                    <a:lumMod val="45000"/>
                    <a:lumOff val="55000"/>
                  </a:schemeClr>
                </a:gs>
                <a:gs pos="100000">
                  <a:schemeClr val="accent1">
                    <a:lumMod val="30000"/>
                    <a:lumOff val="70000"/>
                  </a:schemeClr>
                </a:gs>
              </a:gsLst>
              <a:lin ang="5400000" scaled="1"/>
            </a:gra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15" name="Прямоугольник: скругленные углы 114">
            <a:extLst>
              <a:ext uri="{FF2B5EF4-FFF2-40B4-BE49-F238E27FC236}">
                <a16:creationId xmlns:a16="http://schemas.microsoft.com/office/drawing/2014/main" id="{A2F7322C-9808-48D2-9BE4-4A668F1D742C}"/>
              </a:ext>
            </a:extLst>
          </p:cNvPr>
          <p:cNvSpPr/>
          <p:nvPr/>
        </p:nvSpPr>
        <p:spPr>
          <a:xfrm>
            <a:off x="3489962" y="1143687"/>
            <a:ext cx="2455667" cy="1130639"/>
          </a:xfrm>
          <a:prstGeom prst="roundRect">
            <a:avLst>
              <a:gd name="adj" fmla="val 5898"/>
            </a:avLst>
          </a:prstGeom>
          <a:solidFill>
            <a:schemeClr val="bg1">
              <a:alpha val="20000"/>
            </a:schemeClr>
          </a:solidFill>
          <a:ln w="12700">
            <a:gradFill>
              <a:gsLst>
                <a:gs pos="0">
                  <a:schemeClr val="accent1">
                    <a:lumMod val="5000"/>
                    <a:lumOff val="95000"/>
                  </a:schemeClr>
                </a:gs>
                <a:gs pos="74000">
                  <a:schemeClr val="accent1">
                    <a:lumMod val="45000"/>
                    <a:lumOff val="55000"/>
                  </a:schemeClr>
                </a:gs>
                <a:gs pos="83000">
                  <a:schemeClr val="accent1">
                    <a:lumMod val="45000"/>
                    <a:lumOff val="55000"/>
                  </a:schemeClr>
                </a:gs>
                <a:gs pos="100000">
                  <a:schemeClr val="accent1">
                    <a:lumMod val="30000"/>
                    <a:lumOff val="70000"/>
                  </a:schemeClr>
                </a:gs>
              </a:gsLst>
              <a:lin ang="5400000" scaled="1"/>
            </a:gra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16" name="Прямоугольник: скругленные углы 115">
            <a:extLst>
              <a:ext uri="{FF2B5EF4-FFF2-40B4-BE49-F238E27FC236}">
                <a16:creationId xmlns:a16="http://schemas.microsoft.com/office/drawing/2014/main" id="{E8A47366-9D67-4A4B-854B-D509E846EAFB}"/>
              </a:ext>
            </a:extLst>
          </p:cNvPr>
          <p:cNvSpPr/>
          <p:nvPr/>
        </p:nvSpPr>
        <p:spPr>
          <a:xfrm>
            <a:off x="6269156" y="1152717"/>
            <a:ext cx="2455667" cy="1133970"/>
          </a:xfrm>
          <a:prstGeom prst="roundRect">
            <a:avLst>
              <a:gd name="adj" fmla="val 5898"/>
            </a:avLst>
          </a:prstGeom>
          <a:solidFill>
            <a:schemeClr val="bg1">
              <a:alpha val="20000"/>
            </a:schemeClr>
          </a:solidFill>
          <a:ln w="12700">
            <a:gradFill>
              <a:gsLst>
                <a:gs pos="0">
                  <a:schemeClr val="accent1">
                    <a:lumMod val="5000"/>
                    <a:lumOff val="95000"/>
                  </a:schemeClr>
                </a:gs>
                <a:gs pos="74000">
                  <a:schemeClr val="accent1">
                    <a:lumMod val="45000"/>
                    <a:lumOff val="55000"/>
                  </a:schemeClr>
                </a:gs>
                <a:gs pos="83000">
                  <a:schemeClr val="accent1">
                    <a:lumMod val="45000"/>
                    <a:lumOff val="55000"/>
                  </a:schemeClr>
                </a:gs>
                <a:gs pos="100000">
                  <a:schemeClr val="accent1">
                    <a:lumMod val="30000"/>
                    <a:lumOff val="70000"/>
                  </a:schemeClr>
                </a:gs>
              </a:gsLst>
              <a:lin ang="5400000" scaled="1"/>
            </a:gra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17" name="Прямоугольник: скругленные углы 116">
            <a:extLst>
              <a:ext uri="{FF2B5EF4-FFF2-40B4-BE49-F238E27FC236}">
                <a16:creationId xmlns:a16="http://schemas.microsoft.com/office/drawing/2014/main" id="{6A244823-5BCE-453E-97D5-A32F68A6EB86}"/>
              </a:ext>
            </a:extLst>
          </p:cNvPr>
          <p:cNvSpPr/>
          <p:nvPr/>
        </p:nvSpPr>
        <p:spPr>
          <a:xfrm>
            <a:off x="9048350" y="1152717"/>
            <a:ext cx="2455667" cy="1133970"/>
          </a:xfrm>
          <a:prstGeom prst="roundRect">
            <a:avLst>
              <a:gd name="adj" fmla="val 5898"/>
            </a:avLst>
          </a:prstGeom>
          <a:solidFill>
            <a:schemeClr val="bg1">
              <a:alpha val="20000"/>
            </a:schemeClr>
          </a:solidFill>
          <a:ln w="12700">
            <a:gradFill>
              <a:gsLst>
                <a:gs pos="0">
                  <a:schemeClr val="accent1">
                    <a:lumMod val="5000"/>
                    <a:lumOff val="95000"/>
                  </a:schemeClr>
                </a:gs>
                <a:gs pos="74000">
                  <a:schemeClr val="accent1">
                    <a:lumMod val="45000"/>
                    <a:lumOff val="55000"/>
                  </a:schemeClr>
                </a:gs>
                <a:gs pos="83000">
                  <a:schemeClr val="accent1">
                    <a:lumMod val="45000"/>
                    <a:lumOff val="55000"/>
                  </a:schemeClr>
                </a:gs>
                <a:gs pos="100000">
                  <a:schemeClr val="accent1">
                    <a:lumMod val="30000"/>
                    <a:lumOff val="70000"/>
                  </a:schemeClr>
                </a:gs>
              </a:gsLst>
              <a:lin ang="5400000" scaled="1"/>
            </a:gra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2E054282-D021-45D3-B937-315962F1CB62}"/>
              </a:ext>
            </a:extLst>
          </p:cNvPr>
          <p:cNvSpPr txBox="1"/>
          <p:nvPr/>
        </p:nvSpPr>
        <p:spPr>
          <a:xfrm>
            <a:off x="710765" y="1142313"/>
            <a:ext cx="2443515" cy="584775"/>
          </a:xfrm>
          <a:prstGeom prst="rect">
            <a:avLst/>
          </a:prstGeom>
        </p:spPr>
        <p:txBody>
          <a:bodyPr wrap="square" rtlCol="0">
            <a:spAutoFit/>
          </a:bodyPr>
          <a:lstStyle/>
          <a:p>
            <a:pPr algn="ctr"/>
            <a:r>
              <a:rPr lang="en-US" sz="3200" dirty="0">
                <a:solidFill>
                  <a:srgbClr val="669E9A">
                    <a:alpha val="10000"/>
                  </a:srgbClr>
                </a:solidFill>
                <a:latin typeface="Segoe UI Black" panose="020B0A02040204020203" pitchFamily="34" charset="0"/>
                <a:ea typeface="Segoe UI Black" panose="020B0A02040204020203" pitchFamily="34" charset="0"/>
              </a:rPr>
              <a:t>FSM</a:t>
            </a:r>
            <a:endParaRPr lang="ru-RU" sz="3200" dirty="0">
              <a:solidFill>
                <a:srgbClr val="669E9A">
                  <a:alpha val="10000"/>
                </a:srgbClr>
              </a:solidFill>
              <a:latin typeface="Segoe UI Black" panose="020B0A02040204020203" pitchFamily="34" charset="0"/>
              <a:ea typeface="Segoe UI Black" panose="020B0A02040204020203" pitchFamily="34" charset="0"/>
            </a:endParaRPr>
          </a:p>
        </p:txBody>
      </p:sp>
      <p:sp>
        <p:nvSpPr>
          <p:cNvPr id="123" name="TextBox 122">
            <a:extLst>
              <a:ext uri="{FF2B5EF4-FFF2-40B4-BE49-F238E27FC236}">
                <a16:creationId xmlns:a16="http://schemas.microsoft.com/office/drawing/2014/main" id="{0C15AE06-C7BB-4427-A9A5-F28E92E74A32}"/>
              </a:ext>
            </a:extLst>
          </p:cNvPr>
          <p:cNvSpPr txBox="1"/>
          <p:nvPr/>
        </p:nvSpPr>
        <p:spPr>
          <a:xfrm>
            <a:off x="3489962" y="1142775"/>
            <a:ext cx="2455667" cy="584775"/>
          </a:xfrm>
          <a:prstGeom prst="rect">
            <a:avLst/>
          </a:prstGeom>
        </p:spPr>
        <p:txBody>
          <a:bodyPr wrap="square" rtlCol="0">
            <a:spAutoFit/>
          </a:bodyPr>
          <a:lstStyle/>
          <a:p>
            <a:pPr algn="ctr"/>
            <a:r>
              <a:rPr lang="en-US" sz="3200" dirty="0">
                <a:solidFill>
                  <a:srgbClr val="08EDE8"/>
                </a:solidFill>
                <a:latin typeface="Segoe UI Black" panose="020B0A02040204020203" pitchFamily="34" charset="0"/>
                <a:ea typeface="Segoe UI Black" panose="020B0A02040204020203" pitchFamily="34" charset="0"/>
              </a:rPr>
              <a:t>BT</a:t>
            </a:r>
            <a:endParaRPr lang="ru-RU" sz="3200" dirty="0">
              <a:solidFill>
                <a:srgbClr val="08EDE8"/>
              </a:solidFill>
              <a:latin typeface="Segoe UI Black" panose="020B0A02040204020203" pitchFamily="34" charset="0"/>
              <a:ea typeface="Segoe UI Black" panose="020B0A02040204020203" pitchFamily="34" charset="0"/>
            </a:endParaRPr>
          </a:p>
        </p:txBody>
      </p:sp>
      <p:sp>
        <p:nvSpPr>
          <p:cNvPr id="124" name="TextBox 123">
            <a:extLst>
              <a:ext uri="{FF2B5EF4-FFF2-40B4-BE49-F238E27FC236}">
                <a16:creationId xmlns:a16="http://schemas.microsoft.com/office/drawing/2014/main" id="{F3D20DA4-F5AA-4C5D-B4AF-DC08A6E9FAC5}"/>
              </a:ext>
            </a:extLst>
          </p:cNvPr>
          <p:cNvSpPr txBox="1"/>
          <p:nvPr/>
        </p:nvSpPr>
        <p:spPr>
          <a:xfrm>
            <a:off x="6255081" y="1142314"/>
            <a:ext cx="2455667" cy="584775"/>
          </a:xfrm>
          <a:prstGeom prst="rect">
            <a:avLst/>
          </a:prstGeom>
        </p:spPr>
        <p:txBody>
          <a:bodyPr wrap="square" rtlCol="0">
            <a:spAutoFit/>
          </a:bodyPr>
          <a:lstStyle/>
          <a:p>
            <a:pPr algn="ctr"/>
            <a:r>
              <a:rPr lang="en-US" sz="3200" dirty="0">
                <a:solidFill>
                  <a:srgbClr val="669E9A">
                    <a:alpha val="10000"/>
                  </a:srgbClr>
                </a:solidFill>
                <a:latin typeface="Segoe UI Black" panose="020B0A02040204020203" pitchFamily="34" charset="0"/>
                <a:ea typeface="Segoe UI Black" panose="020B0A02040204020203" pitchFamily="34" charset="0"/>
              </a:rPr>
              <a:t>GOAP</a:t>
            </a:r>
            <a:endParaRPr lang="ru-RU" sz="3200" dirty="0">
              <a:solidFill>
                <a:srgbClr val="669E9A">
                  <a:alpha val="10000"/>
                </a:srgbClr>
              </a:solidFill>
              <a:latin typeface="Segoe UI Black" panose="020B0A02040204020203" pitchFamily="34" charset="0"/>
              <a:ea typeface="Segoe UI Black" panose="020B0A02040204020203" pitchFamily="34" charset="0"/>
            </a:endParaRPr>
          </a:p>
        </p:txBody>
      </p:sp>
      <p:sp>
        <p:nvSpPr>
          <p:cNvPr id="125" name="TextBox 124">
            <a:extLst>
              <a:ext uri="{FF2B5EF4-FFF2-40B4-BE49-F238E27FC236}">
                <a16:creationId xmlns:a16="http://schemas.microsoft.com/office/drawing/2014/main" id="{FC57040F-26EF-49E9-9810-42CDC83B4554}"/>
              </a:ext>
            </a:extLst>
          </p:cNvPr>
          <p:cNvSpPr txBox="1"/>
          <p:nvPr/>
        </p:nvSpPr>
        <p:spPr>
          <a:xfrm>
            <a:off x="9048348" y="1142774"/>
            <a:ext cx="2432884" cy="584775"/>
          </a:xfrm>
          <a:prstGeom prst="rect">
            <a:avLst/>
          </a:prstGeom>
        </p:spPr>
        <p:txBody>
          <a:bodyPr wrap="square" rtlCol="0">
            <a:spAutoFit/>
          </a:bodyPr>
          <a:lstStyle/>
          <a:p>
            <a:pPr algn="ctr"/>
            <a:r>
              <a:rPr lang="en-US" sz="3200" dirty="0">
                <a:solidFill>
                  <a:srgbClr val="669E9A">
                    <a:alpha val="10000"/>
                  </a:srgbClr>
                </a:solidFill>
                <a:latin typeface="Segoe UI Black" panose="020B0A02040204020203" pitchFamily="34" charset="0"/>
                <a:ea typeface="Segoe UI Black" panose="020B0A02040204020203" pitchFamily="34" charset="0"/>
              </a:rPr>
              <a:t>UAI</a:t>
            </a:r>
            <a:endParaRPr lang="ru-RU" sz="3200" dirty="0">
              <a:solidFill>
                <a:srgbClr val="669E9A">
                  <a:alpha val="10000"/>
                </a:srgbClr>
              </a:solidFill>
              <a:latin typeface="Segoe UI Black" panose="020B0A02040204020203" pitchFamily="34" charset="0"/>
              <a:ea typeface="Segoe UI Black" panose="020B0A02040204020203" pitchFamily="34" charset="0"/>
            </a:endParaRPr>
          </a:p>
        </p:txBody>
      </p:sp>
      <p:sp>
        <p:nvSpPr>
          <p:cNvPr id="118" name="TextBox 117">
            <a:extLst>
              <a:ext uri="{FF2B5EF4-FFF2-40B4-BE49-F238E27FC236}">
                <a16:creationId xmlns:a16="http://schemas.microsoft.com/office/drawing/2014/main" id="{AB48073B-50E2-4B5E-92D7-FD7C79291800}"/>
              </a:ext>
            </a:extLst>
          </p:cNvPr>
          <p:cNvSpPr txBox="1"/>
          <p:nvPr/>
        </p:nvSpPr>
        <p:spPr>
          <a:xfrm>
            <a:off x="695326" y="1569773"/>
            <a:ext cx="2471110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00" dirty="0">
                <a:solidFill>
                  <a:srgbClr val="669E9A">
                    <a:alpha val="10000"/>
                  </a:srgbClr>
                </a:solidFill>
                <a:latin typeface="Montserrat Medium" panose="00000600000000000000" pitchFamily="2" charset="-52"/>
              </a:rPr>
              <a:t>Final</a:t>
            </a:r>
            <a:r>
              <a:rPr lang="ru-RU" sz="2000" dirty="0">
                <a:solidFill>
                  <a:srgbClr val="669E9A">
                    <a:alpha val="10000"/>
                  </a:srgbClr>
                </a:solidFill>
                <a:latin typeface="Montserrat Medium" panose="00000600000000000000" pitchFamily="2" charset="-52"/>
              </a:rPr>
              <a:t> </a:t>
            </a:r>
            <a:r>
              <a:rPr lang="en-US" sz="2000" dirty="0">
                <a:solidFill>
                  <a:srgbClr val="669E9A">
                    <a:alpha val="10000"/>
                  </a:srgbClr>
                </a:solidFill>
                <a:latin typeface="Montserrat Medium" panose="00000600000000000000" pitchFamily="2" charset="-52"/>
              </a:rPr>
              <a:t>State Machines</a:t>
            </a:r>
            <a:endParaRPr lang="ru-RU" sz="2000" dirty="0">
              <a:solidFill>
                <a:srgbClr val="669E9A">
                  <a:alpha val="10000"/>
                </a:srgbClr>
              </a:solidFill>
              <a:latin typeface="Montserrat Medium" panose="00000600000000000000" pitchFamily="2" charset="-52"/>
            </a:endParaRPr>
          </a:p>
        </p:txBody>
      </p:sp>
      <p:sp>
        <p:nvSpPr>
          <p:cNvPr id="120" name="TextBox 119">
            <a:extLst>
              <a:ext uri="{FF2B5EF4-FFF2-40B4-BE49-F238E27FC236}">
                <a16:creationId xmlns:a16="http://schemas.microsoft.com/office/drawing/2014/main" id="{82207D82-1B5C-4EF2-813A-FE9E7B82DCD4}"/>
              </a:ext>
            </a:extLst>
          </p:cNvPr>
          <p:cNvSpPr txBox="1"/>
          <p:nvPr/>
        </p:nvSpPr>
        <p:spPr>
          <a:xfrm>
            <a:off x="3477179" y="1569773"/>
            <a:ext cx="2471110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00" dirty="0">
                <a:solidFill>
                  <a:srgbClr val="08EDE8"/>
                </a:solidFill>
                <a:latin typeface="Montserrat Medium" panose="00000600000000000000" pitchFamily="2" charset="-52"/>
              </a:rPr>
              <a:t>Behavior </a:t>
            </a:r>
            <a:endParaRPr lang="uk-UA" sz="2000" dirty="0">
              <a:solidFill>
                <a:srgbClr val="08EDE8"/>
              </a:solidFill>
              <a:latin typeface="Montserrat Medium" panose="00000600000000000000" pitchFamily="2" charset="-52"/>
            </a:endParaRPr>
          </a:p>
          <a:p>
            <a:pPr algn="ctr"/>
            <a:r>
              <a:rPr lang="en-US" sz="2000" dirty="0">
                <a:solidFill>
                  <a:srgbClr val="08EDE8"/>
                </a:solidFill>
                <a:latin typeface="Montserrat Medium" panose="00000600000000000000" pitchFamily="2" charset="-52"/>
              </a:rPr>
              <a:t>Trees</a:t>
            </a:r>
            <a:endParaRPr lang="ru-RU" sz="2000" dirty="0">
              <a:solidFill>
                <a:srgbClr val="08EDE8"/>
              </a:solidFill>
              <a:latin typeface="Montserrat Medium" panose="00000600000000000000" pitchFamily="2" charset="-52"/>
            </a:endParaRPr>
          </a:p>
        </p:txBody>
      </p:sp>
      <p:sp>
        <p:nvSpPr>
          <p:cNvPr id="129" name="TextBox 128">
            <a:extLst>
              <a:ext uri="{FF2B5EF4-FFF2-40B4-BE49-F238E27FC236}">
                <a16:creationId xmlns:a16="http://schemas.microsoft.com/office/drawing/2014/main" id="{987BF093-A9F1-4867-8BDC-12875EFB4A35}"/>
              </a:ext>
            </a:extLst>
          </p:cNvPr>
          <p:cNvSpPr txBox="1"/>
          <p:nvPr/>
        </p:nvSpPr>
        <p:spPr>
          <a:xfrm>
            <a:off x="6259032" y="1569773"/>
            <a:ext cx="2471110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00" dirty="0">
                <a:solidFill>
                  <a:srgbClr val="669E9A">
                    <a:alpha val="10000"/>
                  </a:srgbClr>
                </a:solidFill>
                <a:latin typeface="Montserrat Medium" panose="00000600000000000000" pitchFamily="2" charset="-52"/>
              </a:rPr>
              <a:t>Goal-Oriented Action Planning</a:t>
            </a:r>
            <a:endParaRPr lang="ru-RU" sz="2000" dirty="0">
              <a:solidFill>
                <a:srgbClr val="669E9A">
                  <a:alpha val="10000"/>
                </a:srgbClr>
              </a:solidFill>
              <a:latin typeface="Montserrat Medium" panose="00000600000000000000" pitchFamily="2" charset="-52"/>
            </a:endParaRPr>
          </a:p>
        </p:txBody>
      </p:sp>
      <p:sp>
        <p:nvSpPr>
          <p:cNvPr id="130" name="TextBox 129">
            <a:extLst>
              <a:ext uri="{FF2B5EF4-FFF2-40B4-BE49-F238E27FC236}">
                <a16:creationId xmlns:a16="http://schemas.microsoft.com/office/drawing/2014/main" id="{67D45B67-1447-40B5-9190-98E081448D9E}"/>
              </a:ext>
            </a:extLst>
          </p:cNvPr>
          <p:cNvSpPr txBox="1"/>
          <p:nvPr/>
        </p:nvSpPr>
        <p:spPr>
          <a:xfrm>
            <a:off x="9040885" y="1569773"/>
            <a:ext cx="2471110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00" dirty="0">
                <a:solidFill>
                  <a:srgbClr val="669E9A">
                    <a:alpha val="10000"/>
                  </a:srgbClr>
                </a:solidFill>
                <a:latin typeface="Montserrat Medium" panose="00000600000000000000" pitchFamily="2" charset="-52"/>
              </a:rPr>
              <a:t>Utility Artificial Intelligence</a:t>
            </a:r>
            <a:endParaRPr lang="ru-RU" sz="2000" dirty="0">
              <a:solidFill>
                <a:srgbClr val="669E9A">
                  <a:alpha val="10000"/>
                </a:srgbClr>
              </a:solidFill>
              <a:latin typeface="Montserrat Medium" panose="00000600000000000000" pitchFamily="2" charset="-52"/>
            </a:endParaRPr>
          </a:p>
        </p:txBody>
      </p:sp>
      <p:sp>
        <p:nvSpPr>
          <p:cNvPr id="3" name="!!панель_2">
            <a:extLst>
              <a:ext uri="{FF2B5EF4-FFF2-40B4-BE49-F238E27FC236}">
                <a16:creationId xmlns:a16="http://schemas.microsoft.com/office/drawing/2014/main" id="{D5807C4E-B38F-F7CF-E804-344B5473E68C}"/>
              </a:ext>
            </a:extLst>
          </p:cNvPr>
          <p:cNvSpPr/>
          <p:nvPr/>
        </p:nvSpPr>
        <p:spPr>
          <a:xfrm>
            <a:off x="677326" y="2561293"/>
            <a:ext cx="10834669" cy="3431643"/>
          </a:xfrm>
          <a:prstGeom prst="roundRect">
            <a:avLst>
              <a:gd name="adj" fmla="val 2937"/>
            </a:avLst>
          </a:prstGeom>
          <a:solidFill>
            <a:schemeClr val="bg1">
              <a:alpha val="20000"/>
            </a:schemeClr>
          </a:solidFill>
          <a:ln w="12700">
            <a:gradFill>
              <a:gsLst>
                <a:gs pos="0">
                  <a:schemeClr val="accent1">
                    <a:lumMod val="5000"/>
                    <a:lumOff val="95000"/>
                  </a:schemeClr>
                </a:gs>
                <a:gs pos="74000">
                  <a:schemeClr val="accent1">
                    <a:lumMod val="45000"/>
                    <a:lumOff val="55000"/>
                  </a:schemeClr>
                </a:gs>
                <a:gs pos="83000">
                  <a:schemeClr val="accent1">
                    <a:lumMod val="45000"/>
                    <a:lumOff val="55000"/>
                  </a:schemeClr>
                </a:gs>
                <a:gs pos="100000">
                  <a:schemeClr val="accent1">
                    <a:lumMod val="30000"/>
                    <a:lumOff val="70000"/>
                  </a:schemeClr>
                </a:gs>
              </a:gsLst>
              <a:lin ang="5400000" scaled="1"/>
            </a:gra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D772AF86-35D4-48B3-B6AE-BF26570AC6AA}"/>
              </a:ext>
            </a:extLst>
          </p:cNvPr>
          <p:cNvSpPr txBox="1"/>
          <p:nvPr/>
        </p:nvSpPr>
        <p:spPr>
          <a:xfrm>
            <a:off x="853878" y="2832776"/>
            <a:ext cx="5142499" cy="28931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uk-UA" sz="1400" dirty="0">
                <a:solidFill>
                  <a:schemeClr val="bg1"/>
                </a:solidFill>
                <a:latin typeface="Montserrat Medium" panose="00000600000000000000" pitchFamily="2" charset="-52"/>
              </a:rPr>
              <a:t>Поведінкові дерева наразі є найбільш популярним варіантом реалізації штучного інтелекту. </a:t>
            </a:r>
            <a:br>
              <a:rPr lang="uk-UA" sz="1400" dirty="0">
                <a:solidFill>
                  <a:schemeClr val="bg1"/>
                </a:solidFill>
                <a:latin typeface="Montserrat Medium" panose="00000600000000000000" pitchFamily="2" charset="-52"/>
              </a:rPr>
            </a:br>
            <a:br>
              <a:rPr lang="uk-UA" sz="1400" dirty="0">
                <a:solidFill>
                  <a:schemeClr val="bg1"/>
                </a:solidFill>
                <a:latin typeface="Montserrat Medium" panose="00000600000000000000" pitchFamily="2" charset="-52"/>
              </a:rPr>
            </a:br>
            <a:r>
              <a:rPr lang="uk-UA" sz="1400" dirty="0">
                <a:solidFill>
                  <a:schemeClr val="bg1"/>
                </a:solidFill>
                <a:latin typeface="Montserrat Medium" panose="00000600000000000000" pitchFamily="2" charset="-52"/>
              </a:rPr>
              <a:t>Основна логіка полягає в тому, що, </a:t>
            </a:r>
            <a:r>
              <a:rPr lang="uk-UA" sz="1400" dirty="0" err="1">
                <a:solidFill>
                  <a:schemeClr val="bg1"/>
                </a:solidFill>
                <a:latin typeface="Montserrat Medium" panose="00000600000000000000" pitchFamily="2" charset="-52"/>
              </a:rPr>
              <a:t>навідміну</a:t>
            </a:r>
            <a:r>
              <a:rPr lang="uk-UA" sz="1400" dirty="0">
                <a:solidFill>
                  <a:schemeClr val="bg1"/>
                </a:solidFill>
                <a:latin typeface="Montserrat Medium" panose="00000600000000000000" pitchFamily="2" charset="-52"/>
              </a:rPr>
              <a:t> від кінцевого автомату, ШІ кожного разу проходить по вузлах, перевіряючи умови і в результаті робить певні дії. </a:t>
            </a:r>
            <a:br>
              <a:rPr lang="uk-UA" sz="1400" dirty="0">
                <a:solidFill>
                  <a:schemeClr val="bg1"/>
                </a:solidFill>
                <a:latin typeface="Montserrat Medium" panose="00000600000000000000" pitchFamily="2" charset="-52"/>
              </a:rPr>
            </a:br>
            <a:br>
              <a:rPr lang="uk-UA" sz="1400" dirty="0">
                <a:solidFill>
                  <a:schemeClr val="bg1"/>
                </a:solidFill>
                <a:latin typeface="Montserrat Medium" panose="00000600000000000000" pitchFamily="2" charset="-52"/>
              </a:rPr>
            </a:br>
            <a:r>
              <a:rPr lang="uk-UA" sz="1400" dirty="0">
                <a:solidFill>
                  <a:schemeClr val="bg1"/>
                </a:solidFill>
                <a:latin typeface="Montserrat Medium" panose="00000600000000000000" pitchFamily="2" charset="-52"/>
              </a:rPr>
              <a:t>Поведінкові дерева будуються з вузлів, які </a:t>
            </a:r>
            <a:r>
              <a:rPr lang="uk-UA" sz="1400" dirty="0" err="1">
                <a:solidFill>
                  <a:schemeClr val="bg1"/>
                </a:solidFill>
                <a:latin typeface="Montserrat Medium" panose="00000600000000000000" pitchFamily="2" charset="-52"/>
              </a:rPr>
              <a:t>буваються</a:t>
            </a:r>
            <a:r>
              <a:rPr lang="uk-UA" sz="1400" dirty="0">
                <a:solidFill>
                  <a:schemeClr val="bg1"/>
                </a:solidFill>
                <a:latin typeface="Montserrat Medium" panose="00000600000000000000" pitchFamily="2" charset="-52"/>
              </a:rPr>
              <a:t> різного типу. Вузли найнижчого рівня </a:t>
            </a:r>
            <a:r>
              <a:rPr lang="uk-UA" sz="1400" dirty="0" err="1">
                <a:solidFill>
                  <a:schemeClr val="bg1"/>
                </a:solidFill>
                <a:latin typeface="Montserrat Medium" panose="00000600000000000000" pitchFamily="2" charset="-52"/>
              </a:rPr>
              <a:t>назвиваються</a:t>
            </a:r>
            <a:r>
              <a:rPr lang="uk-UA" sz="1400" dirty="0">
                <a:solidFill>
                  <a:schemeClr val="bg1"/>
                </a:solidFill>
                <a:latin typeface="Montserrat Medium" panose="00000600000000000000" pitchFamily="2" charset="-52"/>
              </a:rPr>
              <a:t> «листями» і зазвичай виконують дію. Також є составні вузли, які керують потоком виконання і зазвичай мають дочірні вузли.</a:t>
            </a:r>
            <a:endParaRPr lang="ru-RU" sz="1400" dirty="0">
              <a:solidFill>
                <a:schemeClr val="bg1"/>
              </a:solidFill>
              <a:latin typeface="Montserrat Medium" panose="00000600000000000000" pitchFamily="2" charset="-52"/>
            </a:endParaRPr>
          </a:p>
        </p:txBody>
      </p:sp>
      <p:pic>
        <p:nvPicPr>
          <p:cNvPr id="4" name="Picture 2" descr="Behavior Tree in Unreal Engine - Overview | Unreal Engine 5.7 Documentation  | Epic Developer Community">
            <a:extLst>
              <a:ext uri="{FF2B5EF4-FFF2-40B4-BE49-F238E27FC236}">
                <a16:creationId xmlns:a16="http://schemas.microsoft.com/office/drawing/2014/main" id="{81041C18-6B99-4282-A850-BC1B78AE555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153573" y="2861159"/>
            <a:ext cx="5142499" cy="2831909"/>
          </a:xfrm>
          <a:prstGeom prst="roundRect">
            <a:avLst>
              <a:gd name="adj" fmla="val 5692"/>
            </a:avLst>
          </a:prstGeom>
          <a:solidFill>
            <a:schemeClr val="bg1">
              <a:alpha val="20000"/>
            </a:schemeClr>
          </a:solidFill>
          <a:ln w="12700">
            <a:gradFill>
              <a:gsLst>
                <a:gs pos="0">
                  <a:schemeClr val="accent1">
                    <a:lumMod val="5000"/>
                    <a:lumOff val="95000"/>
                  </a:schemeClr>
                </a:gs>
                <a:gs pos="74000">
                  <a:schemeClr val="accent1">
                    <a:lumMod val="45000"/>
                    <a:lumOff val="55000"/>
                  </a:schemeClr>
                </a:gs>
                <a:gs pos="83000">
                  <a:schemeClr val="accent1">
                    <a:lumMod val="45000"/>
                    <a:lumOff val="55000"/>
                  </a:schemeClr>
                </a:gs>
                <a:gs pos="100000">
                  <a:schemeClr val="accent1">
                    <a:lumMod val="30000"/>
                    <a:lumOff val="70000"/>
                  </a:schemeClr>
                </a:gs>
              </a:gsLst>
              <a:lin ang="5400000" scaled="1"/>
            </a:gradFill>
          </a:ln>
        </p:spPr>
      </p:pic>
      <p:sp>
        <p:nvSpPr>
          <p:cNvPr id="56" name="!!панель_1">
            <a:extLst>
              <a:ext uri="{FF2B5EF4-FFF2-40B4-BE49-F238E27FC236}">
                <a16:creationId xmlns:a16="http://schemas.microsoft.com/office/drawing/2014/main" id="{1F96EA6A-74A9-4198-9878-BF53EFDECD38}"/>
              </a:ext>
            </a:extLst>
          </p:cNvPr>
          <p:cNvSpPr/>
          <p:nvPr/>
        </p:nvSpPr>
        <p:spPr>
          <a:xfrm>
            <a:off x="15115016" y="2561293"/>
            <a:ext cx="10834669" cy="3431643"/>
          </a:xfrm>
          <a:prstGeom prst="roundRect">
            <a:avLst>
              <a:gd name="adj" fmla="val 2937"/>
            </a:avLst>
          </a:prstGeom>
          <a:solidFill>
            <a:schemeClr val="bg1">
              <a:alpha val="20000"/>
            </a:schemeClr>
          </a:solidFill>
          <a:ln w="12700">
            <a:gradFill>
              <a:gsLst>
                <a:gs pos="0">
                  <a:schemeClr val="accent1">
                    <a:lumMod val="5000"/>
                    <a:lumOff val="95000"/>
                  </a:schemeClr>
                </a:gs>
                <a:gs pos="74000">
                  <a:schemeClr val="accent1">
                    <a:lumMod val="45000"/>
                    <a:lumOff val="55000"/>
                  </a:schemeClr>
                </a:gs>
                <a:gs pos="83000">
                  <a:schemeClr val="accent1">
                    <a:lumMod val="45000"/>
                    <a:lumOff val="55000"/>
                  </a:schemeClr>
                </a:gs>
                <a:gs pos="100000">
                  <a:schemeClr val="accent1">
                    <a:lumMod val="30000"/>
                    <a:lumOff val="70000"/>
                  </a:schemeClr>
                </a:gs>
              </a:gsLst>
              <a:lin ang="5400000" scaled="1"/>
            </a:gra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57" name="Picture 2" descr="State Machines: Choosing the Right AI Model for Your Game | by Umut Çırak |  Medium">
            <a:extLst>
              <a:ext uri="{FF2B5EF4-FFF2-40B4-BE49-F238E27FC236}">
                <a16:creationId xmlns:a16="http://schemas.microsoft.com/office/drawing/2014/main" id="{FA32B931-3B6E-4C11-9487-7DC79B16D27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0515133" y="2972317"/>
            <a:ext cx="5320159" cy="2499497"/>
          </a:xfrm>
          <a:prstGeom prst="roundRect">
            <a:avLst>
              <a:gd name="adj" fmla="val 5692"/>
            </a:avLst>
          </a:prstGeom>
          <a:solidFill>
            <a:schemeClr val="bg1">
              <a:alpha val="20000"/>
            </a:schemeClr>
          </a:solidFill>
          <a:ln w="12700">
            <a:gradFill>
              <a:gsLst>
                <a:gs pos="0">
                  <a:schemeClr val="accent1">
                    <a:lumMod val="5000"/>
                    <a:lumOff val="95000"/>
                  </a:schemeClr>
                </a:gs>
                <a:gs pos="74000">
                  <a:schemeClr val="accent1">
                    <a:lumMod val="45000"/>
                    <a:lumOff val="55000"/>
                  </a:schemeClr>
                </a:gs>
                <a:gs pos="83000">
                  <a:schemeClr val="accent1">
                    <a:lumMod val="45000"/>
                    <a:lumOff val="55000"/>
                  </a:schemeClr>
                </a:gs>
                <a:gs pos="100000">
                  <a:schemeClr val="accent1">
                    <a:lumMod val="30000"/>
                    <a:lumOff val="70000"/>
                  </a:schemeClr>
                </a:gs>
              </a:gsLst>
              <a:lin ang="5400000" scaled="1"/>
            </a:gradFill>
          </a:ln>
        </p:spPr>
      </p:pic>
      <p:sp>
        <p:nvSpPr>
          <p:cNvPr id="58" name="TextBox 57">
            <a:extLst>
              <a:ext uri="{FF2B5EF4-FFF2-40B4-BE49-F238E27FC236}">
                <a16:creationId xmlns:a16="http://schemas.microsoft.com/office/drawing/2014/main" id="{27E5944B-F7EF-4D53-9E11-60D9EE41D5F6}"/>
              </a:ext>
            </a:extLst>
          </p:cNvPr>
          <p:cNvSpPr txBox="1"/>
          <p:nvPr/>
        </p:nvSpPr>
        <p:spPr>
          <a:xfrm>
            <a:off x="15155476" y="2883237"/>
            <a:ext cx="5142499" cy="267765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solidFill>
                  <a:schemeClr val="bg1"/>
                </a:solidFill>
                <a:latin typeface="Montserrat Medium" panose="00000600000000000000" pitchFamily="2" charset="-52"/>
              </a:rPr>
              <a:t>Final State Machine </a:t>
            </a:r>
            <a:r>
              <a:rPr lang="uk-UA" sz="1400" dirty="0">
                <a:solidFill>
                  <a:schemeClr val="bg1"/>
                </a:solidFill>
                <a:latin typeface="Montserrat Medium" panose="00000600000000000000" pitchFamily="2" charset="-52"/>
              </a:rPr>
              <a:t>або «Кінцевий автомат» – найстарша і найбільш зрозуміла архітектура для створення ігрового </a:t>
            </a:r>
            <a:r>
              <a:rPr lang="uk-UA" sz="1400" dirty="0" err="1">
                <a:solidFill>
                  <a:schemeClr val="bg1"/>
                </a:solidFill>
                <a:latin typeface="Montserrat Medium" panose="00000600000000000000" pitchFamily="2" charset="-52"/>
              </a:rPr>
              <a:t>Ші</a:t>
            </a:r>
            <a:r>
              <a:rPr lang="uk-UA" sz="1400" dirty="0">
                <a:solidFill>
                  <a:schemeClr val="bg1"/>
                </a:solidFill>
                <a:latin typeface="Montserrat Medium" panose="00000600000000000000" pitchFamily="2" charset="-52"/>
              </a:rPr>
              <a:t>.</a:t>
            </a:r>
            <a:br>
              <a:rPr lang="uk-UA" sz="1400" dirty="0">
                <a:solidFill>
                  <a:schemeClr val="bg1"/>
                </a:solidFill>
                <a:latin typeface="Montserrat Medium" panose="00000600000000000000" pitchFamily="2" charset="-52"/>
              </a:rPr>
            </a:br>
            <a:br>
              <a:rPr lang="uk-UA" sz="1400" dirty="0">
                <a:solidFill>
                  <a:schemeClr val="bg1"/>
                </a:solidFill>
                <a:latin typeface="Montserrat Medium" panose="00000600000000000000" pitchFamily="2" charset="-52"/>
              </a:rPr>
            </a:br>
            <a:r>
              <a:rPr lang="uk-UA" sz="1400" dirty="0">
                <a:solidFill>
                  <a:schemeClr val="bg1"/>
                </a:solidFill>
                <a:latin typeface="Montserrat Medium" panose="00000600000000000000" pitchFamily="2" charset="-52"/>
              </a:rPr>
              <a:t>Основна логіка полягає в тому, що об’єкт має декілька станів і він може знаходитись лише в одному стані у конкретний момент. </a:t>
            </a:r>
            <a:br>
              <a:rPr lang="uk-UA" sz="1400" dirty="0">
                <a:solidFill>
                  <a:schemeClr val="bg1"/>
                </a:solidFill>
                <a:latin typeface="Montserrat Medium" panose="00000600000000000000" pitchFamily="2" charset="-52"/>
              </a:rPr>
            </a:br>
            <a:br>
              <a:rPr lang="uk-UA" sz="1400" dirty="0">
                <a:solidFill>
                  <a:schemeClr val="bg1"/>
                </a:solidFill>
                <a:latin typeface="Montserrat Medium" panose="00000600000000000000" pitchFamily="2" charset="-52"/>
              </a:rPr>
            </a:br>
            <a:r>
              <a:rPr lang="uk-UA" sz="1400" dirty="0">
                <a:solidFill>
                  <a:schemeClr val="bg1"/>
                </a:solidFill>
                <a:latin typeface="Montserrat Medium" panose="00000600000000000000" pitchFamily="2" charset="-52"/>
              </a:rPr>
              <a:t>Загальна будова базується на станах</a:t>
            </a:r>
            <a:r>
              <a:rPr lang="en-US" sz="1400" dirty="0">
                <a:solidFill>
                  <a:schemeClr val="bg1"/>
                </a:solidFill>
                <a:latin typeface="Montserrat Medium" panose="00000600000000000000" pitchFamily="2" charset="-52"/>
              </a:rPr>
              <a:t>;</a:t>
            </a:r>
            <a:r>
              <a:rPr lang="uk-UA" sz="1400" dirty="0">
                <a:solidFill>
                  <a:schemeClr val="bg1"/>
                </a:solidFill>
                <a:latin typeface="Montserrat Medium" panose="00000600000000000000" pitchFamily="2" charset="-52"/>
              </a:rPr>
              <a:t> переходах, </a:t>
            </a:r>
          </a:p>
          <a:p>
            <a:r>
              <a:rPr lang="uk-UA" sz="1400" dirty="0">
                <a:solidFill>
                  <a:schemeClr val="bg1"/>
                </a:solidFill>
                <a:latin typeface="Montserrat Medium" panose="00000600000000000000" pitchFamily="2" charset="-52"/>
              </a:rPr>
              <a:t>що змінюють стани</a:t>
            </a:r>
            <a:r>
              <a:rPr lang="en-US" sz="1400" dirty="0">
                <a:solidFill>
                  <a:schemeClr val="bg1"/>
                </a:solidFill>
                <a:latin typeface="Montserrat Medium" panose="00000600000000000000" pitchFamily="2" charset="-52"/>
              </a:rPr>
              <a:t>; </a:t>
            </a:r>
            <a:r>
              <a:rPr lang="uk-UA" sz="1400" dirty="0">
                <a:solidFill>
                  <a:schemeClr val="bg1"/>
                </a:solidFill>
                <a:latin typeface="Montserrat Medium" panose="00000600000000000000" pitchFamily="2" charset="-52"/>
              </a:rPr>
              <a:t>подіях, які запускають переходи</a:t>
            </a:r>
            <a:r>
              <a:rPr lang="en-US" sz="1400" dirty="0">
                <a:solidFill>
                  <a:schemeClr val="bg1"/>
                </a:solidFill>
                <a:latin typeface="Montserrat Medium" panose="00000600000000000000" pitchFamily="2" charset="-52"/>
              </a:rPr>
              <a:t>;</a:t>
            </a:r>
            <a:r>
              <a:rPr lang="uk-UA" sz="1400" dirty="0">
                <a:solidFill>
                  <a:schemeClr val="bg1"/>
                </a:solidFill>
                <a:latin typeface="Montserrat Medium" panose="00000600000000000000" pitchFamily="2" charset="-52"/>
              </a:rPr>
              <a:t> Діях, які ШІ робить, коли знаходиться </a:t>
            </a:r>
          </a:p>
          <a:p>
            <a:r>
              <a:rPr lang="uk-UA" sz="1400" dirty="0">
                <a:solidFill>
                  <a:schemeClr val="bg1"/>
                </a:solidFill>
                <a:latin typeface="Montserrat Medium" panose="00000600000000000000" pitchFamily="2" charset="-52"/>
              </a:rPr>
              <a:t>в певному стані</a:t>
            </a:r>
            <a:endParaRPr lang="ru-RU" sz="1400" dirty="0">
              <a:solidFill>
                <a:schemeClr val="bg1"/>
              </a:solidFill>
              <a:latin typeface="Montserrat Medium" panose="00000600000000000000" pitchFamily="2" charset="-52"/>
            </a:endParaRPr>
          </a:p>
        </p:txBody>
      </p:sp>
      <p:sp>
        <p:nvSpPr>
          <p:cNvPr id="59" name="!!панель_3">
            <a:extLst>
              <a:ext uri="{FF2B5EF4-FFF2-40B4-BE49-F238E27FC236}">
                <a16:creationId xmlns:a16="http://schemas.microsoft.com/office/drawing/2014/main" id="{057150CA-41ED-4081-8911-3CFFA4DDF94E}"/>
              </a:ext>
            </a:extLst>
          </p:cNvPr>
          <p:cNvSpPr/>
          <p:nvPr/>
        </p:nvSpPr>
        <p:spPr>
          <a:xfrm>
            <a:off x="-15425272" y="2561293"/>
            <a:ext cx="10834669" cy="3431643"/>
          </a:xfrm>
          <a:prstGeom prst="roundRect">
            <a:avLst>
              <a:gd name="adj" fmla="val 2937"/>
            </a:avLst>
          </a:prstGeom>
          <a:solidFill>
            <a:schemeClr val="bg1">
              <a:alpha val="20000"/>
            </a:schemeClr>
          </a:solidFill>
          <a:ln w="12700">
            <a:gradFill>
              <a:gsLst>
                <a:gs pos="0">
                  <a:schemeClr val="accent1">
                    <a:lumMod val="5000"/>
                    <a:lumOff val="95000"/>
                  </a:schemeClr>
                </a:gs>
                <a:gs pos="74000">
                  <a:schemeClr val="accent1">
                    <a:lumMod val="45000"/>
                    <a:lumOff val="55000"/>
                  </a:schemeClr>
                </a:gs>
                <a:gs pos="83000">
                  <a:schemeClr val="accent1">
                    <a:lumMod val="45000"/>
                    <a:lumOff val="55000"/>
                  </a:schemeClr>
                </a:gs>
                <a:gs pos="100000">
                  <a:schemeClr val="accent1">
                    <a:lumMod val="30000"/>
                    <a:lumOff val="70000"/>
                  </a:schemeClr>
                </a:gs>
              </a:gsLst>
              <a:lin ang="5400000" scaled="1"/>
            </a:gra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6C950F3A-FF03-457E-8568-052CAE6A7CE4}"/>
              </a:ext>
            </a:extLst>
          </p:cNvPr>
          <p:cNvSpPr txBox="1"/>
          <p:nvPr/>
        </p:nvSpPr>
        <p:spPr>
          <a:xfrm>
            <a:off x="-15248720" y="2832776"/>
            <a:ext cx="5261473" cy="267765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1400" dirty="0">
                <a:solidFill>
                  <a:schemeClr val="bg1"/>
                </a:solidFill>
                <a:latin typeface="Montserrat Medium" panose="00000600000000000000" pitchFamily="2" charset="-52"/>
              </a:rPr>
              <a:t>«</a:t>
            </a:r>
            <a:r>
              <a:rPr lang="uk-UA" sz="1400" dirty="0">
                <a:solidFill>
                  <a:schemeClr val="bg1"/>
                </a:solidFill>
                <a:latin typeface="Montserrat Medium" panose="00000600000000000000" pitchFamily="2" charset="-52"/>
              </a:rPr>
              <a:t>Планування дій, орієнтованих на досягнення цілей</a:t>
            </a:r>
            <a:r>
              <a:rPr lang="ru-RU" sz="1400" dirty="0">
                <a:solidFill>
                  <a:schemeClr val="bg1"/>
                </a:solidFill>
                <a:latin typeface="Montserrat Medium" panose="00000600000000000000" pitchFamily="2" charset="-52"/>
              </a:rPr>
              <a:t>» є одним з </a:t>
            </a:r>
            <a:r>
              <a:rPr lang="ru-RU" sz="1400" dirty="0" err="1">
                <a:solidFill>
                  <a:schemeClr val="bg1"/>
                </a:solidFill>
                <a:latin typeface="Montserrat Medium" panose="00000600000000000000" pitchFamily="2" charset="-52"/>
              </a:rPr>
              <a:t>варіантів</a:t>
            </a:r>
            <a:r>
              <a:rPr lang="ru-RU" sz="1400" dirty="0">
                <a:solidFill>
                  <a:schemeClr val="bg1"/>
                </a:solidFill>
                <a:latin typeface="Montserrat Medium" panose="00000600000000000000" pitchFamily="2" charset="-52"/>
              </a:rPr>
              <a:t> </a:t>
            </a:r>
            <a:r>
              <a:rPr lang="ru-RU" sz="1400" dirty="0" err="1">
                <a:solidFill>
                  <a:schemeClr val="bg1"/>
                </a:solidFill>
                <a:latin typeface="Montserrat Medium" panose="00000600000000000000" pitchFamily="2" charset="-52"/>
              </a:rPr>
              <a:t>реалізаціі</a:t>
            </a:r>
            <a:r>
              <a:rPr lang="ru-RU" sz="1400" dirty="0">
                <a:solidFill>
                  <a:schemeClr val="bg1"/>
                </a:solidFill>
                <a:latin typeface="Montserrat Medium" panose="00000600000000000000" pitchFamily="2" charset="-52"/>
              </a:rPr>
              <a:t> ШІ в </a:t>
            </a:r>
            <a:r>
              <a:rPr lang="ru-RU" sz="1400" dirty="0" err="1">
                <a:solidFill>
                  <a:schemeClr val="bg1"/>
                </a:solidFill>
                <a:latin typeface="Montserrat Medium" panose="00000600000000000000" pitchFamily="2" charset="-52"/>
              </a:rPr>
              <a:t>іграх</a:t>
            </a:r>
            <a:r>
              <a:rPr lang="ru-RU" sz="1400" dirty="0">
                <a:solidFill>
                  <a:schemeClr val="bg1"/>
                </a:solidFill>
                <a:latin typeface="Montserrat Medium" panose="00000600000000000000" pitchFamily="2" charset="-52"/>
              </a:rPr>
              <a:t>, </a:t>
            </a:r>
            <a:r>
              <a:rPr lang="ru-RU" sz="1400" dirty="0" err="1">
                <a:solidFill>
                  <a:schemeClr val="bg1"/>
                </a:solidFill>
                <a:latin typeface="Montserrat Medium" panose="00000600000000000000" pitchFamily="2" charset="-52"/>
              </a:rPr>
              <a:t>який</a:t>
            </a:r>
            <a:r>
              <a:rPr lang="ru-RU" sz="1400" dirty="0">
                <a:solidFill>
                  <a:schemeClr val="bg1"/>
                </a:solidFill>
                <a:latin typeface="Montserrat Medium" panose="00000600000000000000" pitchFamily="2" charset="-52"/>
              </a:rPr>
              <a:t> є </a:t>
            </a:r>
            <a:r>
              <a:rPr lang="ru-RU" sz="1400" dirty="0" err="1">
                <a:solidFill>
                  <a:schemeClr val="bg1"/>
                </a:solidFill>
                <a:latin typeface="Montserrat Medium" panose="00000600000000000000" pitchFamily="2" charset="-52"/>
              </a:rPr>
              <a:t>доволі</a:t>
            </a:r>
            <a:r>
              <a:rPr lang="ru-RU" sz="1400" dirty="0">
                <a:solidFill>
                  <a:schemeClr val="bg1"/>
                </a:solidFill>
                <a:latin typeface="Montserrat Medium" panose="00000600000000000000" pitchFamily="2" charset="-52"/>
              </a:rPr>
              <a:t> </a:t>
            </a:r>
            <a:r>
              <a:rPr lang="ru-RU" sz="1400" dirty="0" err="1">
                <a:solidFill>
                  <a:schemeClr val="bg1"/>
                </a:solidFill>
                <a:latin typeface="Montserrat Medium" panose="00000600000000000000" pitchFamily="2" charset="-52"/>
              </a:rPr>
              <a:t>гнучким</a:t>
            </a:r>
            <a:r>
              <a:rPr lang="ru-RU" sz="1400" dirty="0">
                <a:solidFill>
                  <a:schemeClr val="bg1"/>
                </a:solidFill>
                <a:latin typeface="Montserrat Medium" panose="00000600000000000000" pitchFamily="2" charset="-52"/>
              </a:rPr>
              <a:t> </a:t>
            </a:r>
            <a:r>
              <a:rPr lang="ru-RU" sz="1400" dirty="0" err="1">
                <a:solidFill>
                  <a:schemeClr val="bg1"/>
                </a:solidFill>
                <a:latin typeface="Montserrat Medium" panose="00000600000000000000" pitchFamily="2" charset="-52"/>
              </a:rPr>
              <a:t>варіантом</a:t>
            </a:r>
            <a:r>
              <a:rPr lang="ru-RU" sz="1400" dirty="0">
                <a:solidFill>
                  <a:schemeClr val="bg1"/>
                </a:solidFill>
                <a:latin typeface="Montserrat Medium" panose="00000600000000000000" pitchFamily="2" charset="-52"/>
              </a:rPr>
              <a:t>. </a:t>
            </a:r>
            <a:br>
              <a:rPr lang="uk-UA" sz="1400" dirty="0">
                <a:solidFill>
                  <a:schemeClr val="bg1"/>
                </a:solidFill>
                <a:latin typeface="Montserrat Medium" panose="00000600000000000000" pitchFamily="2" charset="-52"/>
              </a:rPr>
            </a:br>
            <a:br>
              <a:rPr lang="uk-UA" sz="1400" dirty="0">
                <a:solidFill>
                  <a:schemeClr val="bg1"/>
                </a:solidFill>
                <a:latin typeface="Montserrat Medium" panose="00000600000000000000" pitchFamily="2" charset="-52"/>
              </a:rPr>
            </a:br>
            <a:r>
              <a:rPr lang="uk-UA" sz="1400" dirty="0">
                <a:solidFill>
                  <a:schemeClr val="bg1"/>
                </a:solidFill>
                <a:latin typeface="Montserrat Medium" panose="00000600000000000000" pitchFamily="2" charset="-52"/>
              </a:rPr>
              <a:t>Основна логіка полягає в тому, що, бот має деякі цілі, і він самостійно будує послідовність дій для досягнення цієї цілі.</a:t>
            </a:r>
            <a:br>
              <a:rPr lang="uk-UA" sz="1400" dirty="0">
                <a:solidFill>
                  <a:schemeClr val="bg1"/>
                </a:solidFill>
                <a:latin typeface="Montserrat Medium" panose="00000600000000000000" pitchFamily="2" charset="-52"/>
              </a:rPr>
            </a:br>
            <a:br>
              <a:rPr lang="uk-UA" sz="1400" dirty="0">
                <a:solidFill>
                  <a:schemeClr val="bg1"/>
                </a:solidFill>
                <a:latin typeface="Montserrat Medium" panose="00000600000000000000" pitchFamily="2" charset="-52"/>
              </a:rPr>
            </a:br>
            <a:r>
              <a:rPr lang="uk-UA" sz="1400" dirty="0">
                <a:solidFill>
                  <a:schemeClr val="bg1"/>
                </a:solidFill>
                <a:latin typeface="Montserrat Medium" panose="00000600000000000000" pitchFamily="2" charset="-52"/>
              </a:rPr>
              <a:t>Такий алгоритм базується на цілях (що потрібно)</a:t>
            </a:r>
            <a:r>
              <a:rPr lang="en-US" sz="1400" dirty="0">
                <a:solidFill>
                  <a:schemeClr val="bg1"/>
                </a:solidFill>
                <a:latin typeface="Montserrat Medium" panose="00000600000000000000" pitchFamily="2" charset="-52"/>
              </a:rPr>
              <a:t>;</a:t>
            </a:r>
            <a:r>
              <a:rPr lang="uk-UA" sz="1400" dirty="0">
                <a:solidFill>
                  <a:schemeClr val="bg1"/>
                </a:solidFill>
                <a:latin typeface="Montserrat Medium" panose="00000600000000000000" pitchFamily="2" charset="-52"/>
              </a:rPr>
              <a:t> станах світу, які описують навколишнє середовище</a:t>
            </a:r>
            <a:r>
              <a:rPr lang="en-US" sz="1400" dirty="0">
                <a:solidFill>
                  <a:schemeClr val="bg1"/>
                </a:solidFill>
                <a:latin typeface="Montserrat Medium" panose="00000600000000000000" pitchFamily="2" charset="-52"/>
              </a:rPr>
              <a:t>; </a:t>
            </a:r>
            <a:r>
              <a:rPr lang="uk-UA" sz="1400" dirty="0">
                <a:solidFill>
                  <a:schemeClr val="bg1"/>
                </a:solidFill>
                <a:latin typeface="Montserrat Medium" panose="00000600000000000000" pitchFamily="2" charset="-52"/>
              </a:rPr>
              <a:t>діях, які необхідні для досягнення цілі та планувальнику, який створює послідовність дій.</a:t>
            </a:r>
            <a:endParaRPr lang="ru-RU" sz="1400" dirty="0">
              <a:solidFill>
                <a:schemeClr val="bg1"/>
              </a:solidFill>
              <a:latin typeface="Montserrat Medium" panose="00000600000000000000" pitchFamily="2" charset="-52"/>
            </a:endParaRPr>
          </a:p>
        </p:txBody>
      </p:sp>
      <p:pic>
        <p:nvPicPr>
          <p:cNvPr id="61" name="Picture 2" descr="Goal Oriented Action Planning. An artificial intelligence technique | by  Vedant Chaudhari | Medium">
            <a:extLst>
              <a:ext uri="{FF2B5EF4-FFF2-40B4-BE49-F238E27FC236}">
                <a16:creationId xmlns:a16="http://schemas.microsoft.com/office/drawing/2014/main" id="{B3B6D07A-83DF-4F52-AD95-92B30556DEE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-9377658" y="2751113"/>
            <a:ext cx="4579660" cy="3053107"/>
          </a:xfrm>
          <a:prstGeom prst="roundRect">
            <a:avLst>
              <a:gd name="adj" fmla="val 5692"/>
            </a:avLst>
          </a:prstGeom>
          <a:solidFill>
            <a:schemeClr val="bg1">
              <a:alpha val="20000"/>
            </a:schemeClr>
          </a:solidFill>
          <a:ln w="12700">
            <a:gradFill>
              <a:gsLst>
                <a:gs pos="0">
                  <a:schemeClr val="accent1">
                    <a:lumMod val="5000"/>
                    <a:lumOff val="95000"/>
                  </a:schemeClr>
                </a:gs>
                <a:gs pos="74000">
                  <a:schemeClr val="accent1">
                    <a:lumMod val="45000"/>
                    <a:lumOff val="55000"/>
                  </a:schemeClr>
                </a:gs>
                <a:gs pos="83000">
                  <a:schemeClr val="accent1">
                    <a:lumMod val="45000"/>
                    <a:lumOff val="55000"/>
                  </a:schemeClr>
                </a:gs>
                <a:gs pos="100000">
                  <a:schemeClr val="accent1">
                    <a:lumMod val="30000"/>
                    <a:lumOff val="70000"/>
                  </a:schemeClr>
                </a:gs>
              </a:gsLst>
              <a:lin ang="5400000" scaled="1"/>
            </a:gradFill>
          </a:ln>
        </p:spPr>
      </p:pic>
    </p:spTree>
    <p:extLst>
      <p:ext uri="{BB962C8B-B14F-4D97-AF65-F5344CB8AC3E}">
        <p14:creationId xmlns:p14="http://schemas.microsoft.com/office/powerpoint/2010/main" val="2545392436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med">
        <p159:morph option="byObject"/>
      </p:transition>
    </mc:Choice>
    <mc:Fallback xmlns="">
      <p:transition spd="med">
        <p:fade/>
      </p:transition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фон">
            <a:extLst>
              <a:ext uri="{FF2B5EF4-FFF2-40B4-BE49-F238E27FC236}">
                <a16:creationId xmlns:a16="http://schemas.microsoft.com/office/drawing/2014/main" id="{123AAA31-15E5-4CD4-90E0-8BA1499E8700}"/>
              </a:ext>
            </a:extLst>
          </p:cNvPr>
          <p:cNvSpPr/>
          <p:nvPr/>
        </p:nvSpPr>
        <p:spPr>
          <a:xfrm>
            <a:off x="-5" y="0"/>
            <a:ext cx="12192000" cy="6858000"/>
          </a:xfrm>
          <a:prstGeom prst="rect">
            <a:avLst/>
          </a:prstGeom>
          <a:gradFill>
            <a:gsLst>
              <a:gs pos="0">
                <a:srgbClr val="1D1D1D"/>
              </a:gs>
              <a:gs pos="100000">
                <a:srgbClr val="1D1D1D"/>
              </a:gs>
            </a:gsLst>
            <a:path path="circle">
              <a:fillToRect r="100000" b="100000"/>
            </a:path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grpSp>
        <p:nvGrpSpPr>
          <p:cNvPr id="62" name="18х12 сетка">
            <a:extLst>
              <a:ext uri="{FF2B5EF4-FFF2-40B4-BE49-F238E27FC236}">
                <a16:creationId xmlns:a16="http://schemas.microsoft.com/office/drawing/2014/main" id="{B3CD36E5-6234-4C3A-BED7-A5B1ADB7FF62}"/>
              </a:ext>
            </a:extLst>
          </p:cNvPr>
          <p:cNvGrpSpPr/>
          <p:nvPr/>
        </p:nvGrpSpPr>
        <p:grpSpPr>
          <a:xfrm>
            <a:off x="-8" y="0"/>
            <a:ext cx="12192007" cy="6858000"/>
            <a:chOff x="-2" y="0"/>
            <a:chExt cx="12192002" cy="6858000"/>
          </a:xfrm>
        </p:grpSpPr>
        <p:grpSp>
          <p:nvGrpSpPr>
            <p:cNvPr id="68" name="Группа 67">
              <a:extLst>
                <a:ext uri="{FF2B5EF4-FFF2-40B4-BE49-F238E27FC236}">
                  <a16:creationId xmlns:a16="http://schemas.microsoft.com/office/drawing/2014/main" id="{058C4490-79C4-45FE-AACB-69EA39D66F8A}"/>
                </a:ext>
              </a:extLst>
            </p:cNvPr>
            <p:cNvGrpSpPr/>
            <p:nvPr/>
          </p:nvGrpSpPr>
          <p:grpSpPr>
            <a:xfrm>
              <a:off x="-2" y="0"/>
              <a:ext cx="12192000" cy="6858000"/>
              <a:chOff x="-2" y="0"/>
              <a:chExt cx="8750502" cy="6858000"/>
            </a:xfrm>
            <a:noFill/>
          </p:grpSpPr>
          <p:sp>
            <p:nvSpPr>
              <p:cNvPr id="86" name="Прямоугольник 85">
                <a:extLst>
                  <a:ext uri="{FF2B5EF4-FFF2-40B4-BE49-F238E27FC236}">
                    <a16:creationId xmlns:a16="http://schemas.microsoft.com/office/drawing/2014/main" id="{7E2552AE-C149-4D44-83AB-0888AFBDFEF2}"/>
                  </a:ext>
                </a:extLst>
              </p:cNvPr>
              <p:cNvSpPr/>
              <p:nvPr/>
            </p:nvSpPr>
            <p:spPr>
              <a:xfrm>
                <a:off x="-2" y="0"/>
                <a:ext cx="486139" cy="68580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87" name="Прямоугольник 86">
                <a:extLst>
                  <a:ext uri="{FF2B5EF4-FFF2-40B4-BE49-F238E27FC236}">
                    <a16:creationId xmlns:a16="http://schemas.microsoft.com/office/drawing/2014/main" id="{208E4854-E973-4CC6-AC53-D304668D8FD7}"/>
                  </a:ext>
                </a:extLst>
              </p:cNvPr>
              <p:cNvSpPr/>
              <p:nvPr/>
            </p:nvSpPr>
            <p:spPr>
              <a:xfrm>
                <a:off x="486137" y="0"/>
                <a:ext cx="486139" cy="68580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88" name="Прямоугольник 87">
                <a:extLst>
                  <a:ext uri="{FF2B5EF4-FFF2-40B4-BE49-F238E27FC236}">
                    <a16:creationId xmlns:a16="http://schemas.microsoft.com/office/drawing/2014/main" id="{B6F0D48E-117A-4741-85D4-54A79EEA2DFD}"/>
                  </a:ext>
                </a:extLst>
              </p:cNvPr>
              <p:cNvSpPr/>
              <p:nvPr/>
            </p:nvSpPr>
            <p:spPr>
              <a:xfrm>
                <a:off x="972276" y="0"/>
                <a:ext cx="486139" cy="68580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89" name="Прямоугольник 88">
                <a:extLst>
                  <a:ext uri="{FF2B5EF4-FFF2-40B4-BE49-F238E27FC236}">
                    <a16:creationId xmlns:a16="http://schemas.microsoft.com/office/drawing/2014/main" id="{FC8BE352-D19F-4FF7-B5F5-9F888B8D184B}"/>
                  </a:ext>
                </a:extLst>
              </p:cNvPr>
              <p:cNvSpPr/>
              <p:nvPr/>
            </p:nvSpPr>
            <p:spPr>
              <a:xfrm>
                <a:off x="1458415" y="0"/>
                <a:ext cx="486139" cy="68580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100" name="Прямоугольник 99">
                <a:extLst>
                  <a:ext uri="{FF2B5EF4-FFF2-40B4-BE49-F238E27FC236}">
                    <a16:creationId xmlns:a16="http://schemas.microsoft.com/office/drawing/2014/main" id="{7A365643-F78E-4764-9982-E39237A1F247}"/>
                  </a:ext>
                </a:extLst>
              </p:cNvPr>
              <p:cNvSpPr/>
              <p:nvPr/>
            </p:nvSpPr>
            <p:spPr>
              <a:xfrm>
                <a:off x="1944554" y="0"/>
                <a:ext cx="486139" cy="68580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101" name="Прямоугольник 100">
                <a:extLst>
                  <a:ext uri="{FF2B5EF4-FFF2-40B4-BE49-F238E27FC236}">
                    <a16:creationId xmlns:a16="http://schemas.microsoft.com/office/drawing/2014/main" id="{2BD627C7-E89C-42EC-B764-AAEBC644B4ED}"/>
                  </a:ext>
                </a:extLst>
              </p:cNvPr>
              <p:cNvSpPr/>
              <p:nvPr/>
            </p:nvSpPr>
            <p:spPr>
              <a:xfrm>
                <a:off x="2430693" y="0"/>
                <a:ext cx="486139" cy="68580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102" name="Прямоугольник 101">
                <a:extLst>
                  <a:ext uri="{FF2B5EF4-FFF2-40B4-BE49-F238E27FC236}">
                    <a16:creationId xmlns:a16="http://schemas.microsoft.com/office/drawing/2014/main" id="{BE631F47-4B73-4971-BA95-D82629DFFDCE}"/>
                  </a:ext>
                </a:extLst>
              </p:cNvPr>
              <p:cNvSpPr/>
              <p:nvPr/>
            </p:nvSpPr>
            <p:spPr>
              <a:xfrm>
                <a:off x="2916832" y="0"/>
                <a:ext cx="486139" cy="68580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103" name="Прямоугольник 102">
                <a:extLst>
                  <a:ext uri="{FF2B5EF4-FFF2-40B4-BE49-F238E27FC236}">
                    <a16:creationId xmlns:a16="http://schemas.microsoft.com/office/drawing/2014/main" id="{D63641B2-1ECC-4C32-9365-D89BF5C7E705}"/>
                  </a:ext>
                </a:extLst>
              </p:cNvPr>
              <p:cNvSpPr/>
              <p:nvPr/>
            </p:nvSpPr>
            <p:spPr>
              <a:xfrm>
                <a:off x="3402971" y="0"/>
                <a:ext cx="486139" cy="68580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104" name="Прямоугольник 103">
                <a:extLst>
                  <a:ext uri="{FF2B5EF4-FFF2-40B4-BE49-F238E27FC236}">
                    <a16:creationId xmlns:a16="http://schemas.microsoft.com/office/drawing/2014/main" id="{3EF7A471-F0D8-4EB3-AF40-721137F4ACEA}"/>
                  </a:ext>
                </a:extLst>
              </p:cNvPr>
              <p:cNvSpPr/>
              <p:nvPr/>
            </p:nvSpPr>
            <p:spPr>
              <a:xfrm>
                <a:off x="3889110" y="0"/>
                <a:ext cx="486139" cy="68580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105" name="Прямоугольник 104">
                <a:extLst>
                  <a:ext uri="{FF2B5EF4-FFF2-40B4-BE49-F238E27FC236}">
                    <a16:creationId xmlns:a16="http://schemas.microsoft.com/office/drawing/2014/main" id="{A7262BF0-60B8-4450-B2A6-5A2076D5D9B4}"/>
                  </a:ext>
                </a:extLst>
              </p:cNvPr>
              <p:cNvSpPr/>
              <p:nvPr/>
            </p:nvSpPr>
            <p:spPr>
              <a:xfrm>
                <a:off x="4375249" y="0"/>
                <a:ext cx="486139" cy="68580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106" name="Прямоугольник 105">
                <a:extLst>
                  <a:ext uri="{FF2B5EF4-FFF2-40B4-BE49-F238E27FC236}">
                    <a16:creationId xmlns:a16="http://schemas.microsoft.com/office/drawing/2014/main" id="{67F7441A-18F7-4A13-931B-FD8BEDEFA8BB}"/>
                  </a:ext>
                </a:extLst>
              </p:cNvPr>
              <p:cNvSpPr/>
              <p:nvPr/>
            </p:nvSpPr>
            <p:spPr>
              <a:xfrm>
                <a:off x="4861388" y="0"/>
                <a:ext cx="486139" cy="68580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107" name="Прямоугольник 106">
                <a:extLst>
                  <a:ext uri="{FF2B5EF4-FFF2-40B4-BE49-F238E27FC236}">
                    <a16:creationId xmlns:a16="http://schemas.microsoft.com/office/drawing/2014/main" id="{20942736-BBF0-45AC-ADCA-22E1CF1790CA}"/>
                  </a:ext>
                </a:extLst>
              </p:cNvPr>
              <p:cNvSpPr/>
              <p:nvPr/>
            </p:nvSpPr>
            <p:spPr>
              <a:xfrm>
                <a:off x="5347527" y="0"/>
                <a:ext cx="486139" cy="68580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108" name="Прямоугольник 107">
                <a:extLst>
                  <a:ext uri="{FF2B5EF4-FFF2-40B4-BE49-F238E27FC236}">
                    <a16:creationId xmlns:a16="http://schemas.microsoft.com/office/drawing/2014/main" id="{4CF93E4B-DF1A-4610-92B1-4AC7BB6988B1}"/>
                  </a:ext>
                </a:extLst>
              </p:cNvPr>
              <p:cNvSpPr/>
              <p:nvPr/>
            </p:nvSpPr>
            <p:spPr>
              <a:xfrm>
                <a:off x="5833666" y="0"/>
                <a:ext cx="486139" cy="68580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109" name="Прямоугольник 108">
                <a:extLst>
                  <a:ext uri="{FF2B5EF4-FFF2-40B4-BE49-F238E27FC236}">
                    <a16:creationId xmlns:a16="http://schemas.microsoft.com/office/drawing/2014/main" id="{4421E6CB-B79F-4985-AC9F-EF634819E1F6}"/>
                  </a:ext>
                </a:extLst>
              </p:cNvPr>
              <p:cNvSpPr/>
              <p:nvPr/>
            </p:nvSpPr>
            <p:spPr>
              <a:xfrm>
                <a:off x="6319805" y="0"/>
                <a:ext cx="486139" cy="68580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110" name="Прямоугольник 109">
                <a:extLst>
                  <a:ext uri="{FF2B5EF4-FFF2-40B4-BE49-F238E27FC236}">
                    <a16:creationId xmlns:a16="http://schemas.microsoft.com/office/drawing/2014/main" id="{22EC2E10-D1BB-43A7-B5AC-1A67618D86DD}"/>
                  </a:ext>
                </a:extLst>
              </p:cNvPr>
              <p:cNvSpPr/>
              <p:nvPr/>
            </p:nvSpPr>
            <p:spPr>
              <a:xfrm>
                <a:off x="6805944" y="0"/>
                <a:ext cx="486139" cy="68580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111" name="Прямоугольник 110">
                <a:extLst>
                  <a:ext uri="{FF2B5EF4-FFF2-40B4-BE49-F238E27FC236}">
                    <a16:creationId xmlns:a16="http://schemas.microsoft.com/office/drawing/2014/main" id="{903A5950-D35B-4110-A561-2760E9105C91}"/>
                  </a:ext>
                </a:extLst>
              </p:cNvPr>
              <p:cNvSpPr/>
              <p:nvPr/>
            </p:nvSpPr>
            <p:spPr>
              <a:xfrm>
                <a:off x="7292083" y="0"/>
                <a:ext cx="486139" cy="68580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112" name="Прямоугольник 111">
                <a:extLst>
                  <a:ext uri="{FF2B5EF4-FFF2-40B4-BE49-F238E27FC236}">
                    <a16:creationId xmlns:a16="http://schemas.microsoft.com/office/drawing/2014/main" id="{CB92CC41-F5C9-4C7C-AA2C-93C882CEA916}"/>
                  </a:ext>
                </a:extLst>
              </p:cNvPr>
              <p:cNvSpPr/>
              <p:nvPr/>
            </p:nvSpPr>
            <p:spPr>
              <a:xfrm>
                <a:off x="7778222" y="0"/>
                <a:ext cx="486139" cy="68580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113" name="Прямоугольник 112">
                <a:extLst>
                  <a:ext uri="{FF2B5EF4-FFF2-40B4-BE49-F238E27FC236}">
                    <a16:creationId xmlns:a16="http://schemas.microsoft.com/office/drawing/2014/main" id="{84F3766D-387C-4BCF-9467-7E7C69DFE17C}"/>
                  </a:ext>
                </a:extLst>
              </p:cNvPr>
              <p:cNvSpPr/>
              <p:nvPr/>
            </p:nvSpPr>
            <p:spPr>
              <a:xfrm>
                <a:off x="8264361" y="0"/>
                <a:ext cx="486139" cy="68580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</p:grpSp>
        <p:grpSp>
          <p:nvGrpSpPr>
            <p:cNvPr id="69" name="Группа 68">
              <a:extLst>
                <a:ext uri="{FF2B5EF4-FFF2-40B4-BE49-F238E27FC236}">
                  <a16:creationId xmlns:a16="http://schemas.microsoft.com/office/drawing/2014/main" id="{661AE684-D580-489B-83A6-7B752ABDD836}"/>
                </a:ext>
              </a:extLst>
            </p:cNvPr>
            <p:cNvGrpSpPr/>
            <p:nvPr/>
          </p:nvGrpSpPr>
          <p:grpSpPr>
            <a:xfrm>
              <a:off x="0" y="0"/>
              <a:ext cx="12192000" cy="6858000"/>
              <a:chOff x="0" y="0"/>
              <a:chExt cx="12192000" cy="6400800"/>
            </a:xfrm>
            <a:noFill/>
          </p:grpSpPr>
          <p:sp>
            <p:nvSpPr>
              <p:cNvPr id="70" name="Прямоугольник 69">
                <a:extLst>
                  <a:ext uri="{FF2B5EF4-FFF2-40B4-BE49-F238E27FC236}">
                    <a16:creationId xmlns:a16="http://schemas.microsoft.com/office/drawing/2014/main" id="{35A4AE5D-CC26-4ADD-B50A-33492E34BA44}"/>
                  </a:ext>
                </a:extLst>
              </p:cNvPr>
              <p:cNvSpPr/>
              <p:nvPr/>
            </p:nvSpPr>
            <p:spPr>
              <a:xfrm>
                <a:off x="0" y="0"/>
                <a:ext cx="12192000" cy="5334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71" name="Прямоугольник 70">
                <a:extLst>
                  <a:ext uri="{FF2B5EF4-FFF2-40B4-BE49-F238E27FC236}">
                    <a16:creationId xmlns:a16="http://schemas.microsoft.com/office/drawing/2014/main" id="{A904FD80-26F8-418D-98CB-EF7667B84B9F}"/>
                  </a:ext>
                </a:extLst>
              </p:cNvPr>
              <p:cNvSpPr/>
              <p:nvPr/>
            </p:nvSpPr>
            <p:spPr>
              <a:xfrm>
                <a:off x="0" y="533400"/>
                <a:ext cx="12192000" cy="5334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74" name="Прямоугольник 73">
                <a:extLst>
                  <a:ext uri="{FF2B5EF4-FFF2-40B4-BE49-F238E27FC236}">
                    <a16:creationId xmlns:a16="http://schemas.microsoft.com/office/drawing/2014/main" id="{F377F6D9-F703-420E-9370-A4000E8BC6EC}"/>
                  </a:ext>
                </a:extLst>
              </p:cNvPr>
              <p:cNvSpPr/>
              <p:nvPr/>
            </p:nvSpPr>
            <p:spPr>
              <a:xfrm>
                <a:off x="0" y="1066800"/>
                <a:ext cx="12192000" cy="5334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75" name="Прямоугольник 74">
                <a:extLst>
                  <a:ext uri="{FF2B5EF4-FFF2-40B4-BE49-F238E27FC236}">
                    <a16:creationId xmlns:a16="http://schemas.microsoft.com/office/drawing/2014/main" id="{EE45EA95-E9A8-4C8A-9EFC-F124CD6E39B7}"/>
                  </a:ext>
                </a:extLst>
              </p:cNvPr>
              <p:cNvSpPr/>
              <p:nvPr/>
            </p:nvSpPr>
            <p:spPr>
              <a:xfrm>
                <a:off x="0" y="1600200"/>
                <a:ext cx="12192000" cy="5334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76" name="Прямоугольник 75">
                <a:extLst>
                  <a:ext uri="{FF2B5EF4-FFF2-40B4-BE49-F238E27FC236}">
                    <a16:creationId xmlns:a16="http://schemas.microsoft.com/office/drawing/2014/main" id="{D4B0BAA9-CAD8-43C6-85E7-B42E9228D155}"/>
                  </a:ext>
                </a:extLst>
              </p:cNvPr>
              <p:cNvSpPr/>
              <p:nvPr/>
            </p:nvSpPr>
            <p:spPr>
              <a:xfrm>
                <a:off x="0" y="2133600"/>
                <a:ext cx="12192000" cy="5334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77" name="Прямоугольник 76">
                <a:extLst>
                  <a:ext uri="{FF2B5EF4-FFF2-40B4-BE49-F238E27FC236}">
                    <a16:creationId xmlns:a16="http://schemas.microsoft.com/office/drawing/2014/main" id="{4D49B1A5-D301-46DF-8E6A-26BE5EC5F99C}"/>
                  </a:ext>
                </a:extLst>
              </p:cNvPr>
              <p:cNvSpPr/>
              <p:nvPr/>
            </p:nvSpPr>
            <p:spPr>
              <a:xfrm>
                <a:off x="0" y="2667000"/>
                <a:ext cx="12192000" cy="5334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78" name="Прямоугольник 77">
                <a:extLst>
                  <a:ext uri="{FF2B5EF4-FFF2-40B4-BE49-F238E27FC236}">
                    <a16:creationId xmlns:a16="http://schemas.microsoft.com/office/drawing/2014/main" id="{D33CCEC1-4F3F-4C18-A464-CCF35EC559C6}"/>
                  </a:ext>
                </a:extLst>
              </p:cNvPr>
              <p:cNvSpPr/>
              <p:nvPr/>
            </p:nvSpPr>
            <p:spPr>
              <a:xfrm>
                <a:off x="0" y="3200400"/>
                <a:ext cx="12192000" cy="5334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79" name="Прямоугольник 78">
                <a:extLst>
                  <a:ext uri="{FF2B5EF4-FFF2-40B4-BE49-F238E27FC236}">
                    <a16:creationId xmlns:a16="http://schemas.microsoft.com/office/drawing/2014/main" id="{D1AF7ABD-7026-4189-83CA-53D628B0D14C}"/>
                  </a:ext>
                </a:extLst>
              </p:cNvPr>
              <p:cNvSpPr/>
              <p:nvPr/>
            </p:nvSpPr>
            <p:spPr>
              <a:xfrm>
                <a:off x="0" y="3733800"/>
                <a:ext cx="12192000" cy="5334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80" name="Прямоугольник 79">
                <a:extLst>
                  <a:ext uri="{FF2B5EF4-FFF2-40B4-BE49-F238E27FC236}">
                    <a16:creationId xmlns:a16="http://schemas.microsoft.com/office/drawing/2014/main" id="{8DBF17EE-9D40-40B0-9121-18053F82C4C6}"/>
                  </a:ext>
                </a:extLst>
              </p:cNvPr>
              <p:cNvSpPr/>
              <p:nvPr/>
            </p:nvSpPr>
            <p:spPr>
              <a:xfrm>
                <a:off x="0" y="4267200"/>
                <a:ext cx="12192000" cy="5334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81" name="Прямоугольник 80">
                <a:extLst>
                  <a:ext uri="{FF2B5EF4-FFF2-40B4-BE49-F238E27FC236}">
                    <a16:creationId xmlns:a16="http://schemas.microsoft.com/office/drawing/2014/main" id="{B648A457-FEF3-4422-B2B6-6C6DA0816277}"/>
                  </a:ext>
                </a:extLst>
              </p:cNvPr>
              <p:cNvSpPr/>
              <p:nvPr/>
            </p:nvSpPr>
            <p:spPr>
              <a:xfrm>
                <a:off x="0" y="4800600"/>
                <a:ext cx="12192000" cy="5334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82" name="Прямоугольник 81">
                <a:extLst>
                  <a:ext uri="{FF2B5EF4-FFF2-40B4-BE49-F238E27FC236}">
                    <a16:creationId xmlns:a16="http://schemas.microsoft.com/office/drawing/2014/main" id="{8D38DBB3-E87C-433D-BBCB-F073E603DBC3}"/>
                  </a:ext>
                </a:extLst>
              </p:cNvPr>
              <p:cNvSpPr/>
              <p:nvPr/>
            </p:nvSpPr>
            <p:spPr>
              <a:xfrm>
                <a:off x="0" y="5334000"/>
                <a:ext cx="12192000" cy="5334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85" name="Прямоугольник 84">
                <a:extLst>
                  <a:ext uri="{FF2B5EF4-FFF2-40B4-BE49-F238E27FC236}">
                    <a16:creationId xmlns:a16="http://schemas.microsoft.com/office/drawing/2014/main" id="{AF8A0BA6-A1D4-4F25-AEA3-0C457ED99146}"/>
                  </a:ext>
                </a:extLst>
              </p:cNvPr>
              <p:cNvSpPr/>
              <p:nvPr/>
            </p:nvSpPr>
            <p:spPr>
              <a:xfrm>
                <a:off x="0" y="5867400"/>
                <a:ext cx="12192000" cy="5334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</p:grpSp>
      </p:grpSp>
      <p:cxnSp>
        <p:nvCxnSpPr>
          <p:cNvPr id="83" name="вертикаль">
            <a:extLst>
              <a:ext uri="{FF2B5EF4-FFF2-40B4-BE49-F238E27FC236}">
                <a16:creationId xmlns:a16="http://schemas.microsoft.com/office/drawing/2014/main" id="{DCD21CE6-7B73-44C8-ABED-2B45E79B26CF}"/>
              </a:ext>
            </a:extLst>
          </p:cNvPr>
          <p:cNvCxnSpPr>
            <a:cxnSpLocks/>
          </p:cNvCxnSpPr>
          <p:nvPr/>
        </p:nvCxnSpPr>
        <p:spPr>
          <a:xfrm>
            <a:off x="11495307" y="21834"/>
            <a:ext cx="19354" cy="6872452"/>
          </a:xfrm>
          <a:prstGeom prst="line">
            <a:avLst/>
          </a:prstGeom>
          <a:ln w="12700">
            <a:solidFill>
              <a:srgbClr val="08EDE8">
                <a:alpha val="50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4" name="горизонт">
            <a:extLst>
              <a:ext uri="{FF2B5EF4-FFF2-40B4-BE49-F238E27FC236}">
                <a16:creationId xmlns:a16="http://schemas.microsoft.com/office/drawing/2014/main" id="{8E24FD12-6F19-4398-B603-22615E908799}"/>
              </a:ext>
            </a:extLst>
          </p:cNvPr>
          <p:cNvCxnSpPr>
            <a:cxnSpLocks/>
          </p:cNvCxnSpPr>
          <p:nvPr/>
        </p:nvCxnSpPr>
        <p:spPr>
          <a:xfrm>
            <a:off x="19349" y="6286500"/>
            <a:ext cx="12191994" cy="0"/>
          </a:xfrm>
          <a:prstGeom prst="line">
            <a:avLst/>
          </a:prstGeom>
          <a:ln w="12700">
            <a:solidFill>
              <a:srgbClr val="08EDE8">
                <a:alpha val="50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3" name="декор">
            <a:extLst>
              <a:ext uri="{FF2B5EF4-FFF2-40B4-BE49-F238E27FC236}">
                <a16:creationId xmlns:a16="http://schemas.microsoft.com/office/drawing/2014/main" id="{49274652-B192-EDCA-1B55-F082F3B88EF7}"/>
              </a:ext>
            </a:extLst>
          </p:cNvPr>
          <p:cNvSpPr txBox="1"/>
          <p:nvPr/>
        </p:nvSpPr>
        <p:spPr>
          <a:xfrm>
            <a:off x="1" y="6222657"/>
            <a:ext cx="12191994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600" dirty="0">
                <a:solidFill>
                  <a:srgbClr val="06A29E">
                    <a:alpha val="10000"/>
                  </a:srgbClr>
                </a:solidFill>
                <a:latin typeface="Segoe UI Black" panose="020B0A02040204020203" pitchFamily="34" charset="0"/>
                <a:ea typeface="Segoe UI Black" panose="020B0A02040204020203" pitchFamily="34" charset="0"/>
              </a:rPr>
              <a:t>Project: Artificial Intelligence</a:t>
            </a:r>
            <a:endParaRPr lang="ru-UA" sz="3600" dirty="0">
              <a:solidFill>
                <a:srgbClr val="06A29E">
                  <a:alpha val="10000"/>
                </a:srgbClr>
              </a:solidFill>
              <a:latin typeface="Segoe UI Black" panose="020B0A02040204020203" pitchFamily="34" charset="0"/>
              <a:ea typeface="Segoe UI Black" panose="020B0A02040204020203" pitchFamily="34" charset="0"/>
            </a:endParaRP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D62BF7BF-BC4B-4325-B8D1-9BAC365E2B8B}"/>
              </a:ext>
            </a:extLst>
          </p:cNvPr>
          <p:cNvSpPr txBox="1"/>
          <p:nvPr/>
        </p:nvSpPr>
        <p:spPr>
          <a:xfrm>
            <a:off x="86518" y="73778"/>
            <a:ext cx="5868792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uk-UA" sz="2800" dirty="0">
                <a:solidFill>
                  <a:srgbClr val="08EDE8"/>
                </a:solidFill>
                <a:latin typeface="Montserrat SemiBold" panose="00000700000000000000" pitchFamily="2" charset="-52"/>
              </a:rPr>
              <a:t>О</a:t>
            </a:r>
            <a:r>
              <a:rPr lang="ru-RU" sz="2800" dirty="0" err="1">
                <a:solidFill>
                  <a:srgbClr val="08EDE8"/>
                </a:solidFill>
                <a:latin typeface="Montserrat SemiBold" panose="00000700000000000000" pitchFamily="2" charset="-52"/>
              </a:rPr>
              <a:t>сновні</a:t>
            </a:r>
            <a:r>
              <a:rPr lang="ru-RU" sz="2800" dirty="0">
                <a:solidFill>
                  <a:srgbClr val="08EDE8"/>
                </a:solidFill>
                <a:latin typeface="Montserrat SemiBold" panose="00000700000000000000" pitchFamily="2" charset="-52"/>
              </a:rPr>
              <a:t> </a:t>
            </a:r>
            <a:r>
              <a:rPr lang="ru-RU" sz="2800" dirty="0" err="1">
                <a:solidFill>
                  <a:srgbClr val="08EDE8"/>
                </a:solidFill>
                <a:latin typeface="Montserrat SemiBold" panose="00000700000000000000" pitchFamily="2" charset="-52"/>
              </a:rPr>
              <a:t>способи</a:t>
            </a:r>
            <a:r>
              <a:rPr lang="ru-RU" sz="2800" dirty="0">
                <a:solidFill>
                  <a:srgbClr val="08EDE8"/>
                </a:solidFill>
                <a:latin typeface="Montserrat SemiBold" panose="00000700000000000000" pitchFamily="2" charset="-52"/>
              </a:rPr>
              <a:t> </a:t>
            </a:r>
            <a:r>
              <a:rPr lang="ru-RU" sz="2800" dirty="0" err="1">
                <a:solidFill>
                  <a:srgbClr val="08EDE8"/>
                </a:solidFill>
                <a:latin typeface="Montserrat SemiBold" panose="00000700000000000000" pitchFamily="2" charset="-52"/>
              </a:rPr>
              <a:t>реалізації</a:t>
            </a:r>
            <a:r>
              <a:rPr lang="ru-RU" sz="2800" dirty="0">
                <a:solidFill>
                  <a:srgbClr val="08EDE8"/>
                </a:solidFill>
                <a:latin typeface="Montserrat SemiBold" panose="00000700000000000000" pitchFamily="2" charset="-52"/>
              </a:rPr>
              <a:t> ШІ в </a:t>
            </a:r>
            <a:r>
              <a:rPr lang="ru-RU" sz="2800" dirty="0" err="1">
                <a:solidFill>
                  <a:srgbClr val="08EDE8"/>
                </a:solidFill>
                <a:latin typeface="Montserrat SemiBold" panose="00000700000000000000" pitchFamily="2" charset="-52"/>
              </a:rPr>
              <a:t>іграх</a:t>
            </a:r>
            <a:endParaRPr lang="ru-RU" sz="2800" dirty="0">
              <a:solidFill>
                <a:srgbClr val="08EDE8"/>
              </a:solidFill>
              <a:latin typeface="Montserrat SemiBold" panose="00000700000000000000" pitchFamily="2" charset="-52"/>
            </a:endParaRPr>
          </a:p>
        </p:txBody>
      </p:sp>
      <p:sp>
        <p:nvSpPr>
          <p:cNvPr id="114" name="Прямоугольник: скругленные углы 113">
            <a:extLst>
              <a:ext uri="{FF2B5EF4-FFF2-40B4-BE49-F238E27FC236}">
                <a16:creationId xmlns:a16="http://schemas.microsoft.com/office/drawing/2014/main" id="{34A9E62E-9EA6-41E4-BC5C-72C7C29D2E09}"/>
              </a:ext>
            </a:extLst>
          </p:cNvPr>
          <p:cNvSpPr/>
          <p:nvPr/>
        </p:nvSpPr>
        <p:spPr>
          <a:xfrm>
            <a:off x="710768" y="1143687"/>
            <a:ext cx="2455667" cy="1130639"/>
          </a:xfrm>
          <a:prstGeom prst="roundRect">
            <a:avLst>
              <a:gd name="adj" fmla="val 5898"/>
            </a:avLst>
          </a:prstGeom>
          <a:solidFill>
            <a:schemeClr val="bg1">
              <a:alpha val="20000"/>
            </a:schemeClr>
          </a:solidFill>
          <a:ln w="12700">
            <a:gradFill>
              <a:gsLst>
                <a:gs pos="0">
                  <a:schemeClr val="accent1">
                    <a:lumMod val="5000"/>
                    <a:lumOff val="95000"/>
                  </a:schemeClr>
                </a:gs>
                <a:gs pos="74000">
                  <a:schemeClr val="accent1">
                    <a:lumMod val="45000"/>
                    <a:lumOff val="55000"/>
                  </a:schemeClr>
                </a:gs>
                <a:gs pos="83000">
                  <a:schemeClr val="accent1">
                    <a:lumMod val="45000"/>
                    <a:lumOff val="55000"/>
                  </a:schemeClr>
                </a:gs>
                <a:gs pos="100000">
                  <a:schemeClr val="accent1">
                    <a:lumMod val="30000"/>
                    <a:lumOff val="70000"/>
                  </a:schemeClr>
                </a:gs>
              </a:gsLst>
              <a:lin ang="5400000" scaled="1"/>
            </a:gra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15" name="Прямоугольник: скругленные углы 114">
            <a:extLst>
              <a:ext uri="{FF2B5EF4-FFF2-40B4-BE49-F238E27FC236}">
                <a16:creationId xmlns:a16="http://schemas.microsoft.com/office/drawing/2014/main" id="{A2F7322C-9808-48D2-9BE4-4A668F1D742C}"/>
              </a:ext>
            </a:extLst>
          </p:cNvPr>
          <p:cNvSpPr/>
          <p:nvPr/>
        </p:nvSpPr>
        <p:spPr>
          <a:xfrm>
            <a:off x="3489962" y="1143687"/>
            <a:ext cx="2455667" cy="1130639"/>
          </a:xfrm>
          <a:prstGeom prst="roundRect">
            <a:avLst>
              <a:gd name="adj" fmla="val 5898"/>
            </a:avLst>
          </a:prstGeom>
          <a:solidFill>
            <a:schemeClr val="bg1">
              <a:alpha val="20000"/>
            </a:schemeClr>
          </a:solidFill>
          <a:ln w="12700">
            <a:gradFill>
              <a:gsLst>
                <a:gs pos="0">
                  <a:schemeClr val="accent1">
                    <a:lumMod val="5000"/>
                    <a:lumOff val="95000"/>
                  </a:schemeClr>
                </a:gs>
                <a:gs pos="74000">
                  <a:schemeClr val="accent1">
                    <a:lumMod val="45000"/>
                    <a:lumOff val="55000"/>
                  </a:schemeClr>
                </a:gs>
                <a:gs pos="83000">
                  <a:schemeClr val="accent1">
                    <a:lumMod val="45000"/>
                    <a:lumOff val="55000"/>
                  </a:schemeClr>
                </a:gs>
                <a:gs pos="100000">
                  <a:schemeClr val="accent1">
                    <a:lumMod val="30000"/>
                    <a:lumOff val="70000"/>
                  </a:schemeClr>
                </a:gs>
              </a:gsLst>
              <a:lin ang="5400000" scaled="1"/>
            </a:gra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16" name="Прямоугольник: скругленные углы 115">
            <a:extLst>
              <a:ext uri="{FF2B5EF4-FFF2-40B4-BE49-F238E27FC236}">
                <a16:creationId xmlns:a16="http://schemas.microsoft.com/office/drawing/2014/main" id="{E8A47366-9D67-4A4B-854B-D509E846EAFB}"/>
              </a:ext>
            </a:extLst>
          </p:cNvPr>
          <p:cNvSpPr/>
          <p:nvPr/>
        </p:nvSpPr>
        <p:spPr>
          <a:xfrm>
            <a:off x="6269156" y="1152717"/>
            <a:ext cx="2455667" cy="1133970"/>
          </a:xfrm>
          <a:prstGeom prst="roundRect">
            <a:avLst>
              <a:gd name="adj" fmla="val 5898"/>
            </a:avLst>
          </a:prstGeom>
          <a:solidFill>
            <a:schemeClr val="bg1">
              <a:alpha val="20000"/>
            </a:schemeClr>
          </a:solidFill>
          <a:ln w="12700">
            <a:gradFill>
              <a:gsLst>
                <a:gs pos="0">
                  <a:schemeClr val="accent1">
                    <a:lumMod val="5000"/>
                    <a:lumOff val="95000"/>
                  </a:schemeClr>
                </a:gs>
                <a:gs pos="74000">
                  <a:schemeClr val="accent1">
                    <a:lumMod val="45000"/>
                    <a:lumOff val="55000"/>
                  </a:schemeClr>
                </a:gs>
                <a:gs pos="83000">
                  <a:schemeClr val="accent1">
                    <a:lumMod val="45000"/>
                    <a:lumOff val="55000"/>
                  </a:schemeClr>
                </a:gs>
                <a:gs pos="100000">
                  <a:schemeClr val="accent1">
                    <a:lumMod val="30000"/>
                    <a:lumOff val="70000"/>
                  </a:schemeClr>
                </a:gs>
              </a:gsLst>
              <a:lin ang="5400000" scaled="1"/>
            </a:gra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17" name="Прямоугольник: скругленные углы 116">
            <a:extLst>
              <a:ext uri="{FF2B5EF4-FFF2-40B4-BE49-F238E27FC236}">
                <a16:creationId xmlns:a16="http://schemas.microsoft.com/office/drawing/2014/main" id="{6A244823-5BCE-453E-97D5-A32F68A6EB86}"/>
              </a:ext>
            </a:extLst>
          </p:cNvPr>
          <p:cNvSpPr/>
          <p:nvPr/>
        </p:nvSpPr>
        <p:spPr>
          <a:xfrm>
            <a:off x="9048350" y="1152717"/>
            <a:ext cx="2455667" cy="1133970"/>
          </a:xfrm>
          <a:prstGeom prst="roundRect">
            <a:avLst>
              <a:gd name="adj" fmla="val 5898"/>
            </a:avLst>
          </a:prstGeom>
          <a:solidFill>
            <a:schemeClr val="bg1">
              <a:alpha val="20000"/>
            </a:schemeClr>
          </a:solidFill>
          <a:ln w="12700">
            <a:gradFill>
              <a:gsLst>
                <a:gs pos="0">
                  <a:schemeClr val="accent1">
                    <a:lumMod val="5000"/>
                    <a:lumOff val="95000"/>
                  </a:schemeClr>
                </a:gs>
                <a:gs pos="74000">
                  <a:schemeClr val="accent1">
                    <a:lumMod val="45000"/>
                    <a:lumOff val="55000"/>
                  </a:schemeClr>
                </a:gs>
                <a:gs pos="83000">
                  <a:schemeClr val="accent1">
                    <a:lumMod val="45000"/>
                    <a:lumOff val="55000"/>
                  </a:schemeClr>
                </a:gs>
                <a:gs pos="100000">
                  <a:schemeClr val="accent1">
                    <a:lumMod val="30000"/>
                    <a:lumOff val="70000"/>
                  </a:schemeClr>
                </a:gs>
              </a:gsLst>
              <a:lin ang="5400000" scaled="1"/>
            </a:gra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2E054282-D021-45D3-B937-315962F1CB62}"/>
              </a:ext>
            </a:extLst>
          </p:cNvPr>
          <p:cNvSpPr txBox="1"/>
          <p:nvPr/>
        </p:nvSpPr>
        <p:spPr>
          <a:xfrm>
            <a:off x="710765" y="1142313"/>
            <a:ext cx="2443515" cy="584775"/>
          </a:xfrm>
          <a:prstGeom prst="rect">
            <a:avLst/>
          </a:prstGeom>
        </p:spPr>
        <p:txBody>
          <a:bodyPr wrap="square" rtlCol="0">
            <a:spAutoFit/>
          </a:bodyPr>
          <a:lstStyle/>
          <a:p>
            <a:pPr algn="ctr"/>
            <a:r>
              <a:rPr lang="en-US" sz="3200" dirty="0">
                <a:solidFill>
                  <a:srgbClr val="669E9A">
                    <a:alpha val="10000"/>
                  </a:srgbClr>
                </a:solidFill>
                <a:latin typeface="Segoe UI Black" panose="020B0A02040204020203" pitchFamily="34" charset="0"/>
                <a:ea typeface="Segoe UI Black" panose="020B0A02040204020203" pitchFamily="34" charset="0"/>
              </a:rPr>
              <a:t>FSM</a:t>
            </a:r>
            <a:endParaRPr lang="ru-RU" sz="3200" dirty="0">
              <a:solidFill>
                <a:srgbClr val="669E9A">
                  <a:alpha val="10000"/>
                </a:srgbClr>
              </a:solidFill>
              <a:latin typeface="Segoe UI Black" panose="020B0A02040204020203" pitchFamily="34" charset="0"/>
              <a:ea typeface="Segoe UI Black" panose="020B0A02040204020203" pitchFamily="34" charset="0"/>
            </a:endParaRPr>
          </a:p>
        </p:txBody>
      </p:sp>
      <p:sp>
        <p:nvSpPr>
          <p:cNvPr id="123" name="TextBox 122">
            <a:extLst>
              <a:ext uri="{FF2B5EF4-FFF2-40B4-BE49-F238E27FC236}">
                <a16:creationId xmlns:a16="http://schemas.microsoft.com/office/drawing/2014/main" id="{0C15AE06-C7BB-4427-A9A5-F28E92E74A32}"/>
              </a:ext>
            </a:extLst>
          </p:cNvPr>
          <p:cNvSpPr txBox="1"/>
          <p:nvPr/>
        </p:nvSpPr>
        <p:spPr>
          <a:xfrm>
            <a:off x="3489962" y="1142775"/>
            <a:ext cx="2455667" cy="584775"/>
          </a:xfrm>
          <a:prstGeom prst="rect">
            <a:avLst/>
          </a:prstGeom>
        </p:spPr>
        <p:txBody>
          <a:bodyPr wrap="square" rtlCol="0">
            <a:spAutoFit/>
          </a:bodyPr>
          <a:lstStyle/>
          <a:p>
            <a:pPr algn="ctr"/>
            <a:r>
              <a:rPr lang="en-US" sz="3200" dirty="0">
                <a:solidFill>
                  <a:srgbClr val="669E9A">
                    <a:alpha val="10000"/>
                  </a:srgbClr>
                </a:solidFill>
                <a:latin typeface="Segoe UI Black" panose="020B0A02040204020203" pitchFamily="34" charset="0"/>
                <a:ea typeface="Segoe UI Black" panose="020B0A02040204020203" pitchFamily="34" charset="0"/>
              </a:rPr>
              <a:t>BT</a:t>
            </a:r>
            <a:endParaRPr lang="ru-RU" sz="3200" dirty="0">
              <a:solidFill>
                <a:srgbClr val="669E9A">
                  <a:alpha val="10000"/>
                </a:srgbClr>
              </a:solidFill>
              <a:latin typeface="Segoe UI Black" panose="020B0A02040204020203" pitchFamily="34" charset="0"/>
              <a:ea typeface="Segoe UI Black" panose="020B0A02040204020203" pitchFamily="34" charset="0"/>
            </a:endParaRPr>
          </a:p>
        </p:txBody>
      </p:sp>
      <p:sp>
        <p:nvSpPr>
          <p:cNvPr id="124" name="TextBox 123">
            <a:extLst>
              <a:ext uri="{FF2B5EF4-FFF2-40B4-BE49-F238E27FC236}">
                <a16:creationId xmlns:a16="http://schemas.microsoft.com/office/drawing/2014/main" id="{F3D20DA4-F5AA-4C5D-B4AF-DC08A6E9FAC5}"/>
              </a:ext>
            </a:extLst>
          </p:cNvPr>
          <p:cNvSpPr txBox="1"/>
          <p:nvPr/>
        </p:nvSpPr>
        <p:spPr>
          <a:xfrm>
            <a:off x="6255081" y="1142314"/>
            <a:ext cx="2455667" cy="584775"/>
          </a:xfrm>
          <a:prstGeom prst="rect">
            <a:avLst/>
          </a:prstGeom>
        </p:spPr>
        <p:txBody>
          <a:bodyPr wrap="square" rtlCol="0">
            <a:spAutoFit/>
          </a:bodyPr>
          <a:lstStyle/>
          <a:p>
            <a:pPr algn="ctr"/>
            <a:r>
              <a:rPr lang="en-US" sz="3200" dirty="0">
                <a:solidFill>
                  <a:srgbClr val="08EDE8"/>
                </a:solidFill>
                <a:latin typeface="Segoe UI Black" panose="020B0A02040204020203" pitchFamily="34" charset="0"/>
                <a:ea typeface="Segoe UI Black" panose="020B0A02040204020203" pitchFamily="34" charset="0"/>
              </a:rPr>
              <a:t>GOAP</a:t>
            </a:r>
            <a:endParaRPr lang="ru-RU" sz="3200" dirty="0">
              <a:solidFill>
                <a:srgbClr val="08EDE8"/>
              </a:solidFill>
              <a:latin typeface="Segoe UI Black" panose="020B0A02040204020203" pitchFamily="34" charset="0"/>
              <a:ea typeface="Segoe UI Black" panose="020B0A02040204020203" pitchFamily="34" charset="0"/>
            </a:endParaRPr>
          </a:p>
        </p:txBody>
      </p:sp>
      <p:sp>
        <p:nvSpPr>
          <p:cNvPr id="125" name="TextBox 124">
            <a:extLst>
              <a:ext uri="{FF2B5EF4-FFF2-40B4-BE49-F238E27FC236}">
                <a16:creationId xmlns:a16="http://schemas.microsoft.com/office/drawing/2014/main" id="{FC57040F-26EF-49E9-9810-42CDC83B4554}"/>
              </a:ext>
            </a:extLst>
          </p:cNvPr>
          <p:cNvSpPr txBox="1"/>
          <p:nvPr/>
        </p:nvSpPr>
        <p:spPr>
          <a:xfrm>
            <a:off x="9048348" y="1142774"/>
            <a:ext cx="2432884" cy="584775"/>
          </a:xfrm>
          <a:prstGeom prst="rect">
            <a:avLst/>
          </a:prstGeom>
        </p:spPr>
        <p:txBody>
          <a:bodyPr wrap="square" rtlCol="0">
            <a:spAutoFit/>
          </a:bodyPr>
          <a:lstStyle/>
          <a:p>
            <a:pPr algn="ctr"/>
            <a:r>
              <a:rPr lang="en-US" sz="3200" dirty="0">
                <a:solidFill>
                  <a:srgbClr val="669E9A">
                    <a:alpha val="10000"/>
                  </a:srgbClr>
                </a:solidFill>
                <a:latin typeface="Segoe UI Black" panose="020B0A02040204020203" pitchFamily="34" charset="0"/>
                <a:ea typeface="Segoe UI Black" panose="020B0A02040204020203" pitchFamily="34" charset="0"/>
              </a:rPr>
              <a:t>UAI</a:t>
            </a:r>
            <a:endParaRPr lang="ru-RU" sz="3200" dirty="0">
              <a:solidFill>
                <a:srgbClr val="669E9A">
                  <a:alpha val="10000"/>
                </a:srgbClr>
              </a:solidFill>
              <a:latin typeface="Segoe UI Black" panose="020B0A02040204020203" pitchFamily="34" charset="0"/>
              <a:ea typeface="Segoe UI Black" panose="020B0A02040204020203" pitchFamily="34" charset="0"/>
            </a:endParaRPr>
          </a:p>
        </p:txBody>
      </p:sp>
      <p:sp>
        <p:nvSpPr>
          <p:cNvPr id="118" name="TextBox 117">
            <a:extLst>
              <a:ext uri="{FF2B5EF4-FFF2-40B4-BE49-F238E27FC236}">
                <a16:creationId xmlns:a16="http://schemas.microsoft.com/office/drawing/2014/main" id="{AB48073B-50E2-4B5E-92D7-FD7C79291800}"/>
              </a:ext>
            </a:extLst>
          </p:cNvPr>
          <p:cNvSpPr txBox="1"/>
          <p:nvPr/>
        </p:nvSpPr>
        <p:spPr>
          <a:xfrm>
            <a:off x="695326" y="1569773"/>
            <a:ext cx="2471110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00" dirty="0">
                <a:solidFill>
                  <a:srgbClr val="669E9A">
                    <a:alpha val="10000"/>
                  </a:srgbClr>
                </a:solidFill>
                <a:latin typeface="Montserrat Medium" panose="00000600000000000000" pitchFamily="2" charset="-52"/>
              </a:rPr>
              <a:t>Final</a:t>
            </a:r>
            <a:r>
              <a:rPr lang="ru-RU" sz="2000" dirty="0">
                <a:solidFill>
                  <a:srgbClr val="669E9A">
                    <a:alpha val="10000"/>
                  </a:srgbClr>
                </a:solidFill>
                <a:latin typeface="Montserrat Medium" panose="00000600000000000000" pitchFamily="2" charset="-52"/>
              </a:rPr>
              <a:t> </a:t>
            </a:r>
            <a:r>
              <a:rPr lang="en-US" sz="2000" dirty="0">
                <a:solidFill>
                  <a:srgbClr val="669E9A">
                    <a:alpha val="10000"/>
                  </a:srgbClr>
                </a:solidFill>
                <a:latin typeface="Montserrat Medium" panose="00000600000000000000" pitchFamily="2" charset="-52"/>
              </a:rPr>
              <a:t>State Machines</a:t>
            </a:r>
            <a:endParaRPr lang="ru-RU" sz="2000" dirty="0">
              <a:solidFill>
                <a:srgbClr val="669E9A">
                  <a:alpha val="10000"/>
                </a:srgbClr>
              </a:solidFill>
              <a:latin typeface="Montserrat Medium" panose="00000600000000000000" pitchFamily="2" charset="-52"/>
            </a:endParaRPr>
          </a:p>
        </p:txBody>
      </p:sp>
      <p:sp>
        <p:nvSpPr>
          <p:cNvPr id="120" name="TextBox 119">
            <a:extLst>
              <a:ext uri="{FF2B5EF4-FFF2-40B4-BE49-F238E27FC236}">
                <a16:creationId xmlns:a16="http://schemas.microsoft.com/office/drawing/2014/main" id="{82207D82-1B5C-4EF2-813A-FE9E7B82DCD4}"/>
              </a:ext>
            </a:extLst>
          </p:cNvPr>
          <p:cNvSpPr txBox="1"/>
          <p:nvPr/>
        </p:nvSpPr>
        <p:spPr>
          <a:xfrm>
            <a:off x="3477179" y="1569773"/>
            <a:ext cx="2471110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00" dirty="0">
                <a:solidFill>
                  <a:srgbClr val="669E9A">
                    <a:alpha val="10000"/>
                  </a:srgbClr>
                </a:solidFill>
                <a:latin typeface="Montserrat Medium" panose="00000600000000000000" pitchFamily="2" charset="-52"/>
              </a:rPr>
              <a:t>Behavior </a:t>
            </a:r>
            <a:endParaRPr lang="uk-UA" sz="2000" dirty="0">
              <a:solidFill>
                <a:srgbClr val="669E9A">
                  <a:alpha val="10000"/>
                </a:srgbClr>
              </a:solidFill>
              <a:latin typeface="Montserrat Medium" panose="00000600000000000000" pitchFamily="2" charset="-52"/>
            </a:endParaRPr>
          </a:p>
          <a:p>
            <a:pPr algn="ctr"/>
            <a:r>
              <a:rPr lang="en-US" sz="2000" dirty="0">
                <a:solidFill>
                  <a:srgbClr val="669E9A">
                    <a:alpha val="10000"/>
                  </a:srgbClr>
                </a:solidFill>
                <a:latin typeface="Montserrat Medium" panose="00000600000000000000" pitchFamily="2" charset="-52"/>
              </a:rPr>
              <a:t>Trees</a:t>
            </a:r>
            <a:endParaRPr lang="ru-RU" sz="2000" dirty="0">
              <a:solidFill>
                <a:srgbClr val="669E9A">
                  <a:alpha val="10000"/>
                </a:srgbClr>
              </a:solidFill>
              <a:latin typeface="Montserrat Medium" panose="00000600000000000000" pitchFamily="2" charset="-52"/>
            </a:endParaRPr>
          </a:p>
        </p:txBody>
      </p:sp>
      <p:sp>
        <p:nvSpPr>
          <p:cNvPr id="129" name="TextBox 128">
            <a:extLst>
              <a:ext uri="{FF2B5EF4-FFF2-40B4-BE49-F238E27FC236}">
                <a16:creationId xmlns:a16="http://schemas.microsoft.com/office/drawing/2014/main" id="{987BF093-A9F1-4867-8BDC-12875EFB4A35}"/>
              </a:ext>
            </a:extLst>
          </p:cNvPr>
          <p:cNvSpPr txBox="1"/>
          <p:nvPr/>
        </p:nvSpPr>
        <p:spPr>
          <a:xfrm>
            <a:off x="6259032" y="1569773"/>
            <a:ext cx="2471110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00" dirty="0">
                <a:solidFill>
                  <a:srgbClr val="08EDE8"/>
                </a:solidFill>
                <a:latin typeface="Montserrat Medium" panose="00000600000000000000" pitchFamily="2" charset="-52"/>
              </a:rPr>
              <a:t>Goal-Oriented Action Planning</a:t>
            </a:r>
            <a:endParaRPr lang="ru-RU" sz="2000" dirty="0">
              <a:solidFill>
                <a:srgbClr val="08EDE8"/>
              </a:solidFill>
              <a:latin typeface="Montserrat Medium" panose="00000600000000000000" pitchFamily="2" charset="-52"/>
            </a:endParaRPr>
          </a:p>
        </p:txBody>
      </p:sp>
      <p:sp>
        <p:nvSpPr>
          <p:cNvPr id="130" name="TextBox 129">
            <a:extLst>
              <a:ext uri="{FF2B5EF4-FFF2-40B4-BE49-F238E27FC236}">
                <a16:creationId xmlns:a16="http://schemas.microsoft.com/office/drawing/2014/main" id="{67D45B67-1447-40B5-9190-98E081448D9E}"/>
              </a:ext>
            </a:extLst>
          </p:cNvPr>
          <p:cNvSpPr txBox="1"/>
          <p:nvPr/>
        </p:nvSpPr>
        <p:spPr>
          <a:xfrm>
            <a:off x="9040885" y="1569773"/>
            <a:ext cx="2471110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00" dirty="0">
                <a:solidFill>
                  <a:srgbClr val="669E9A">
                    <a:alpha val="10000"/>
                  </a:srgbClr>
                </a:solidFill>
                <a:latin typeface="Montserrat Medium" panose="00000600000000000000" pitchFamily="2" charset="-52"/>
              </a:rPr>
              <a:t>Utility Artificial Intelligence</a:t>
            </a:r>
            <a:endParaRPr lang="ru-RU" sz="2000" dirty="0">
              <a:solidFill>
                <a:srgbClr val="669E9A">
                  <a:alpha val="10000"/>
                </a:srgbClr>
              </a:solidFill>
              <a:latin typeface="Montserrat Medium" panose="00000600000000000000" pitchFamily="2" charset="-52"/>
            </a:endParaRPr>
          </a:p>
        </p:txBody>
      </p:sp>
      <p:sp>
        <p:nvSpPr>
          <p:cNvPr id="3" name="!!панель_3">
            <a:extLst>
              <a:ext uri="{FF2B5EF4-FFF2-40B4-BE49-F238E27FC236}">
                <a16:creationId xmlns:a16="http://schemas.microsoft.com/office/drawing/2014/main" id="{D5807C4E-B38F-F7CF-E804-344B5473E68C}"/>
              </a:ext>
            </a:extLst>
          </p:cNvPr>
          <p:cNvSpPr/>
          <p:nvPr/>
        </p:nvSpPr>
        <p:spPr>
          <a:xfrm>
            <a:off x="677326" y="2561293"/>
            <a:ext cx="10834669" cy="3431643"/>
          </a:xfrm>
          <a:prstGeom prst="roundRect">
            <a:avLst>
              <a:gd name="adj" fmla="val 2937"/>
            </a:avLst>
          </a:prstGeom>
          <a:solidFill>
            <a:schemeClr val="bg1">
              <a:alpha val="20000"/>
            </a:schemeClr>
          </a:solidFill>
          <a:ln w="12700">
            <a:gradFill>
              <a:gsLst>
                <a:gs pos="0">
                  <a:schemeClr val="accent1">
                    <a:lumMod val="5000"/>
                    <a:lumOff val="95000"/>
                  </a:schemeClr>
                </a:gs>
                <a:gs pos="74000">
                  <a:schemeClr val="accent1">
                    <a:lumMod val="45000"/>
                    <a:lumOff val="55000"/>
                  </a:schemeClr>
                </a:gs>
                <a:gs pos="83000">
                  <a:schemeClr val="accent1">
                    <a:lumMod val="45000"/>
                    <a:lumOff val="55000"/>
                  </a:schemeClr>
                </a:gs>
                <a:gs pos="100000">
                  <a:schemeClr val="accent1">
                    <a:lumMod val="30000"/>
                    <a:lumOff val="70000"/>
                  </a:schemeClr>
                </a:gs>
              </a:gsLst>
              <a:lin ang="5400000" scaled="1"/>
            </a:gra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D772AF86-35D4-48B3-B6AE-BF26570AC6AA}"/>
              </a:ext>
            </a:extLst>
          </p:cNvPr>
          <p:cNvSpPr txBox="1"/>
          <p:nvPr/>
        </p:nvSpPr>
        <p:spPr>
          <a:xfrm>
            <a:off x="853878" y="2832776"/>
            <a:ext cx="5261473" cy="267765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1400" dirty="0">
                <a:solidFill>
                  <a:schemeClr val="bg1"/>
                </a:solidFill>
                <a:latin typeface="Montserrat Medium" panose="00000600000000000000" pitchFamily="2" charset="-52"/>
              </a:rPr>
              <a:t>«</a:t>
            </a:r>
            <a:r>
              <a:rPr lang="uk-UA" sz="1400" dirty="0">
                <a:solidFill>
                  <a:schemeClr val="bg1"/>
                </a:solidFill>
                <a:latin typeface="Montserrat Medium" panose="00000600000000000000" pitchFamily="2" charset="-52"/>
              </a:rPr>
              <a:t>Планування дій, орієнтованих на досягнення цілей</a:t>
            </a:r>
            <a:r>
              <a:rPr lang="ru-RU" sz="1400" dirty="0">
                <a:solidFill>
                  <a:schemeClr val="bg1"/>
                </a:solidFill>
                <a:latin typeface="Montserrat Medium" panose="00000600000000000000" pitchFamily="2" charset="-52"/>
              </a:rPr>
              <a:t>» є одним з </a:t>
            </a:r>
            <a:r>
              <a:rPr lang="ru-RU" sz="1400" dirty="0" err="1">
                <a:solidFill>
                  <a:schemeClr val="bg1"/>
                </a:solidFill>
                <a:latin typeface="Montserrat Medium" panose="00000600000000000000" pitchFamily="2" charset="-52"/>
              </a:rPr>
              <a:t>варіантів</a:t>
            </a:r>
            <a:r>
              <a:rPr lang="ru-RU" sz="1400" dirty="0">
                <a:solidFill>
                  <a:schemeClr val="bg1"/>
                </a:solidFill>
                <a:latin typeface="Montserrat Medium" panose="00000600000000000000" pitchFamily="2" charset="-52"/>
              </a:rPr>
              <a:t> </a:t>
            </a:r>
            <a:r>
              <a:rPr lang="ru-RU" sz="1400" dirty="0" err="1">
                <a:solidFill>
                  <a:schemeClr val="bg1"/>
                </a:solidFill>
                <a:latin typeface="Montserrat Medium" panose="00000600000000000000" pitchFamily="2" charset="-52"/>
              </a:rPr>
              <a:t>реалізаціі</a:t>
            </a:r>
            <a:r>
              <a:rPr lang="ru-RU" sz="1400" dirty="0">
                <a:solidFill>
                  <a:schemeClr val="bg1"/>
                </a:solidFill>
                <a:latin typeface="Montserrat Medium" panose="00000600000000000000" pitchFamily="2" charset="-52"/>
              </a:rPr>
              <a:t> ШІ в </a:t>
            </a:r>
            <a:r>
              <a:rPr lang="ru-RU" sz="1400" dirty="0" err="1">
                <a:solidFill>
                  <a:schemeClr val="bg1"/>
                </a:solidFill>
                <a:latin typeface="Montserrat Medium" panose="00000600000000000000" pitchFamily="2" charset="-52"/>
              </a:rPr>
              <a:t>іграх</a:t>
            </a:r>
            <a:r>
              <a:rPr lang="ru-RU" sz="1400" dirty="0">
                <a:solidFill>
                  <a:schemeClr val="bg1"/>
                </a:solidFill>
                <a:latin typeface="Montserrat Medium" panose="00000600000000000000" pitchFamily="2" charset="-52"/>
              </a:rPr>
              <a:t>, </a:t>
            </a:r>
            <a:r>
              <a:rPr lang="ru-RU" sz="1400" dirty="0" err="1">
                <a:solidFill>
                  <a:schemeClr val="bg1"/>
                </a:solidFill>
                <a:latin typeface="Montserrat Medium" panose="00000600000000000000" pitchFamily="2" charset="-52"/>
              </a:rPr>
              <a:t>який</a:t>
            </a:r>
            <a:r>
              <a:rPr lang="ru-RU" sz="1400" dirty="0">
                <a:solidFill>
                  <a:schemeClr val="bg1"/>
                </a:solidFill>
                <a:latin typeface="Montserrat Medium" panose="00000600000000000000" pitchFamily="2" charset="-52"/>
              </a:rPr>
              <a:t> є </a:t>
            </a:r>
            <a:r>
              <a:rPr lang="ru-RU" sz="1400" dirty="0" err="1">
                <a:solidFill>
                  <a:schemeClr val="bg1"/>
                </a:solidFill>
                <a:latin typeface="Montserrat Medium" panose="00000600000000000000" pitchFamily="2" charset="-52"/>
              </a:rPr>
              <a:t>доволі</a:t>
            </a:r>
            <a:r>
              <a:rPr lang="ru-RU" sz="1400" dirty="0">
                <a:solidFill>
                  <a:schemeClr val="bg1"/>
                </a:solidFill>
                <a:latin typeface="Montserrat Medium" panose="00000600000000000000" pitchFamily="2" charset="-52"/>
              </a:rPr>
              <a:t> </a:t>
            </a:r>
            <a:r>
              <a:rPr lang="ru-RU" sz="1400" dirty="0" err="1">
                <a:solidFill>
                  <a:schemeClr val="bg1"/>
                </a:solidFill>
                <a:latin typeface="Montserrat Medium" panose="00000600000000000000" pitchFamily="2" charset="-52"/>
              </a:rPr>
              <a:t>гнучким</a:t>
            </a:r>
            <a:r>
              <a:rPr lang="ru-RU" sz="1400" dirty="0">
                <a:solidFill>
                  <a:schemeClr val="bg1"/>
                </a:solidFill>
                <a:latin typeface="Montserrat Medium" panose="00000600000000000000" pitchFamily="2" charset="-52"/>
              </a:rPr>
              <a:t> </a:t>
            </a:r>
            <a:r>
              <a:rPr lang="ru-RU" sz="1400" dirty="0" err="1">
                <a:solidFill>
                  <a:schemeClr val="bg1"/>
                </a:solidFill>
                <a:latin typeface="Montserrat Medium" panose="00000600000000000000" pitchFamily="2" charset="-52"/>
              </a:rPr>
              <a:t>варіантом</a:t>
            </a:r>
            <a:r>
              <a:rPr lang="ru-RU" sz="1400" dirty="0">
                <a:solidFill>
                  <a:schemeClr val="bg1"/>
                </a:solidFill>
                <a:latin typeface="Montserrat Medium" panose="00000600000000000000" pitchFamily="2" charset="-52"/>
              </a:rPr>
              <a:t>. </a:t>
            </a:r>
            <a:br>
              <a:rPr lang="uk-UA" sz="1400" dirty="0">
                <a:solidFill>
                  <a:schemeClr val="bg1"/>
                </a:solidFill>
                <a:latin typeface="Montserrat Medium" panose="00000600000000000000" pitchFamily="2" charset="-52"/>
              </a:rPr>
            </a:br>
            <a:br>
              <a:rPr lang="uk-UA" sz="1400" dirty="0">
                <a:solidFill>
                  <a:schemeClr val="bg1"/>
                </a:solidFill>
                <a:latin typeface="Montserrat Medium" panose="00000600000000000000" pitchFamily="2" charset="-52"/>
              </a:rPr>
            </a:br>
            <a:r>
              <a:rPr lang="uk-UA" sz="1400" dirty="0">
                <a:solidFill>
                  <a:schemeClr val="bg1"/>
                </a:solidFill>
                <a:latin typeface="Montserrat Medium" panose="00000600000000000000" pitchFamily="2" charset="-52"/>
              </a:rPr>
              <a:t>Основна логіка полягає в тому, що, бот має деякі цілі, і він самостійно будує послідовність дій для досягнення цієї цілі.</a:t>
            </a:r>
            <a:br>
              <a:rPr lang="uk-UA" sz="1400" dirty="0">
                <a:solidFill>
                  <a:schemeClr val="bg1"/>
                </a:solidFill>
                <a:latin typeface="Montserrat Medium" panose="00000600000000000000" pitchFamily="2" charset="-52"/>
              </a:rPr>
            </a:br>
            <a:br>
              <a:rPr lang="uk-UA" sz="1400" dirty="0">
                <a:solidFill>
                  <a:schemeClr val="bg1"/>
                </a:solidFill>
                <a:latin typeface="Montserrat Medium" panose="00000600000000000000" pitchFamily="2" charset="-52"/>
              </a:rPr>
            </a:br>
            <a:r>
              <a:rPr lang="uk-UA" sz="1400" dirty="0">
                <a:solidFill>
                  <a:schemeClr val="bg1"/>
                </a:solidFill>
                <a:latin typeface="Montserrat Medium" panose="00000600000000000000" pitchFamily="2" charset="-52"/>
              </a:rPr>
              <a:t>Такий алгоритм базується на цілях (що потрібно)</a:t>
            </a:r>
            <a:r>
              <a:rPr lang="en-US" sz="1400" dirty="0">
                <a:solidFill>
                  <a:schemeClr val="bg1"/>
                </a:solidFill>
                <a:latin typeface="Montserrat Medium" panose="00000600000000000000" pitchFamily="2" charset="-52"/>
              </a:rPr>
              <a:t>;</a:t>
            </a:r>
            <a:r>
              <a:rPr lang="uk-UA" sz="1400" dirty="0">
                <a:solidFill>
                  <a:schemeClr val="bg1"/>
                </a:solidFill>
                <a:latin typeface="Montserrat Medium" panose="00000600000000000000" pitchFamily="2" charset="-52"/>
              </a:rPr>
              <a:t> станах світу, які описують навколишнє середовище</a:t>
            </a:r>
            <a:r>
              <a:rPr lang="en-US" sz="1400" dirty="0">
                <a:solidFill>
                  <a:schemeClr val="bg1"/>
                </a:solidFill>
                <a:latin typeface="Montserrat Medium" panose="00000600000000000000" pitchFamily="2" charset="-52"/>
              </a:rPr>
              <a:t>; </a:t>
            </a:r>
            <a:r>
              <a:rPr lang="uk-UA" sz="1400" dirty="0">
                <a:solidFill>
                  <a:schemeClr val="bg1"/>
                </a:solidFill>
                <a:latin typeface="Montserrat Medium" panose="00000600000000000000" pitchFamily="2" charset="-52"/>
              </a:rPr>
              <a:t>діях, які необхідні для досягнення цілі та планувальнику, який створює послідовність дій.</a:t>
            </a:r>
            <a:endParaRPr lang="ru-RU" sz="1400" dirty="0">
              <a:solidFill>
                <a:schemeClr val="bg1"/>
              </a:solidFill>
              <a:latin typeface="Montserrat Medium" panose="00000600000000000000" pitchFamily="2" charset="-52"/>
            </a:endParaRPr>
          </a:p>
        </p:txBody>
      </p:sp>
      <p:pic>
        <p:nvPicPr>
          <p:cNvPr id="2050" name="Picture 2" descr="Goal Oriented Action Planning. An artificial intelligence technique | by  Vedant Chaudhari | Medium">
            <a:extLst>
              <a:ext uri="{FF2B5EF4-FFF2-40B4-BE49-F238E27FC236}">
                <a16:creationId xmlns:a16="http://schemas.microsoft.com/office/drawing/2014/main" id="{4DC5D204-B0F0-4510-BD12-8E9681C9EA7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724940" y="2751113"/>
            <a:ext cx="4579660" cy="3053107"/>
          </a:xfrm>
          <a:prstGeom prst="roundRect">
            <a:avLst>
              <a:gd name="adj" fmla="val 5692"/>
            </a:avLst>
          </a:prstGeom>
          <a:solidFill>
            <a:schemeClr val="bg1">
              <a:alpha val="20000"/>
            </a:schemeClr>
          </a:solidFill>
          <a:ln w="12700">
            <a:gradFill>
              <a:gsLst>
                <a:gs pos="0">
                  <a:schemeClr val="accent1">
                    <a:lumMod val="5000"/>
                    <a:lumOff val="95000"/>
                  </a:schemeClr>
                </a:gs>
                <a:gs pos="74000">
                  <a:schemeClr val="accent1">
                    <a:lumMod val="45000"/>
                    <a:lumOff val="55000"/>
                  </a:schemeClr>
                </a:gs>
                <a:gs pos="83000">
                  <a:schemeClr val="accent1">
                    <a:lumMod val="45000"/>
                    <a:lumOff val="55000"/>
                  </a:schemeClr>
                </a:gs>
                <a:gs pos="100000">
                  <a:schemeClr val="accent1">
                    <a:lumMod val="30000"/>
                    <a:lumOff val="70000"/>
                  </a:schemeClr>
                </a:gs>
              </a:gsLst>
              <a:lin ang="5400000" scaled="1"/>
            </a:gradFill>
          </a:ln>
        </p:spPr>
      </p:pic>
      <p:sp>
        <p:nvSpPr>
          <p:cNvPr id="59" name="!!панель_2">
            <a:extLst>
              <a:ext uri="{FF2B5EF4-FFF2-40B4-BE49-F238E27FC236}">
                <a16:creationId xmlns:a16="http://schemas.microsoft.com/office/drawing/2014/main" id="{F11DE932-B602-40B4-8C7A-26D41765E402}"/>
              </a:ext>
            </a:extLst>
          </p:cNvPr>
          <p:cNvSpPr/>
          <p:nvPr/>
        </p:nvSpPr>
        <p:spPr>
          <a:xfrm>
            <a:off x="15656258" y="2561293"/>
            <a:ext cx="10834669" cy="3431643"/>
          </a:xfrm>
          <a:prstGeom prst="roundRect">
            <a:avLst>
              <a:gd name="adj" fmla="val 2937"/>
            </a:avLst>
          </a:prstGeom>
          <a:solidFill>
            <a:schemeClr val="bg1">
              <a:alpha val="20000"/>
            </a:schemeClr>
          </a:solidFill>
          <a:ln w="12700">
            <a:gradFill>
              <a:gsLst>
                <a:gs pos="0">
                  <a:schemeClr val="accent1">
                    <a:lumMod val="5000"/>
                    <a:lumOff val="95000"/>
                  </a:schemeClr>
                </a:gs>
                <a:gs pos="74000">
                  <a:schemeClr val="accent1">
                    <a:lumMod val="45000"/>
                    <a:lumOff val="55000"/>
                  </a:schemeClr>
                </a:gs>
                <a:gs pos="83000">
                  <a:schemeClr val="accent1">
                    <a:lumMod val="45000"/>
                    <a:lumOff val="55000"/>
                  </a:schemeClr>
                </a:gs>
                <a:gs pos="100000">
                  <a:schemeClr val="accent1">
                    <a:lumMod val="30000"/>
                    <a:lumOff val="70000"/>
                  </a:schemeClr>
                </a:gs>
              </a:gsLst>
              <a:lin ang="5400000" scaled="1"/>
            </a:gra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E301C6B7-5B40-4EFF-AD3B-01691BC2C787}"/>
              </a:ext>
            </a:extLst>
          </p:cNvPr>
          <p:cNvSpPr txBox="1"/>
          <p:nvPr/>
        </p:nvSpPr>
        <p:spPr>
          <a:xfrm>
            <a:off x="15832810" y="2832776"/>
            <a:ext cx="5142499" cy="28931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uk-UA" sz="1400" dirty="0">
                <a:solidFill>
                  <a:schemeClr val="bg1"/>
                </a:solidFill>
                <a:latin typeface="Montserrat Medium" panose="00000600000000000000" pitchFamily="2" charset="-52"/>
              </a:rPr>
              <a:t>Поведінкові дерева наразі є найбільш популярним варіантом реалізації штучного інтелекту. </a:t>
            </a:r>
            <a:br>
              <a:rPr lang="uk-UA" sz="1400" dirty="0">
                <a:solidFill>
                  <a:schemeClr val="bg1"/>
                </a:solidFill>
                <a:latin typeface="Montserrat Medium" panose="00000600000000000000" pitchFamily="2" charset="-52"/>
              </a:rPr>
            </a:br>
            <a:br>
              <a:rPr lang="uk-UA" sz="1400" dirty="0">
                <a:solidFill>
                  <a:schemeClr val="bg1"/>
                </a:solidFill>
                <a:latin typeface="Montserrat Medium" panose="00000600000000000000" pitchFamily="2" charset="-52"/>
              </a:rPr>
            </a:br>
            <a:r>
              <a:rPr lang="uk-UA" sz="1400" dirty="0">
                <a:solidFill>
                  <a:schemeClr val="bg1"/>
                </a:solidFill>
                <a:latin typeface="Montserrat Medium" panose="00000600000000000000" pitchFamily="2" charset="-52"/>
              </a:rPr>
              <a:t>Основна логіка полягає в тому, що, </a:t>
            </a:r>
            <a:r>
              <a:rPr lang="uk-UA" sz="1400" dirty="0" err="1">
                <a:solidFill>
                  <a:schemeClr val="bg1"/>
                </a:solidFill>
                <a:latin typeface="Montserrat Medium" panose="00000600000000000000" pitchFamily="2" charset="-52"/>
              </a:rPr>
              <a:t>навідміну</a:t>
            </a:r>
            <a:r>
              <a:rPr lang="uk-UA" sz="1400" dirty="0">
                <a:solidFill>
                  <a:schemeClr val="bg1"/>
                </a:solidFill>
                <a:latin typeface="Montserrat Medium" panose="00000600000000000000" pitchFamily="2" charset="-52"/>
              </a:rPr>
              <a:t> від кінцевого автомату, ШІ кожного разу проходить по вузлах, перевіряючи умови і в результаті робить певні дії. </a:t>
            </a:r>
            <a:br>
              <a:rPr lang="uk-UA" sz="1400" dirty="0">
                <a:solidFill>
                  <a:schemeClr val="bg1"/>
                </a:solidFill>
                <a:latin typeface="Montserrat Medium" panose="00000600000000000000" pitchFamily="2" charset="-52"/>
              </a:rPr>
            </a:br>
            <a:br>
              <a:rPr lang="uk-UA" sz="1400" dirty="0">
                <a:solidFill>
                  <a:schemeClr val="bg1"/>
                </a:solidFill>
                <a:latin typeface="Montserrat Medium" panose="00000600000000000000" pitchFamily="2" charset="-52"/>
              </a:rPr>
            </a:br>
            <a:r>
              <a:rPr lang="uk-UA" sz="1400" dirty="0">
                <a:solidFill>
                  <a:schemeClr val="bg1"/>
                </a:solidFill>
                <a:latin typeface="Montserrat Medium" panose="00000600000000000000" pitchFamily="2" charset="-52"/>
              </a:rPr>
              <a:t>Поведінкові дерева будуються з вузлів, які </a:t>
            </a:r>
            <a:r>
              <a:rPr lang="uk-UA" sz="1400" dirty="0" err="1">
                <a:solidFill>
                  <a:schemeClr val="bg1"/>
                </a:solidFill>
                <a:latin typeface="Montserrat Medium" panose="00000600000000000000" pitchFamily="2" charset="-52"/>
              </a:rPr>
              <a:t>буваються</a:t>
            </a:r>
            <a:r>
              <a:rPr lang="uk-UA" sz="1400" dirty="0">
                <a:solidFill>
                  <a:schemeClr val="bg1"/>
                </a:solidFill>
                <a:latin typeface="Montserrat Medium" panose="00000600000000000000" pitchFamily="2" charset="-52"/>
              </a:rPr>
              <a:t> різного типу. Вузли найнижчого рівня </a:t>
            </a:r>
            <a:r>
              <a:rPr lang="uk-UA" sz="1400" dirty="0" err="1">
                <a:solidFill>
                  <a:schemeClr val="bg1"/>
                </a:solidFill>
                <a:latin typeface="Montserrat Medium" panose="00000600000000000000" pitchFamily="2" charset="-52"/>
              </a:rPr>
              <a:t>назвиваються</a:t>
            </a:r>
            <a:r>
              <a:rPr lang="uk-UA" sz="1400" dirty="0">
                <a:solidFill>
                  <a:schemeClr val="bg1"/>
                </a:solidFill>
                <a:latin typeface="Montserrat Medium" panose="00000600000000000000" pitchFamily="2" charset="-52"/>
              </a:rPr>
              <a:t> «листями» і зазвичай виконують дію. Також є составні вузли, які керують потоком виконання і зазвичай мають дочірні вузли.</a:t>
            </a:r>
            <a:endParaRPr lang="ru-RU" sz="1400" dirty="0">
              <a:solidFill>
                <a:schemeClr val="bg1"/>
              </a:solidFill>
              <a:latin typeface="Montserrat Medium" panose="00000600000000000000" pitchFamily="2" charset="-52"/>
            </a:endParaRPr>
          </a:p>
        </p:txBody>
      </p:sp>
      <p:pic>
        <p:nvPicPr>
          <p:cNvPr id="61" name="Picture 2" descr="Behavior Tree in Unreal Engine - Overview | Unreal Engine 5.7 Documentation  | Epic Developer Community">
            <a:extLst>
              <a:ext uri="{FF2B5EF4-FFF2-40B4-BE49-F238E27FC236}">
                <a16:creationId xmlns:a16="http://schemas.microsoft.com/office/drawing/2014/main" id="{188D4CC5-C324-4C45-A189-CCC190E1F1A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1132505" y="2861159"/>
            <a:ext cx="5142499" cy="2831909"/>
          </a:xfrm>
          <a:prstGeom prst="roundRect">
            <a:avLst>
              <a:gd name="adj" fmla="val 5692"/>
            </a:avLst>
          </a:prstGeom>
          <a:solidFill>
            <a:schemeClr val="bg1">
              <a:alpha val="20000"/>
            </a:schemeClr>
          </a:solidFill>
          <a:ln w="12700">
            <a:gradFill>
              <a:gsLst>
                <a:gs pos="0">
                  <a:schemeClr val="accent1">
                    <a:lumMod val="5000"/>
                    <a:lumOff val="95000"/>
                  </a:schemeClr>
                </a:gs>
                <a:gs pos="74000">
                  <a:schemeClr val="accent1">
                    <a:lumMod val="45000"/>
                    <a:lumOff val="55000"/>
                  </a:schemeClr>
                </a:gs>
                <a:gs pos="83000">
                  <a:schemeClr val="accent1">
                    <a:lumMod val="45000"/>
                    <a:lumOff val="55000"/>
                  </a:schemeClr>
                </a:gs>
                <a:gs pos="100000">
                  <a:schemeClr val="accent1">
                    <a:lumMod val="30000"/>
                    <a:lumOff val="70000"/>
                  </a:schemeClr>
                </a:gs>
              </a:gsLst>
              <a:lin ang="5400000" scaled="1"/>
            </a:gradFill>
          </a:ln>
        </p:spPr>
      </p:pic>
      <p:sp>
        <p:nvSpPr>
          <p:cNvPr id="64" name="!!панель_4">
            <a:extLst>
              <a:ext uri="{FF2B5EF4-FFF2-40B4-BE49-F238E27FC236}">
                <a16:creationId xmlns:a16="http://schemas.microsoft.com/office/drawing/2014/main" id="{05575819-8697-4296-BB01-AC22B481620F}"/>
              </a:ext>
            </a:extLst>
          </p:cNvPr>
          <p:cNvSpPr/>
          <p:nvPr/>
        </p:nvSpPr>
        <p:spPr>
          <a:xfrm>
            <a:off x="-14133430" y="2561293"/>
            <a:ext cx="10834669" cy="3431643"/>
          </a:xfrm>
          <a:prstGeom prst="roundRect">
            <a:avLst>
              <a:gd name="adj" fmla="val 2937"/>
            </a:avLst>
          </a:prstGeom>
          <a:solidFill>
            <a:schemeClr val="bg1">
              <a:alpha val="20000"/>
            </a:schemeClr>
          </a:solidFill>
          <a:ln w="12700">
            <a:gradFill>
              <a:gsLst>
                <a:gs pos="0">
                  <a:schemeClr val="accent1">
                    <a:lumMod val="5000"/>
                    <a:lumOff val="95000"/>
                  </a:schemeClr>
                </a:gs>
                <a:gs pos="74000">
                  <a:schemeClr val="accent1">
                    <a:lumMod val="45000"/>
                    <a:lumOff val="55000"/>
                  </a:schemeClr>
                </a:gs>
                <a:gs pos="83000">
                  <a:schemeClr val="accent1">
                    <a:lumMod val="45000"/>
                    <a:lumOff val="55000"/>
                  </a:schemeClr>
                </a:gs>
                <a:gs pos="100000">
                  <a:schemeClr val="accent1">
                    <a:lumMod val="30000"/>
                    <a:lumOff val="70000"/>
                  </a:schemeClr>
                </a:gs>
              </a:gsLst>
              <a:lin ang="5400000" scaled="1"/>
            </a:gra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D5322F58-0FC0-4F42-823A-F6E127655404}"/>
              </a:ext>
            </a:extLst>
          </p:cNvPr>
          <p:cNvSpPr txBox="1"/>
          <p:nvPr/>
        </p:nvSpPr>
        <p:spPr>
          <a:xfrm>
            <a:off x="-13956877" y="3082155"/>
            <a:ext cx="5336698" cy="246221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uk-UA" sz="1400" dirty="0">
                <a:solidFill>
                  <a:schemeClr val="bg1"/>
                </a:solidFill>
                <a:latin typeface="Montserrat Medium" panose="00000600000000000000" pitchFamily="2" charset="-52"/>
              </a:rPr>
              <a:t>Штучний Інтелект на основі корисності можна назвати найбільш людяною реалізацією ігрового ШІ.</a:t>
            </a:r>
            <a:br>
              <a:rPr lang="uk-UA" sz="1400" dirty="0">
                <a:solidFill>
                  <a:schemeClr val="bg1"/>
                </a:solidFill>
                <a:latin typeface="Montserrat Medium" panose="00000600000000000000" pitchFamily="2" charset="-52"/>
              </a:rPr>
            </a:br>
            <a:br>
              <a:rPr lang="uk-UA" sz="1400" dirty="0">
                <a:solidFill>
                  <a:schemeClr val="bg1"/>
                </a:solidFill>
                <a:latin typeface="Montserrat Medium" panose="00000600000000000000" pitchFamily="2" charset="-52"/>
              </a:rPr>
            </a:br>
            <a:r>
              <a:rPr lang="uk-UA" sz="1400" dirty="0">
                <a:solidFill>
                  <a:schemeClr val="bg1"/>
                </a:solidFill>
                <a:latin typeface="Montserrat Medium" panose="00000600000000000000" pitchFamily="2" charset="-52"/>
              </a:rPr>
              <a:t>Основна логіка полягає в тому, що кожна дія має певний коефіцієнт корисності в певний проміжок часу. Бот робить ту дію, користь якої є найбільшою.</a:t>
            </a:r>
            <a:br>
              <a:rPr lang="uk-UA" sz="1400" dirty="0">
                <a:solidFill>
                  <a:schemeClr val="bg1"/>
                </a:solidFill>
                <a:latin typeface="Montserrat Medium" panose="00000600000000000000" pitchFamily="2" charset="-52"/>
              </a:rPr>
            </a:br>
            <a:br>
              <a:rPr lang="uk-UA" sz="1400" dirty="0">
                <a:solidFill>
                  <a:schemeClr val="bg1"/>
                </a:solidFill>
                <a:latin typeface="Montserrat Medium" panose="00000600000000000000" pitchFamily="2" charset="-52"/>
              </a:rPr>
            </a:br>
            <a:r>
              <a:rPr lang="en-US" sz="1400" dirty="0">
                <a:solidFill>
                  <a:schemeClr val="bg1"/>
                </a:solidFill>
                <a:latin typeface="Montserrat Medium" panose="00000600000000000000" pitchFamily="2" charset="-52"/>
              </a:rPr>
              <a:t>Utility AI </a:t>
            </a:r>
            <a:r>
              <a:rPr lang="uk-UA" sz="1400" dirty="0">
                <a:solidFill>
                  <a:schemeClr val="bg1"/>
                </a:solidFill>
                <a:latin typeface="Montserrat Medium" panose="00000600000000000000" pitchFamily="2" charset="-52"/>
              </a:rPr>
              <a:t>базується на отримані даних </a:t>
            </a:r>
            <a:r>
              <a:rPr lang="uk-UA" sz="1400" dirty="0" err="1">
                <a:solidFill>
                  <a:schemeClr val="bg1"/>
                </a:solidFill>
                <a:latin typeface="Montserrat Medium" panose="00000600000000000000" pitchFamily="2" charset="-52"/>
              </a:rPr>
              <a:t>навколишьного</a:t>
            </a:r>
            <a:r>
              <a:rPr lang="uk-UA" sz="1400" dirty="0">
                <a:solidFill>
                  <a:schemeClr val="bg1"/>
                </a:solidFill>
                <a:latin typeface="Montserrat Medium" panose="00000600000000000000" pitchFamily="2" charset="-52"/>
              </a:rPr>
              <a:t> середовища та власних потреб, використанні математичних функцій для оцінки корисності та виборі найефективнішої дії.</a:t>
            </a:r>
            <a:endParaRPr lang="ru-RU" sz="1400" dirty="0">
              <a:solidFill>
                <a:schemeClr val="bg1"/>
              </a:solidFill>
              <a:latin typeface="Montserrat Medium" panose="00000600000000000000" pitchFamily="2" charset="-52"/>
            </a:endParaRPr>
          </a:p>
        </p:txBody>
      </p:sp>
      <p:pic>
        <p:nvPicPr>
          <p:cNvPr id="66" name="Picture 2" descr="Utility AI (Discussion) - News &amp; General Discussion - Unity Discussions">
            <a:extLst>
              <a:ext uri="{FF2B5EF4-FFF2-40B4-BE49-F238E27FC236}">
                <a16:creationId xmlns:a16="http://schemas.microsoft.com/office/drawing/2014/main" id="{063EF8D7-DC2F-467C-B0EE-654FCB1BB5A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-8387799" y="2793657"/>
            <a:ext cx="4915164" cy="3039209"/>
          </a:xfrm>
          <a:prstGeom prst="roundRect">
            <a:avLst>
              <a:gd name="adj" fmla="val 5692"/>
            </a:avLst>
          </a:prstGeom>
          <a:solidFill>
            <a:schemeClr val="bg1">
              <a:alpha val="20000"/>
            </a:schemeClr>
          </a:solidFill>
          <a:ln w="12700">
            <a:gradFill>
              <a:gsLst>
                <a:gs pos="0">
                  <a:schemeClr val="accent1">
                    <a:lumMod val="5000"/>
                    <a:lumOff val="95000"/>
                  </a:schemeClr>
                </a:gs>
                <a:gs pos="74000">
                  <a:schemeClr val="accent1">
                    <a:lumMod val="45000"/>
                    <a:lumOff val="55000"/>
                  </a:schemeClr>
                </a:gs>
                <a:gs pos="83000">
                  <a:schemeClr val="accent1">
                    <a:lumMod val="45000"/>
                    <a:lumOff val="55000"/>
                  </a:schemeClr>
                </a:gs>
                <a:gs pos="100000">
                  <a:schemeClr val="accent1">
                    <a:lumMod val="30000"/>
                    <a:lumOff val="70000"/>
                  </a:schemeClr>
                </a:gs>
              </a:gsLst>
              <a:lin ang="5400000" scaled="1"/>
            </a:gradFill>
          </a:ln>
        </p:spPr>
      </p:pic>
    </p:spTree>
    <p:extLst>
      <p:ext uri="{BB962C8B-B14F-4D97-AF65-F5344CB8AC3E}">
        <p14:creationId xmlns:p14="http://schemas.microsoft.com/office/powerpoint/2010/main" val="4289229732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med">
        <p159:morph option="byObject"/>
      </p:transition>
    </mc:Choice>
    <mc:Fallback xmlns="">
      <p:transition spd="med">
        <p:fade/>
      </p:transition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фон">
            <a:extLst>
              <a:ext uri="{FF2B5EF4-FFF2-40B4-BE49-F238E27FC236}">
                <a16:creationId xmlns:a16="http://schemas.microsoft.com/office/drawing/2014/main" id="{123AAA31-15E5-4CD4-90E0-8BA1499E8700}"/>
              </a:ext>
            </a:extLst>
          </p:cNvPr>
          <p:cNvSpPr/>
          <p:nvPr/>
        </p:nvSpPr>
        <p:spPr>
          <a:xfrm>
            <a:off x="-5" y="0"/>
            <a:ext cx="12192000" cy="6858000"/>
          </a:xfrm>
          <a:prstGeom prst="rect">
            <a:avLst/>
          </a:prstGeom>
          <a:gradFill>
            <a:gsLst>
              <a:gs pos="0">
                <a:srgbClr val="1D1D1D"/>
              </a:gs>
              <a:gs pos="100000">
                <a:srgbClr val="1D1D1D"/>
              </a:gs>
            </a:gsLst>
            <a:path path="circle">
              <a:fillToRect r="100000" b="100000"/>
            </a:path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grpSp>
        <p:nvGrpSpPr>
          <p:cNvPr id="62" name="18х12 сетка">
            <a:extLst>
              <a:ext uri="{FF2B5EF4-FFF2-40B4-BE49-F238E27FC236}">
                <a16:creationId xmlns:a16="http://schemas.microsoft.com/office/drawing/2014/main" id="{B3CD36E5-6234-4C3A-BED7-A5B1ADB7FF62}"/>
              </a:ext>
            </a:extLst>
          </p:cNvPr>
          <p:cNvGrpSpPr/>
          <p:nvPr/>
        </p:nvGrpSpPr>
        <p:grpSpPr>
          <a:xfrm>
            <a:off x="-8" y="0"/>
            <a:ext cx="12192007" cy="6858000"/>
            <a:chOff x="-2" y="0"/>
            <a:chExt cx="12192002" cy="6858000"/>
          </a:xfrm>
        </p:grpSpPr>
        <p:grpSp>
          <p:nvGrpSpPr>
            <p:cNvPr id="68" name="Группа 67">
              <a:extLst>
                <a:ext uri="{FF2B5EF4-FFF2-40B4-BE49-F238E27FC236}">
                  <a16:creationId xmlns:a16="http://schemas.microsoft.com/office/drawing/2014/main" id="{058C4490-79C4-45FE-AACB-69EA39D66F8A}"/>
                </a:ext>
              </a:extLst>
            </p:cNvPr>
            <p:cNvGrpSpPr/>
            <p:nvPr/>
          </p:nvGrpSpPr>
          <p:grpSpPr>
            <a:xfrm>
              <a:off x="-2" y="0"/>
              <a:ext cx="12192000" cy="6858000"/>
              <a:chOff x="-2" y="0"/>
              <a:chExt cx="8750502" cy="6858000"/>
            </a:xfrm>
            <a:noFill/>
          </p:grpSpPr>
          <p:sp>
            <p:nvSpPr>
              <p:cNvPr id="86" name="Прямоугольник 85">
                <a:extLst>
                  <a:ext uri="{FF2B5EF4-FFF2-40B4-BE49-F238E27FC236}">
                    <a16:creationId xmlns:a16="http://schemas.microsoft.com/office/drawing/2014/main" id="{7E2552AE-C149-4D44-83AB-0888AFBDFEF2}"/>
                  </a:ext>
                </a:extLst>
              </p:cNvPr>
              <p:cNvSpPr/>
              <p:nvPr/>
            </p:nvSpPr>
            <p:spPr>
              <a:xfrm>
                <a:off x="-2" y="0"/>
                <a:ext cx="486139" cy="68580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87" name="Прямоугольник 86">
                <a:extLst>
                  <a:ext uri="{FF2B5EF4-FFF2-40B4-BE49-F238E27FC236}">
                    <a16:creationId xmlns:a16="http://schemas.microsoft.com/office/drawing/2014/main" id="{208E4854-E973-4CC6-AC53-D304668D8FD7}"/>
                  </a:ext>
                </a:extLst>
              </p:cNvPr>
              <p:cNvSpPr/>
              <p:nvPr/>
            </p:nvSpPr>
            <p:spPr>
              <a:xfrm>
                <a:off x="486137" y="0"/>
                <a:ext cx="486139" cy="68580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88" name="Прямоугольник 87">
                <a:extLst>
                  <a:ext uri="{FF2B5EF4-FFF2-40B4-BE49-F238E27FC236}">
                    <a16:creationId xmlns:a16="http://schemas.microsoft.com/office/drawing/2014/main" id="{B6F0D48E-117A-4741-85D4-54A79EEA2DFD}"/>
                  </a:ext>
                </a:extLst>
              </p:cNvPr>
              <p:cNvSpPr/>
              <p:nvPr/>
            </p:nvSpPr>
            <p:spPr>
              <a:xfrm>
                <a:off x="972276" y="0"/>
                <a:ext cx="486139" cy="68580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89" name="Прямоугольник 88">
                <a:extLst>
                  <a:ext uri="{FF2B5EF4-FFF2-40B4-BE49-F238E27FC236}">
                    <a16:creationId xmlns:a16="http://schemas.microsoft.com/office/drawing/2014/main" id="{FC8BE352-D19F-4FF7-B5F5-9F888B8D184B}"/>
                  </a:ext>
                </a:extLst>
              </p:cNvPr>
              <p:cNvSpPr/>
              <p:nvPr/>
            </p:nvSpPr>
            <p:spPr>
              <a:xfrm>
                <a:off x="1458415" y="0"/>
                <a:ext cx="486139" cy="68580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100" name="Прямоугольник 99">
                <a:extLst>
                  <a:ext uri="{FF2B5EF4-FFF2-40B4-BE49-F238E27FC236}">
                    <a16:creationId xmlns:a16="http://schemas.microsoft.com/office/drawing/2014/main" id="{7A365643-F78E-4764-9982-E39237A1F247}"/>
                  </a:ext>
                </a:extLst>
              </p:cNvPr>
              <p:cNvSpPr/>
              <p:nvPr/>
            </p:nvSpPr>
            <p:spPr>
              <a:xfrm>
                <a:off x="1944554" y="0"/>
                <a:ext cx="486139" cy="68580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101" name="Прямоугольник 100">
                <a:extLst>
                  <a:ext uri="{FF2B5EF4-FFF2-40B4-BE49-F238E27FC236}">
                    <a16:creationId xmlns:a16="http://schemas.microsoft.com/office/drawing/2014/main" id="{2BD627C7-E89C-42EC-B764-AAEBC644B4ED}"/>
                  </a:ext>
                </a:extLst>
              </p:cNvPr>
              <p:cNvSpPr/>
              <p:nvPr/>
            </p:nvSpPr>
            <p:spPr>
              <a:xfrm>
                <a:off x="2430693" y="0"/>
                <a:ext cx="486139" cy="68580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102" name="Прямоугольник 101">
                <a:extLst>
                  <a:ext uri="{FF2B5EF4-FFF2-40B4-BE49-F238E27FC236}">
                    <a16:creationId xmlns:a16="http://schemas.microsoft.com/office/drawing/2014/main" id="{BE631F47-4B73-4971-BA95-D82629DFFDCE}"/>
                  </a:ext>
                </a:extLst>
              </p:cNvPr>
              <p:cNvSpPr/>
              <p:nvPr/>
            </p:nvSpPr>
            <p:spPr>
              <a:xfrm>
                <a:off x="2916832" y="0"/>
                <a:ext cx="486139" cy="68580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103" name="Прямоугольник 102">
                <a:extLst>
                  <a:ext uri="{FF2B5EF4-FFF2-40B4-BE49-F238E27FC236}">
                    <a16:creationId xmlns:a16="http://schemas.microsoft.com/office/drawing/2014/main" id="{D63641B2-1ECC-4C32-9365-D89BF5C7E705}"/>
                  </a:ext>
                </a:extLst>
              </p:cNvPr>
              <p:cNvSpPr/>
              <p:nvPr/>
            </p:nvSpPr>
            <p:spPr>
              <a:xfrm>
                <a:off x="3402971" y="0"/>
                <a:ext cx="486139" cy="68580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104" name="Прямоугольник 103">
                <a:extLst>
                  <a:ext uri="{FF2B5EF4-FFF2-40B4-BE49-F238E27FC236}">
                    <a16:creationId xmlns:a16="http://schemas.microsoft.com/office/drawing/2014/main" id="{3EF7A471-F0D8-4EB3-AF40-721137F4ACEA}"/>
                  </a:ext>
                </a:extLst>
              </p:cNvPr>
              <p:cNvSpPr/>
              <p:nvPr/>
            </p:nvSpPr>
            <p:spPr>
              <a:xfrm>
                <a:off x="3889110" y="0"/>
                <a:ext cx="486139" cy="68580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105" name="Прямоугольник 104">
                <a:extLst>
                  <a:ext uri="{FF2B5EF4-FFF2-40B4-BE49-F238E27FC236}">
                    <a16:creationId xmlns:a16="http://schemas.microsoft.com/office/drawing/2014/main" id="{A7262BF0-60B8-4450-B2A6-5A2076D5D9B4}"/>
                  </a:ext>
                </a:extLst>
              </p:cNvPr>
              <p:cNvSpPr/>
              <p:nvPr/>
            </p:nvSpPr>
            <p:spPr>
              <a:xfrm>
                <a:off x="4375249" y="0"/>
                <a:ext cx="486139" cy="68580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106" name="Прямоугольник 105">
                <a:extLst>
                  <a:ext uri="{FF2B5EF4-FFF2-40B4-BE49-F238E27FC236}">
                    <a16:creationId xmlns:a16="http://schemas.microsoft.com/office/drawing/2014/main" id="{67F7441A-18F7-4A13-931B-FD8BEDEFA8BB}"/>
                  </a:ext>
                </a:extLst>
              </p:cNvPr>
              <p:cNvSpPr/>
              <p:nvPr/>
            </p:nvSpPr>
            <p:spPr>
              <a:xfrm>
                <a:off x="4861388" y="0"/>
                <a:ext cx="486139" cy="68580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107" name="Прямоугольник 106">
                <a:extLst>
                  <a:ext uri="{FF2B5EF4-FFF2-40B4-BE49-F238E27FC236}">
                    <a16:creationId xmlns:a16="http://schemas.microsoft.com/office/drawing/2014/main" id="{20942736-BBF0-45AC-ADCA-22E1CF1790CA}"/>
                  </a:ext>
                </a:extLst>
              </p:cNvPr>
              <p:cNvSpPr/>
              <p:nvPr/>
            </p:nvSpPr>
            <p:spPr>
              <a:xfrm>
                <a:off x="5347527" y="0"/>
                <a:ext cx="486139" cy="68580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108" name="Прямоугольник 107">
                <a:extLst>
                  <a:ext uri="{FF2B5EF4-FFF2-40B4-BE49-F238E27FC236}">
                    <a16:creationId xmlns:a16="http://schemas.microsoft.com/office/drawing/2014/main" id="{4CF93E4B-DF1A-4610-92B1-4AC7BB6988B1}"/>
                  </a:ext>
                </a:extLst>
              </p:cNvPr>
              <p:cNvSpPr/>
              <p:nvPr/>
            </p:nvSpPr>
            <p:spPr>
              <a:xfrm>
                <a:off x="5833666" y="0"/>
                <a:ext cx="486139" cy="68580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109" name="Прямоугольник 108">
                <a:extLst>
                  <a:ext uri="{FF2B5EF4-FFF2-40B4-BE49-F238E27FC236}">
                    <a16:creationId xmlns:a16="http://schemas.microsoft.com/office/drawing/2014/main" id="{4421E6CB-B79F-4985-AC9F-EF634819E1F6}"/>
                  </a:ext>
                </a:extLst>
              </p:cNvPr>
              <p:cNvSpPr/>
              <p:nvPr/>
            </p:nvSpPr>
            <p:spPr>
              <a:xfrm>
                <a:off x="6319805" y="0"/>
                <a:ext cx="486139" cy="68580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110" name="Прямоугольник 109">
                <a:extLst>
                  <a:ext uri="{FF2B5EF4-FFF2-40B4-BE49-F238E27FC236}">
                    <a16:creationId xmlns:a16="http://schemas.microsoft.com/office/drawing/2014/main" id="{22EC2E10-D1BB-43A7-B5AC-1A67618D86DD}"/>
                  </a:ext>
                </a:extLst>
              </p:cNvPr>
              <p:cNvSpPr/>
              <p:nvPr/>
            </p:nvSpPr>
            <p:spPr>
              <a:xfrm>
                <a:off x="6805944" y="0"/>
                <a:ext cx="486139" cy="68580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111" name="Прямоугольник 110">
                <a:extLst>
                  <a:ext uri="{FF2B5EF4-FFF2-40B4-BE49-F238E27FC236}">
                    <a16:creationId xmlns:a16="http://schemas.microsoft.com/office/drawing/2014/main" id="{903A5950-D35B-4110-A561-2760E9105C91}"/>
                  </a:ext>
                </a:extLst>
              </p:cNvPr>
              <p:cNvSpPr/>
              <p:nvPr/>
            </p:nvSpPr>
            <p:spPr>
              <a:xfrm>
                <a:off x="7292083" y="0"/>
                <a:ext cx="486139" cy="68580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112" name="Прямоугольник 111">
                <a:extLst>
                  <a:ext uri="{FF2B5EF4-FFF2-40B4-BE49-F238E27FC236}">
                    <a16:creationId xmlns:a16="http://schemas.microsoft.com/office/drawing/2014/main" id="{CB92CC41-F5C9-4C7C-AA2C-93C882CEA916}"/>
                  </a:ext>
                </a:extLst>
              </p:cNvPr>
              <p:cNvSpPr/>
              <p:nvPr/>
            </p:nvSpPr>
            <p:spPr>
              <a:xfrm>
                <a:off x="7778222" y="0"/>
                <a:ext cx="486139" cy="68580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113" name="Прямоугольник 112">
                <a:extLst>
                  <a:ext uri="{FF2B5EF4-FFF2-40B4-BE49-F238E27FC236}">
                    <a16:creationId xmlns:a16="http://schemas.microsoft.com/office/drawing/2014/main" id="{84F3766D-387C-4BCF-9467-7E7C69DFE17C}"/>
                  </a:ext>
                </a:extLst>
              </p:cNvPr>
              <p:cNvSpPr/>
              <p:nvPr/>
            </p:nvSpPr>
            <p:spPr>
              <a:xfrm>
                <a:off x="8264361" y="0"/>
                <a:ext cx="486139" cy="68580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</p:grpSp>
        <p:grpSp>
          <p:nvGrpSpPr>
            <p:cNvPr id="69" name="Группа 68">
              <a:extLst>
                <a:ext uri="{FF2B5EF4-FFF2-40B4-BE49-F238E27FC236}">
                  <a16:creationId xmlns:a16="http://schemas.microsoft.com/office/drawing/2014/main" id="{661AE684-D580-489B-83A6-7B752ABDD836}"/>
                </a:ext>
              </a:extLst>
            </p:cNvPr>
            <p:cNvGrpSpPr/>
            <p:nvPr/>
          </p:nvGrpSpPr>
          <p:grpSpPr>
            <a:xfrm>
              <a:off x="0" y="0"/>
              <a:ext cx="12192000" cy="6858000"/>
              <a:chOff x="0" y="0"/>
              <a:chExt cx="12192000" cy="6400800"/>
            </a:xfrm>
            <a:noFill/>
          </p:grpSpPr>
          <p:sp>
            <p:nvSpPr>
              <p:cNvPr id="70" name="Прямоугольник 69">
                <a:extLst>
                  <a:ext uri="{FF2B5EF4-FFF2-40B4-BE49-F238E27FC236}">
                    <a16:creationId xmlns:a16="http://schemas.microsoft.com/office/drawing/2014/main" id="{35A4AE5D-CC26-4ADD-B50A-33492E34BA44}"/>
                  </a:ext>
                </a:extLst>
              </p:cNvPr>
              <p:cNvSpPr/>
              <p:nvPr/>
            </p:nvSpPr>
            <p:spPr>
              <a:xfrm>
                <a:off x="0" y="0"/>
                <a:ext cx="12192000" cy="5334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71" name="Прямоугольник 70">
                <a:extLst>
                  <a:ext uri="{FF2B5EF4-FFF2-40B4-BE49-F238E27FC236}">
                    <a16:creationId xmlns:a16="http://schemas.microsoft.com/office/drawing/2014/main" id="{A904FD80-26F8-418D-98CB-EF7667B84B9F}"/>
                  </a:ext>
                </a:extLst>
              </p:cNvPr>
              <p:cNvSpPr/>
              <p:nvPr/>
            </p:nvSpPr>
            <p:spPr>
              <a:xfrm>
                <a:off x="0" y="533400"/>
                <a:ext cx="12192000" cy="5334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74" name="Прямоугольник 73">
                <a:extLst>
                  <a:ext uri="{FF2B5EF4-FFF2-40B4-BE49-F238E27FC236}">
                    <a16:creationId xmlns:a16="http://schemas.microsoft.com/office/drawing/2014/main" id="{F377F6D9-F703-420E-9370-A4000E8BC6EC}"/>
                  </a:ext>
                </a:extLst>
              </p:cNvPr>
              <p:cNvSpPr/>
              <p:nvPr/>
            </p:nvSpPr>
            <p:spPr>
              <a:xfrm>
                <a:off x="0" y="1066800"/>
                <a:ext cx="12192000" cy="5334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75" name="Прямоугольник 74">
                <a:extLst>
                  <a:ext uri="{FF2B5EF4-FFF2-40B4-BE49-F238E27FC236}">
                    <a16:creationId xmlns:a16="http://schemas.microsoft.com/office/drawing/2014/main" id="{EE45EA95-E9A8-4C8A-9EFC-F124CD6E39B7}"/>
                  </a:ext>
                </a:extLst>
              </p:cNvPr>
              <p:cNvSpPr/>
              <p:nvPr/>
            </p:nvSpPr>
            <p:spPr>
              <a:xfrm>
                <a:off x="0" y="1600200"/>
                <a:ext cx="12192000" cy="5334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76" name="Прямоугольник 75">
                <a:extLst>
                  <a:ext uri="{FF2B5EF4-FFF2-40B4-BE49-F238E27FC236}">
                    <a16:creationId xmlns:a16="http://schemas.microsoft.com/office/drawing/2014/main" id="{D4B0BAA9-CAD8-43C6-85E7-B42E9228D155}"/>
                  </a:ext>
                </a:extLst>
              </p:cNvPr>
              <p:cNvSpPr/>
              <p:nvPr/>
            </p:nvSpPr>
            <p:spPr>
              <a:xfrm>
                <a:off x="0" y="2133600"/>
                <a:ext cx="12192000" cy="5334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77" name="Прямоугольник 76">
                <a:extLst>
                  <a:ext uri="{FF2B5EF4-FFF2-40B4-BE49-F238E27FC236}">
                    <a16:creationId xmlns:a16="http://schemas.microsoft.com/office/drawing/2014/main" id="{4D49B1A5-D301-46DF-8E6A-26BE5EC5F99C}"/>
                  </a:ext>
                </a:extLst>
              </p:cNvPr>
              <p:cNvSpPr/>
              <p:nvPr/>
            </p:nvSpPr>
            <p:spPr>
              <a:xfrm>
                <a:off x="0" y="2667000"/>
                <a:ext cx="12192000" cy="5334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78" name="Прямоугольник 77">
                <a:extLst>
                  <a:ext uri="{FF2B5EF4-FFF2-40B4-BE49-F238E27FC236}">
                    <a16:creationId xmlns:a16="http://schemas.microsoft.com/office/drawing/2014/main" id="{D33CCEC1-4F3F-4C18-A464-CCF35EC559C6}"/>
                  </a:ext>
                </a:extLst>
              </p:cNvPr>
              <p:cNvSpPr/>
              <p:nvPr/>
            </p:nvSpPr>
            <p:spPr>
              <a:xfrm>
                <a:off x="0" y="3200400"/>
                <a:ext cx="12192000" cy="5334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79" name="Прямоугольник 78">
                <a:extLst>
                  <a:ext uri="{FF2B5EF4-FFF2-40B4-BE49-F238E27FC236}">
                    <a16:creationId xmlns:a16="http://schemas.microsoft.com/office/drawing/2014/main" id="{D1AF7ABD-7026-4189-83CA-53D628B0D14C}"/>
                  </a:ext>
                </a:extLst>
              </p:cNvPr>
              <p:cNvSpPr/>
              <p:nvPr/>
            </p:nvSpPr>
            <p:spPr>
              <a:xfrm>
                <a:off x="0" y="3733800"/>
                <a:ext cx="12192000" cy="5334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80" name="Прямоугольник 79">
                <a:extLst>
                  <a:ext uri="{FF2B5EF4-FFF2-40B4-BE49-F238E27FC236}">
                    <a16:creationId xmlns:a16="http://schemas.microsoft.com/office/drawing/2014/main" id="{8DBF17EE-9D40-40B0-9121-18053F82C4C6}"/>
                  </a:ext>
                </a:extLst>
              </p:cNvPr>
              <p:cNvSpPr/>
              <p:nvPr/>
            </p:nvSpPr>
            <p:spPr>
              <a:xfrm>
                <a:off x="0" y="4267200"/>
                <a:ext cx="12192000" cy="5334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81" name="Прямоугольник 80">
                <a:extLst>
                  <a:ext uri="{FF2B5EF4-FFF2-40B4-BE49-F238E27FC236}">
                    <a16:creationId xmlns:a16="http://schemas.microsoft.com/office/drawing/2014/main" id="{B648A457-FEF3-4422-B2B6-6C6DA0816277}"/>
                  </a:ext>
                </a:extLst>
              </p:cNvPr>
              <p:cNvSpPr/>
              <p:nvPr/>
            </p:nvSpPr>
            <p:spPr>
              <a:xfrm>
                <a:off x="0" y="4800600"/>
                <a:ext cx="12192000" cy="5334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82" name="Прямоугольник 81">
                <a:extLst>
                  <a:ext uri="{FF2B5EF4-FFF2-40B4-BE49-F238E27FC236}">
                    <a16:creationId xmlns:a16="http://schemas.microsoft.com/office/drawing/2014/main" id="{8D38DBB3-E87C-433D-BBCB-F073E603DBC3}"/>
                  </a:ext>
                </a:extLst>
              </p:cNvPr>
              <p:cNvSpPr/>
              <p:nvPr/>
            </p:nvSpPr>
            <p:spPr>
              <a:xfrm>
                <a:off x="0" y="5334000"/>
                <a:ext cx="12192000" cy="5334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85" name="Прямоугольник 84">
                <a:extLst>
                  <a:ext uri="{FF2B5EF4-FFF2-40B4-BE49-F238E27FC236}">
                    <a16:creationId xmlns:a16="http://schemas.microsoft.com/office/drawing/2014/main" id="{AF8A0BA6-A1D4-4F25-AEA3-0C457ED99146}"/>
                  </a:ext>
                </a:extLst>
              </p:cNvPr>
              <p:cNvSpPr/>
              <p:nvPr/>
            </p:nvSpPr>
            <p:spPr>
              <a:xfrm>
                <a:off x="0" y="5867400"/>
                <a:ext cx="12192000" cy="5334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</p:grpSp>
      </p:grpSp>
      <p:cxnSp>
        <p:nvCxnSpPr>
          <p:cNvPr id="83" name="вертикаль">
            <a:extLst>
              <a:ext uri="{FF2B5EF4-FFF2-40B4-BE49-F238E27FC236}">
                <a16:creationId xmlns:a16="http://schemas.microsoft.com/office/drawing/2014/main" id="{DCD21CE6-7B73-44C8-ABED-2B45E79B26CF}"/>
              </a:ext>
            </a:extLst>
          </p:cNvPr>
          <p:cNvCxnSpPr>
            <a:cxnSpLocks/>
          </p:cNvCxnSpPr>
          <p:nvPr/>
        </p:nvCxnSpPr>
        <p:spPr>
          <a:xfrm>
            <a:off x="11495307" y="21834"/>
            <a:ext cx="19354" cy="6872452"/>
          </a:xfrm>
          <a:prstGeom prst="line">
            <a:avLst/>
          </a:prstGeom>
          <a:ln w="12700">
            <a:solidFill>
              <a:srgbClr val="08EDE8">
                <a:alpha val="50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4" name="горизонт">
            <a:extLst>
              <a:ext uri="{FF2B5EF4-FFF2-40B4-BE49-F238E27FC236}">
                <a16:creationId xmlns:a16="http://schemas.microsoft.com/office/drawing/2014/main" id="{8E24FD12-6F19-4398-B603-22615E908799}"/>
              </a:ext>
            </a:extLst>
          </p:cNvPr>
          <p:cNvCxnSpPr>
            <a:cxnSpLocks/>
          </p:cNvCxnSpPr>
          <p:nvPr/>
        </p:nvCxnSpPr>
        <p:spPr>
          <a:xfrm>
            <a:off x="19349" y="6286500"/>
            <a:ext cx="12191994" cy="0"/>
          </a:xfrm>
          <a:prstGeom prst="line">
            <a:avLst/>
          </a:prstGeom>
          <a:ln w="12700">
            <a:solidFill>
              <a:srgbClr val="08EDE8">
                <a:alpha val="50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3" name="декор">
            <a:extLst>
              <a:ext uri="{FF2B5EF4-FFF2-40B4-BE49-F238E27FC236}">
                <a16:creationId xmlns:a16="http://schemas.microsoft.com/office/drawing/2014/main" id="{49274652-B192-EDCA-1B55-F082F3B88EF7}"/>
              </a:ext>
            </a:extLst>
          </p:cNvPr>
          <p:cNvSpPr txBox="1"/>
          <p:nvPr/>
        </p:nvSpPr>
        <p:spPr>
          <a:xfrm>
            <a:off x="1" y="6222657"/>
            <a:ext cx="12191994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600" dirty="0">
                <a:solidFill>
                  <a:srgbClr val="06A29E">
                    <a:alpha val="10000"/>
                  </a:srgbClr>
                </a:solidFill>
                <a:latin typeface="Segoe UI Black" panose="020B0A02040204020203" pitchFamily="34" charset="0"/>
                <a:ea typeface="Segoe UI Black" panose="020B0A02040204020203" pitchFamily="34" charset="0"/>
              </a:rPr>
              <a:t>Project: Artificial Intelligence</a:t>
            </a:r>
            <a:endParaRPr lang="ru-UA" sz="3600" dirty="0">
              <a:solidFill>
                <a:srgbClr val="06A29E">
                  <a:alpha val="10000"/>
                </a:srgbClr>
              </a:solidFill>
              <a:latin typeface="Segoe UI Black" panose="020B0A02040204020203" pitchFamily="34" charset="0"/>
              <a:ea typeface="Segoe UI Black" panose="020B0A02040204020203" pitchFamily="34" charset="0"/>
            </a:endParaRP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D62BF7BF-BC4B-4325-B8D1-9BAC365E2B8B}"/>
              </a:ext>
            </a:extLst>
          </p:cNvPr>
          <p:cNvSpPr txBox="1"/>
          <p:nvPr/>
        </p:nvSpPr>
        <p:spPr>
          <a:xfrm>
            <a:off x="86518" y="73778"/>
            <a:ext cx="5868792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uk-UA" sz="2800" dirty="0">
                <a:solidFill>
                  <a:srgbClr val="08EDE8"/>
                </a:solidFill>
                <a:latin typeface="Montserrat SemiBold" panose="00000700000000000000" pitchFamily="2" charset="-52"/>
              </a:rPr>
              <a:t>О</a:t>
            </a:r>
            <a:r>
              <a:rPr lang="ru-RU" sz="2800" dirty="0" err="1">
                <a:solidFill>
                  <a:srgbClr val="08EDE8"/>
                </a:solidFill>
                <a:latin typeface="Montserrat SemiBold" panose="00000700000000000000" pitchFamily="2" charset="-52"/>
              </a:rPr>
              <a:t>сновні</a:t>
            </a:r>
            <a:r>
              <a:rPr lang="ru-RU" sz="2800" dirty="0">
                <a:solidFill>
                  <a:srgbClr val="08EDE8"/>
                </a:solidFill>
                <a:latin typeface="Montserrat SemiBold" panose="00000700000000000000" pitchFamily="2" charset="-52"/>
              </a:rPr>
              <a:t> </a:t>
            </a:r>
            <a:r>
              <a:rPr lang="ru-RU" sz="2800" dirty="0" err="1">
                <a:solidFill>
                  <a:srgbClr val="08EDE8"/>
                </a:solidFill>
                <a:latin typeface="Montserrat SemiBold" panose="00000700000000000000" pitchFamily="2" charset="-52"/>
              </a:rPr>
              <a:t>способи</a:t>
            </a:r>
            <a:r>
              <a:rPr lang="ru-RU" sz="2800" dirty="0">
                <a:solidFill>
                  <a:srgbClr val="08EDE8"/>
                </a:solidFill>
                <a:latin typeface="Montserrat SemiBold" panose="00000700000000000000" pitchFamily="2" charset="-52"/>
              </a:rPr>
              <a:t> </a:t>
            </a:r>
            <a:r>
              <a:rPr lang="ru-RU" sz="2800" dirty="0" err="1">
                <a:solidFill>
                  <a:srgbClr val="08EDE8"/>
                </a:solidFill>
                <a:latin typeface="Montserrat SemiBold" panose="00000700000000000000" pitchFamily="2" charset="-52"/>
              </a:rPr>
              <a:t>реалізації</a:t>
            </a:r>
            <a:r>
              <a:rPr lang="ru-RU" sz="2800" dirty="0">
                <a:solidFill>
                  <a:srgbClr val="08EDE8"/>
                </a:solidFill>
                <a:latin typeface="Montserrat SemiBold" panose="00000700000000000000" pitchFamily="2" charset="-52"/>
              </a:rPr>
              <a:t> ШІ в </a:t>
            </a:r>
            <a:r>
              <a:rPr lang="ru-RU" sz="2800" dirty="0" err="1">
                <a:solidFill>
                  <a:srgbClr val="08EDE8"/>
                </a:solidFill>
                <a:latin typeface="Montserrat SemiBold" panose="00000700000000000000" pitchFamily="2" charset="-52"/>
              </a:rPr>
              <a:t>іграх</a:t>
            </a:r>
            <a:endParaRPr lang="ru-RU" sz="2800" dirty="0">
              <a:solidFill>
                <a:srgbClr val="08EDE8"/>
              </a:solidFill>
              <a:latin typeface="Montserrat SemiBold" panose="00000700000000000000" pitchFamily="2" charset="-52"/>
            </a:endParaRPr>
          </a:p>
        </p:txBody>
      </p:sp>
      <p:sp>
        <p:nvSpPr>
          <p:cNvPr id="114" name="Прямоугольник: скругленные углы 113">
            <a:extLst>
              <a:ext uri="{FF2B5EF4-FFF2-40B4-BE49-F238E27FC236}">
                <a16:creationId xmlns:a16="http://schemas.microsoft.com/office/drawing/2014/main" id="{34A9E62E-9EA6-41E4-BC5C-72C7C29D2E09}"/>
              </a:ext>
            </a:extLst>
          </p:cNvPr>
          <p:cNvSpPr/>
          <p:nvPr/>
        </p:nvSpPr>
        <p:spPr>
          <a:xfrm>
            <a:off x="710768" y="1143687"/>
            <a:ext cx="2455667" cy="1130639"/>
          </a:xfrm>
          <a:prstGeom prst="roundRect">
            <a:avLst>
              <a:gd name="adj" fmla="val 5898"/>
            </a:avLst>
          </a:prstGeom>
          <a:solidFill>
            <a:schemeClr val="bg1">
              <a:alpha val="20000"/>
            </a:schemeClr>
          </a:solidFill>
          <a:ln w="12700">
            <a:gradFill>
              <a:gsLst>
                <a:gs pos="0">
                  <a:schemeClr val="accent1">
                    <a:lumMod val="5000"/>
                    <a:lumOff val="95000"/>
                  </a:schemeClr>
                </a:gs>
                <a:gs pos="74000">
                  <a:schemeClr val="accent1">
                    <a:lumMod val="45000"/>
                    <a:lumOff val="55000"/>
                  </a:schemeClr>
                </a:gs>
                <a:gs pos="83000">
                  <a:schemeClr val="accent1">
                    <a:lumMod val="45000"/>
                    <a:lumOff val="55000"/>
                  </a:schemeClr>
                </a:gs>
                <a:gs pos="100000">
                  <a:schemeClr val="accent1">
                    <a:lumMod val="30000"/>
                    <a:lumOff val="70000"/>
                  </a:schemeClr>
                </a:gs>
              </a:gsLst>
              <a:lin ang="5400000" scaled="1"/>
            </a:gra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15" name="Прямоугольник: скругленные углы 114">
            <a:extLst>
              <a:ext uri="{FF2B5EF4-FFF2-40B4-BE49-F238E27FC236}">
                <a16:creationId xmlns:a16="http://schemas.microsoft.com/office/drawing/2014/main" id="{A2F7322C-9808-48D2-9BE4-4A668F1D742C}"/>
              </a:ext>
            </a:extLst>
          </p:cNvPr>
          <p:cNvSpPr/>
          <p:nvPr/>
        </p:nvSpPr>
        <p:spPr>
          <a:xfrm>
            <a:off x="3489962" y="1143687"/>
            <a:ext cx="2455667" cy="1130639"/>
          </a:xfrm>
          <a:prstGeom prst="roundRect">
            <a:avLst>
              <a:gd name="adj" fmla="val 5898"/>
            </a:avLst>
          </a:prstGeom>
          <a:solidFill>
            <a:schemeClr val="bg1">
              <a:alpha val="20000"/>
            </a:schemeClr>
          </a:solidFill>
          <a:ln w="12700">
            <a:gradFill>
              <a:gsLst>
                <a:gs pos="0">
                  <a:schemeClr val="accent1">
                    <a:lumMod val="5000"/>
                    <a:lumOff val="95000"/>
                  </a:schemeClr>
                </a:gs>
                <a:gs pos="74000">
                  <a:schemeClr val="accent1">
                    <a:lumMod val="45000"/>
                    <a:lumOff val="55000"/>
                  </a:schemeClr>
                </a:gs>
                <a:gs pos="83000">
                  <a:schemeClr val="accent1">
                    <a:lumMod val="45000"/>
                    <a:lumOff val="55000"/>
                  </a:schemeClr>
                </a:gs>
                <a:gs pos="100000">
                  <a:schemeClr val="accent1">
                    <a:lumMod val="30000"/>
                    <a:lumOff val="70000"/>
                  </a:schemeClr>
                </a:gs>
              </a:gsLst>
              <a:lin ang="5400000" scaled="1"/>
            </a:gra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16" name="Прямоугольник: скругленные углы 115">
            <a:extLst>
              <a:ext uri="{FF2B5EF4-FFF2-40B4-BE49-F238E27FC236}">
                <a16:creationId xmlns:a16="http://schemas.microsoft.com/office/drawing/2014/main" id="{E8A47366-9D67-4A4B-854B-D509E846EAFB}"/>
              </a:ext>
            </a:extLst>
          </p:cNvPr>
          <p:cNvSpPr/>
          <p:nvPr/>
        </p:nvSpPr>
        <p:spPr>
          <a:xfrm>
            <a:off x="6269156" y="1152717"/>
            <a:ext cx="2455667" cy="1133970"/>
          </a:xfrm>
          <a:prstGeom prst="roundRect">
            <a:avLst>
              <a:gd name="adj" fmla="val 5898"/>
            </a:avLst>
          </a:prstGeom>
          <a:solidFill>
            <a:schemeClr val="bg1">
              <a:alpha val="20000"/>
            </a:schemeClr>
          </a:solidFill>
          <a:ln w="12700">
            <a:gradFill>
              <a:gsLst>
                <a:gs pos="0">
                  <a:schemeClr val="accent1">
                    <a:lumMod val="5000"/>
                    <a:lumOff val="95000"/>
                  </a:schemeClr>
                </a:gs>
                <a:gs pos="74000">
                  <a:schemeClr val="accent1">
                    <a:lumMod val="45000"/>
                    <a:lumOff val="55000"/>
                  </a:schemeClr>
                </a:gs>
                <a:gs pos="83000">
                  <a:schemeClr val="accent1">
                    <a:lumMod val="45000"/>
                    <a:lumOff val="55000"/>
                  </a:schemeClr>
                </a:gs>
                <a:gs pos="100000">
                  <a:schemeClr val="accent1">
                    <a:lumMod val="30000"/>
                    <a:lumOff val="70000"/>
                  </a:schemeClr>
                </a:gs>
              </a:gsLst>
              <a:lin ang="5400000" scaled="1"/>
            </a:gra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17" name="Прямоугольник: скругленные углы 116">
            <a:extLst>
              <a:ext uri="{FF2B5EF4-FFF2-40B4-BE49-F238E27FC236}">
                <a16:creationId xmlns:a16="http://schemas.microsoft.com/office/drawing/2014/main" id="{6A244823-5BCE-453E-97D5-A32F68A6EB86}"/>
              </a:ext>
            </a:extLst>
          </p:cNvPr>
          <p:cNvSpPr/>
          <p:nvPr/>
        </p:nvSpPr>
        <p:spPr>
          <a:xfrm>
            <a:off x="9048350" y="1152717"/>
            <a:ext cx="2455667" cy="1133970"/>
          </a:xfrm>
          <a:prstGeom prst="roundRect">
            <a:avLst>
              <a:gd name="adj" fmla="val 5898"/>
            </a:avLst>
          </a:prstGeom>
          <a:solidFill>
            <a:schemeClr val="bg1">
              <a:alpha val="20000"/>
            </a:schemeClr>
          </a:solidFill>
          <a:ln w="12700">
            <a:gradFill>
              <a:gsLst>
                <a:gs pos="0">
                  <a:schemeClr val="accent1">
                    <a:lumMod val="5000"/>
                    <a:lumOff val="95000"/>
                  </a:schemeClr>
                </a:gs>
                <a:gs pos="74000">
                  <a:schemeClr val="accent1">
                    <a:lumMod val="45000"/>
                    <a:lumOff val="55000"/>
                  </a:schemeClr>
                </a:gs>
                <a:gs pos="83000">
                  <a:schemeClr val="accent1">
                    <a:lumMod val="45000"/>
                    <a:lumOff val="55000"/>
                  </a:schemeClr>
                </a:gs>
                <a:gs pos="100000">
                  <a:schemeClr val="accent1">
                    <a:lumMod val="30000"/>
                    <a:lumOff val="70000"/>
                  </a:schemeClr>
                </a:gs>
              </a:gsLst>
              <a:lin ang="5400000" scaled="1"/>
            </a:gra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2E054282-D021-45D3-B937-315962F1CB62}"/>
              </a:ext>
            </a:extLst>
          </p:cNvPr>
          <p:cNvSpPr txBox="1"/>
          <p:nvPr/>
        </p:nvSpPr>
        <p:spPr>
          <a:xfrm>
            <a:off x="710765" y="1142313"/>
            <a:ext cx="2443515" cy="584775"/>
          </a:xfrm>
          <a:prstGeom prst="rect">
            <a:avLst/>
          </a:prstGeom>
        </p:spPr>
        <p:txBody>
          <a:bodyPr wrap="square" rtlCol="0">
            <a:spAutoFit/>
          </a:bodyPr>
          <a:lstStyle/>
          <a:p>
            <a:pPr algn="ctr"/>
            <a:r>
              <a:rPr lang="en-US" sz="3200" dirty="0">
                <a:solidFill>
                  <a:srgbClr val="669E9A">
                    <a:alpha val="10000"/>
                  </a:srgbClr>
                </a:solidFill>
                <a:latin typeface="Segoe UI Black" panose="020B0A02040204020203" pitchFamily="34" charset="0"/>
                <a:ea typeface="Segoe UI Black" panose="020B0A02040204020203" pitchFamily="34" charset="0"/>
              </a:rPr>
              <a:t>FSM</a:t>
            </a:r>
            <a:endParaRPr lang="ru-RU" sz="3200" dirty="0">
              <a:solidFill>
                <a:srgbClr val="669E9A">
                  <a:alpha val="10000"/>
                </a:srgbClr>
              </a:solidFill>
              <a:latin typeface="Segoe UI Black" panose="020B0A02040204020203" pitchFamily="34" charset="0"/>
              <a:ea typeface="Segoe UI Black" panose="020B0A02040204020203" pitchFamily="34" charset="0"/>
            </a:endParaRPr>
          </a:p>
        </p:txBody>
      </p:sp>
      <p:sp>
        <p:nvSpPr>
          <p:cNvPr id="123" name="TextBox 122">
            <a:extLst>
              <a:ext uri="{FF2B5EF4-FFF2-40B4-BE49-F238E27FC236}">
                <a16:creationId xmlns:a16="http://schemas.microsoft.com/office/drawing/2014/main" id="{0C15AE06-C7BB-4427-A9A5-F28E92E74A32}"/>
              </a:ext>
            </a:extLst>
          </p:cNvPr>
          <p:cNvSpPr txBox="1"/>
          <p:nvPr/>
        </p:nvSpPr>
        <p:spPr>
          <a:xfrm>
            <a:off x="3489962" y="1142775"/>
            <a:ext cx="2455667" cy="584775"/>
          </a:xfrm>
          <a:prstGeom prst="rect">
            <a:avLst/>
          </a:prstGeom>
        </p:spPr>
        <p:txBody>
          <a:bodyPr wrap="square" rtlCol="0">
            <a:spAutoFit/>
          </a:bodyPr>
          <a:lstStyle/>
          <a:p>
            <a:pPr algn="ctr"/>
            <a:r>
              <a:rPr lang="en-US" sz="3200" dirty="0">
                <a:solidFill>
                  <a:srgbClr val="669E9A">
                    <a:alpha val="10000"/>
                  </a:srgbClr>
                </a:solidFill>
                <a:latin typeface="Segoe UI Black" panose="020B0A02040204020203" pitchFamily="34" charset="0"/>
                <a:ea typeface="Segoe UI Black" panose="020B0A02040204020203" pitchFamily="34" charset="0"/>
              </a:rPr>
              <a:t>BT</a:t>
            </a:r>
            <a:endParaRPr lang="ru-RU" sz="3200" dirty="0">
              <a:solidFill>
                <a:srgbClr val="669E9A">
                  <a:alpha val="10000"/>
                </a:srgbClr>
              </a:solidFill>
              <a:latin typeface="Segoe UI Black" panose="020B0A02040204020203" pitchFamily="34" charset="0"/>
              <a:ea typeface="Segoe UI Black" panose="020B0A02040204020203" pitchFamily="34" charset="0"/>
            </a:endParaRPr>
          </a:p>
        </p:txBody>
      </p:sp>
      <p:sp>
        <p:nvSpPr>
          <p:cNvPr id="124" name="TextBox 123">
            <a:extLst>
              <a:ext uri="{FF2B5EF4-FFF2-40B4-BE49-F238E27FC236}">
                <a16:creationId xmlns:a16="http://schemas.microsoft.com/office/drawing/2014/main" id="{F3D20DA4-F5AA-4C5D-B4AF-DC08A6E9FAC5}"/>
              </a:ext>
            </a:extLst>
          </p:cNvPr>
          <p:cNvSpPr txBox="1"/>
          <p:nvPr/>
        </p:nvSpPr>
        <p:spPr>
          <a:xfrm>
            <a:off x="6255081" y="1142314"/>
            <a:ext cx="2455667" cy="584775"/>
          </a:xfrm>
          <a:prstGeom prst="rect">
            <a:avLst/>
          </a:prstGeom>
        </p:spPr>
        <p:txBody>
          <a:bodyPr wrap="square" rtlCol="0">
            <a:spAutoFit/>
          </a:bodyPr>
          <a:lstStyle/>
          <a:p>
            <a:pPr algn="ctr"/>
            <a:r>
              <a:rPr lang="en-US" sz="3200" dirty="0">
                <a:solidFill>
                  <a:srgbClr val="669E9A">
                    <a:alpha val="10000"/>
                  </a:srgbClr>
                </a:solidFill>
                <a:latin typeface="Segoe UI Black" panose="020B0A02040204020203" pitchFamily="34" charset="0"/>
                <a:ea typeface="Segoe UI Black" panose="020B0A02040204020203" pitchFamily="34" charset="0"/>
              </a:rPr>
              <a:t>GOAP</a:t>
            </a:r>
            <a:endParaRPr lang="ru-RU" sz="3200" dirty="0">
              <a:solidFill>
                <a:srgbClr val="669E9A">
                  <a:alpha val="10000"/>
                </a:srgbClr>
              </a:solidFill>
              <a:latin typeface="Segoe UI Black" panose="020B0A02040204020203" pitchFamily="34" charset="0"/>
              <a:ea typeface="Segoe UI Black" panose="020B0A02040204020203" pitchFamily="34" charset="0"/>
            </a:endParaRPr>
          </a:p>
        </p:txBody>
      </p:sp>
      <p:sp>
        <p:nvSpPr>
          <p:cNvPr id="125" name="TextBox 124">
            <a:extLst>
              <a:ext uri="{FF2B5EF4-FFF2-40B4-BE49-F238E27FC236}">
                <a16:creationId xmlns:a16="http://schemas.microsoft.com/office/drawing/2014/main" id="{FC57040F-26EF-49E9-9810-42CDC83B4554}"/>
              </a:ext>
            </a:extLst>
          </p:cNvPr>
          <p:cNvSpPr txBox="1"/>
          <p:nvPr/>
        </p:nvSpPr>
        <p:spPr>
          <a:xfrm>
            <a:off x="9048348" y="1142774"/>
            <a:ext cx="2432884" cy="584775"/>
          </a:xfrm>
          <a:prstGeom prst="rect">
            <a:avLst/>
          </a:prstGeom>
        </p:spPr>
        <p:txBody>
          <a:bodyPr wrap="square" rtlCol="0">
            <a:spAutoFit/>
          </a:bodyPr>
          <a:lstStyle/>
          <a:p>
            <a:pPr algn="ctr"/>
            <a:r>
              <a:rPr lang="en-US" sz="3200" dirty="0">
                <a:solidFill>
                  <a:srgbClr val="08EDE8"/>
                </a:solidFill>
                <a:latin typeface="Segoe UI Black" panose="020B0A02040204020203" pitchFamily="34" charset="0"/>
                <a:ea typeface="Segoe UI Black" panose="020B0A02040204020203" pitchFamily="34" charset="0"/>
              </a:rPr>
              <a:t>UAI</a:t>
            </a:r>
            <a:endParaRPr lang="ru-RU" sz="3200" dirty="0">
              <a:solidFill>
                <a:srgbClr val="08EDE8"/>
              </a:solidFill>
              <a:latin typeface="Segoe UI Black" panose="020B0A02040204020203" pitchFamily="34" charset="0"/>
              <a:ea typeface="Segoe UI Black" panose="020B0A02040204020203" pitchFamily="34" charset="0"/>
            </a:endParaRPr>
          </a:p>
        </p:txBody>
      </p:sp>
      <p:sp>
        <p:nvSpPr>
          <p:cNvPr id="118" name="TextBox 117">
            <a:extLst>
              <a:ext uri="{FF2B5EF4-FFF2-40B4-BE49-F238E27FC236}">
                <a16:creationId xmlns:a16="http://schemas.microsoft.com/office/drawing/2014/main" id="{AB48073B-50E2-4B5E-92D7-FD7C79291800}"/>
              </a:ext>
            </a:extLst>
          </p:cNvPr>
          <p:cNvSpPr txBox="1"/>
          <p:nvPr/>
        </p:nvSpPr>
        <p:spPr>
          <a:xfrm>
            <a:off x="695326" y="1569773"/>
            <a:ext cx="2471110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00" dirty="0">
                <a:solidFill>
                  <a:srgbClr val="669E9A">
                    <a:alpha val="10000"/>
                  </a:srgbClr>
                </a:solidFill>
                <a:latin typeface="Montserrat Medium" panose="00000600000000000000" pitchFamily="2" charset="-52"/>
              </a:rPr>
              <a:t>Final</a:t>
            </a:r>
            <a:r>
              <a:rPr lang="ru-RU" sz="2000" dirty="0">
                <a:solidFill>
                  <a:srgbClr val="669E9A">
                    <a:alpha val="10000"/>
                  </a:srgbClr>
                </a:solidFill>
                <a:latin typeface="Montserrat Medium" panose="00000600000000000000" pitchFamily="2" charset="-52"/>
              </a:rPr>
              <a:t> </a:t>
            </a:r>
            <a:r>
              <a:rPr lang="en-US" sz="2000" dirty="0">
                <a:solidFill>
                  <a:srgbClr val="669E9A">
                    <a:alpha val="10000"/>
                  </a:srgbClr>
                </a:solidFill>
                <a:latin typeface="Montserrat Medium" panose="00000600000000000000" pitchFamily="2" charset="-52"/>
              </a:rPr>
              <a:t>State Machines</a:t>
            </a:r>
            <a:endParaRPr lang="ru-RU" sz="2000" dirty="0">
              <a:solidFill>
                <a:srgbClr val="669E9A">
                  <a:alpha val="10000"/>
                </a:srgbClr>
              </a:solidFill>
              <a:latin typeface="Montserrat Medium" panose="00000600000000000000" pitchFamily="2" charset="-52"/>
            </a:endParaRPr>
          </a:p>
        </p:txBody>
      </p:sp>
      <p:sp>
        <p:nvSpPr>
          <p:cNvPr id="120" name="TextBox 119">
            <a:extLst>
              <a:ext uri="{FF2B5EF4-FFF2-40B4-BE49-F238E27FC236}">
                <a16:creationId xmlns:a16="http://schemas.microsoft.com/office/drawing/2014/main" id="{82207D82-1B5C-4EF2-813A-FE9E7B82DCD4}"/>
              </a:ext>
            </a:extLst>
          </p:cNvPr>
          <p:cNvSpPr txBox="1"/>
          <p:nvPr/>
        </p:nvSpPr>
        <p:spPr>
          <a:xfrm>
            <a:off x="3477179" y="1569773"/>
            <a:ext cx="2471110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00" dirty="0">
                <a:solidFill>
                  <a:srgbClr val="669E9A">
                    <a:alpha val="10000"/>
                  </a:srgbClr>
                </a:solidFill>
                <a:latin typeface="Montserrat Medium" panose="00000600000000000000" pitchFamily="2" charset="-52"/>
              </a:rPr>
              <a:t>Behavior </a:t>
            </a:r>
            <a:endParaRPr lang="uk-UA" sz="2000" dirty="0">
              <a:solidFill>
                <a:srgbClr val="669E9A">
                  <a:alpha val="10000"/>
                </a:srgbClr>
              </a:solidFill>
              <a:latin typeface="Montserrat Medium" panose="00000600000000000000" pitchFamily="2" charset="-52"/>
            </a:endParaRPr>
          </a:p>
          <a:p>
            <a:pPr algn="ctr"/>
            <a:r>
              <a:rPr lang="en-US" sz="2000" dirty="0">
                <a:solidFill>
                  <a:srgbClr val="669E9A">
                    <a:alpha val="10000"/>
                  </a:srgbClr>
                </a:solidFill>
                <a:latin typeface="Montserrat Medium" panose="00000600000000000000" pitchFamily="2" charset="-52"/>
              </a:rPr>
              <a:t>Trees</a:t>
            </a:r>
            <a:endParaRPr lang="ru-RU" sz="2000" dirty="0">
              <a:solidFill>
                <a:srgbClr val="669E9A">
                  <a:alpha val="10000"/>
                </a:srgbClr>
              </a:solidFill>
              <a:latin typeface="Montserrat Medium" panose="00000600000000000000" pitchFamily="2" charset="-52"/>
            </a:endParaRPr>
          </a:p>
        </p:txBody>
      </p:sp>
      <p:sp>
        <p:nvSpPr>
          <p:cNvPr id="129" name="TextBox 128">
            <a:extLst>
              <a:ext uri="{FF2B5EF4-FFF2-40B4-BE49-F238E27FC236}">
                <a16:creationId xmlns:a16="http://schemas.microsoft.com/office/drawing/2014/main" id="{987BF093-A9F1-4867-8BDC-12875EFB4A35}"/>
              </a:ext>
            </a:extLst>
          </p:cNvPr>
          <p:cNvSpPr txBox="1"/>
          <p:nvPr/>
        </p:nvSpPr>
        <p:spPr>
          <a:xfrm>
            <a:off x="6259032" y="1569773"/>
            <a:ext cx="2471110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00" dirty="0">
                <a:solidFill>
                  <a:srgbClr val="669E9A">
                    <a:alpha val="10000"/>
                  </a:srgbClr>
                </a:solidFill>
                <a:latin typeface="Montserrat Medium" panose="00000600000000000000" pitchFamily="2" charset="-52"/>
              </a:rPr>
              <a:t>Goal-Oriented Action Planning</a:t>
            </a:r>
            <a:endParaRPr lang="ru-RU" sz="2000" dirty="0">
              <a:solidFill>
                <a:srgbClr val="669E9A">
                  <a:alpha val="10000"/>
                </a:srgbClr>
              </a:solidFill>
              <a:latin typeface="Montserrat Medium" panose="00000600000000000000" pitchFamily="2" charset="-52"/>
            </a:endParaRPr>
          </a:p>
        </p:txBody>
      </p:sp>
      <p:sp>
        <p:nvSpPr>
          <p:cNvPr id="130" name="TextBox 129">
            <a:extLst>
              <a:ext uri="{FF2B5EF4-FFF2-40B4-BE49-F238E27FC236}">
                <a16:creationId xmlns:a16="http://schemas.microsoft.com/office/drawing/2014/main" id="{67D45B67-1447-40B5-9190-98E081448D9E}"/>
              </a:ext>
            </a:extLst>
          </p:cNvPr>
          <p:cNvSpPr txBox="1"/>
          <p:nvPr/>
        </p:nvSpPr>
        <p:spPr>
          <a:xfrm>
            <a:off x="9040885" y="1569773"/>
            <a:ext cx="2471110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00" dirty="0">
                <a:solidFill>
                  <a:srgbClr val="08EDE8"/>
                </a:solidFill>
                <a:latin typeface="Montserrat Medium" panose="00000600000000000000" pitchFamily="2" charset="-52"/>
              </a:rPr>
              <a:t>Utility Artificial Intelligence</a:t>
            </a:r>
            <a:endParaRPr lang="ru-RU" sz="2000" dirty="0">
              <a:solidFill>
                <a:srgbClr val="08EDE8"/>
              </a:solidFill>
              <a:latin typeface="Montserrat Medium" panose="00000600000000000000" pitchFamily="2" charset="-52"/>
            </a:endParaRPr>
          </a:p>
        </p:txBody>
      </p:sp>
      <p:sp>
        <p:nvSpPr>
          <p:cNvPr id="3" name="!!панель_4">
            <a:extLst>
              <a:ext uri="{FF2B5EF4-FFF2-40B4-BE49-F238E27FC236}">
                <a16:creationId xmlns:a16="http://schemas.microsoft.com/office/drawing/2014/main" id="{D5807C4E-B38F-F7CF-E804-344B5473E68C}"/>
              </a:ext>
            </a:extLst>
          </p:cNvPr>
          <p:cNvSpPr/>
          <p:nvPr/>
        </p:nvSpPr>
        <p:spPr>
          <a:xfrm>
            <a:off x="677326" y="2561293"/>
            <a:ext cx="10834669" cy="3431643"/>
          </a:xfrm>
          <a:prstGeom prst="roundRect">
            <a:avLst>
              <a:gd name="adj" fmla="val 2937"/>
            </a:avLst>
          </a:prstGeom>
          <a:solidFill>
            <a:schemeClr val="bg1">
              <a:alpha val="20000"/>
            </a:schemeClr>
          </a:solidFill>
          <a:ln w="12700">
            <a:gradFill>
              <a:gsLst>
                <a:gs pos="0">
                  <a:schemeClr val="accent1">
                    <a:lumMod val="5000"/>
                    <a:lumOff val="95000"/>
                  </a:schemeClr>
                </a:gs>
                <a:gs pos="74000">
                  <a:schemeClr val="accent1">
                    <a:lumMod val="45000"/>
                    <a:lumOff val="55000"/>
                  </a:schemeClr>
                </a:gs>
                <a:gs pos="83000">
                  <a:schemeClr val="accent1">
                    <a:lumMod val="45000"/>
                    <a:lumOff val="55000"/>
                  </a:schemeClr>
                </a:gs>
                <a:gs pos="100000">
                  <a:schemeClr val="accent1">
                    <a:lumMod val="30000"/>
                    <a:lumOff val="70000"/>
                  </a:schemeClr>
                </a:gs>
              </a:gsLst>
              <a:lin ang="5400000" scaled="1"/>
            </a:gra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D772AF86-35D4-48B3-B6AE-BF26570AC6AA}"/>
              </a:ext>
            </a:extLst>
          </p:cNvPr>
          <p:cNvSpPr txBox="1"/>
          <p:nvPr/>
        </p:nvSpPr>
        <p:spPr>
          <a:xfrm>
            <a:off x="853879" y="3082155"/>
            <a:ext cx="5336698" cy="246221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uk-UA" sz="1400" dirty="0">
                <a:solidFill>
                  <a:schemeClr val="bg1"/>
                </a:solidFill>
                <a:latin typeface="Montserrat Medium" panose="00000600000000000000" pitchFamily="2" charset="-52"/>
              </a:rPr>
              <a:t>Штучний Інтелект на основі корисності можна назвати найбільш людяною реалізацією ігрового ШІ.</a:t>
            </a:r>
            <a:br>
              <a:rPr lang="uk-UA" sz="1400" dirty="0">
                <a:solidFill>
                  <a:schemeClr val="bg1"/>
                </a:solidFill>
                <a:latin typeface="Montserrat Medium" panose="00000600000000000000" pitchFamily="2" charset="-52"/>
              </a:rPr>
            </a:br>
            <a:br>
              <a:rPr lang="uk-UA" sz="1400" dirty="0">
                <a:solidFill>
                  <a:schemeClr val="bg1"/>
                </a:solidFill>
                <a:latin typeface="Montserrat Medium" panose="00000600000000000000" pitchFamily="2" charset="-52"/>
              </a:rPr>
            </a:br>
            <a:r>
              <a:rPr lang="uk-UA" sz="1400" dirty="0">
                <a:solidFill>
                  <a:schemeClr val="bg1"/>
                </a:solidFill>
                <a:latin typeface="Montserrat Medium" panose="00000600000000000000" pitchFamily="2" charset="-52"/>
              </a:rPr>
              <a:t>Основна логіка полягає в тому, що кожна дія має певний коефіцієнт корисності в певний проміжок часу. Бот робить ту дію, користь якої є найбільшою.</a:t>
            </a:r>
            <a:br>
              <a:rPr lang="uk-UA" sz="1400" dirty="0">
                <a:solidFill>
                  <a:schemeClr val="bg1"/>
                </a:solidFill>
                <a:latin typeface="Montserrat Medium" panose="00000600000000000000" pitchFamily="2" charset="-52"/>
              </a:rPr>
            </a:br>
            <a:br>
              <a:rPr lang="uk-UA" sz="1400" dirty="0">
                <a:solidFill>
                  <a:schemeClr val="bg1"/>
                </a:solidFill>
                <a:latin typeface="Montserrat Medium" panose="00000600000000000000" pitchFamily="2" charset="-52"/>
              </a:rPr>
            </a:br>
            <a:r>
              <a:rPr lang="en-US" sz="1400" dirty="0">
                <a:solidFill>
                  <a:schemeClr val="bg1"/>
                </a:solidFill>
                <a:latin typeface="Montserrat Medium" panose="00000600000000000000" pitchFamily="2" charset="-52"/>
              </a:rPr>
              <a:t>Utility AI </a:t>
            </a:r>
            <a:r>
              <a:rPr lang="uk-UA" sz="1400" dirty="0">
                <a:solidFill>
                  <a:schemeClr val="bg1"/>
                </a:solidFill>
                <a:latin typeface="Montserrat Medium" panose="00000600000000000000" pitchFamily="2" charset="-52"/>
              </a:rPr>
              <a:t>базується на отримані даних </a:t>
            </a:r>
            <a:r>
              <a:rPr lang="uk-UA" sz="1400" dirty="0" err="1">
                <a:solidFill>
                  <a:schemeClr val="bg1"/>
                </a:solidFill>
                <a:latin typeface="Montserrat Medium" panose="00000600000000000000" pitchFamily="2" charset="-52"/>
              </a:rPr>
              <a:t>навколишьного</a:t>
            </a:r>
            <a:r>
              <a:rPr lang="uk-UA" sz="1400" dirty="0">
                <a:solidFill>
                  <a:schemeClr val="bg1"/>
                </a:solidFill>
                <a:latin typeface="Montserrat Medium" panose="00000600000000000000" pitchFamily="2" charset="-52"/>
              </a:rPr>
              <a:t> середовища та власних потреб, використанні математичних функцій для оцінки корисності та виборі найефективнішої дії.</a:t>
            </a:r>
            <a:endParaRPr lang="ru-RU" sz="1400" dirty="0">
              <a:solidFill>
                <a:schemeClr val="bg1"/>
              </a:solidFill>
              <a:latin typeface="Montserrat Medium" panose="00000600000000000000" pitchFamily="2" charset="-52"/>
            </a:endParaRPr>
          </a:p>
        </p:txBody>
      </p:sp>
      <p:pic>
        <p:nvPicPr>
          <p:cNvPr id="4098" name="Picture 2" descr="Utility AI (Discussion) - News &amp; General Discussion - Unity Discussions">
            <a:extLst>
              <a:ext uri="{FF2B5EF4-FFF2-40B4-BE49-F238E27FC236}">
                <a16:creationId xmlns:a16="http://schemas.microsoft.com/office/drawing/2014/main" id="{EB109D2C-E1C5-4938-99A3-F51728421A3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422957" y="2793657"/>
            <a:ext cx="4915164" cy="3039209"/>
          </a:xfrm>
          <a:prstGeom prst="roundRect">
            <a:avLst>
              <a:gd name="adj" fmla="val 5692"/>
            </a:avLst>
          </a:prstGeom>
          <a:solidFill>
            <a:schemeClr val="bg1">
              <a:alpha val="20000"/>
            </a:schemeClr>
          </a:solidFill>
          <a:ln w="12700">
            <a:gradFill>
              <a:gsLst>
                <a:gs pos="0">
                  <a:schemeClr val="accent1">
                    <a:lumMod val="5000"/>
                    <a:lumOff val="95000"/>
                  </a:schemeClr>
                </a:gs>
                <a:gs pos="74000">
                  <a:schemeClr val="accent1">
                    <a:lumMod val="45000"/>
                    <a:lumOff val="55000"/>
                  </a:schemeClr>
                </a:gs>
                <a:gs pos="83000">
                  <a:schemeClr val="accent1">
                    <a:lumMod val="45000"/>
                    <a:lumOff val="55000"/>
                  </a:schemeClr>
                </a:gs>
                <a:gs pos="100000">
                  <a:schemeClr val="accent1">
                    <a:lumMod val="30000"/>
                    <a:lumOff val="70000"/>
                  </a:schemeClr>
                </a:gs>
              </a:gsLst>
              <a:lin ang="5400000" scaled="1"/>
            </a:gradFill>
          </a:ln>
        </p:spPr>
      </p:pic>
      <p:sp>
        <p:nvSpPr>
          <p:cNvPr id="66" name="!!панель_3">
            <a:extLst>
              <a:ext uri="{FF2B5EF4-FFF2-40B4-BE49-F238E27FC236}">
                <a16:creationId xmlns:a16="http://schemas.microsoft.com/office/drawing/2014/main" id="{A7C0670B-C901-4596-AD0C-89D397090C3E}"/>
              </a:ext>
            </a:extLst>
          </p:cNvPr>
          <p:cNvSpPr/>
          <p:nvPr/>
        </p:nvSpPr>
        <p:spPr>
          <a:xfrm>
            <a:off x="14879306" y="2713693"/>
            <a:ext cx="10834669" cy="3431643"/>
          </a:xfrm>
          <a:prstGeom prst="roundRect">
            <a:avLst>
              <a:gd name="adj" fmla="val 2937"/>
            </a:avLst>
          </a:prstGeom>
          <a:solidFill>
            <a:schemeClr val="bg1">
              <a:alpha val="20000"/>
            </a:schemeClr>
          </a:solidFill>
          <a:ln w="12700">
            <a:gradFill>
              <a:gsLst>
                <a:gs pos="0">
                  <a:schemeClr val="accent1">
                    <a:lumMod val="5000"/>
                    <a:lumOff val="95000"/>
                  </a:schemeClr>
                </a:gs>
                <a:gs pos="74000">
                  <a:schemeClr val="accent1">
                    <a:lumMod val="45000"/>
                    <a:lumOff val="55000"/>
                  </a:schemeClr>
                </a:gs>
                <a:gs pos="83000">
                  <a:schemeClr val="accent1">
                    <a:lumMod val="45000"/>
                    <a:lumOff val="55000"/>
                  </a:schemeClr>
                </a:gs>
                <a:gs pos="100000">
                  <a:schemeClr val="accent1">
                    <a:lumMod val="30000"/>
                    <a:lumOff val="70000"/>
                  </a:schemeClr>
                </a:gs>
              </a:gsLst>
              <a:lin ang="5400000" scaled="1"/>
            </a:gra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C77988EC-6853-4522-8176-546CBCC3F8A1}"/>
              </a:ext>
            </a:extLst>
          </p:cNvPr>
          <p:cNvSpPr txBox="1"/>
          <p:nvPr/>
        </p:nvSpPr>
        <p:spPr>
          <a:xfrm>
            <a:off x="15178657" y="2832776"/>
            <a:ext cx="5261473" cy="267765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1400" dirty="0">
                <a:solidFill>
                  <a:schemeClr val="bg1"/>
                </a:solidFill>
                <a:latin typeface="Montserrat Medium" panose="00000600000000000000" pitchFamily="2" charset="-52"/>
              </a:rPr>
              <a:t>«</a:t>
            </a:r>
            <a:r>
              <a:rPr lang="uk-UA" sz="1400" dirty="0">
                <a:solidFill>
                  <a:schemeClr val="bg1"/>
                </a:solidFill>
                <a:latin typeface="Montserrat Medium" panose="00000600000000000000" pitchFamily="2" charset="-52"/>
              </a:rPr>
              <a:t>Планування дій, орієнтованих на досягнення цілей</a:t>
            </a:r>
            <a:r>
              <a:rPr lang="ru-RU" sz="1400" dirty="0">
                <a:solidFill>
                  <a:schemeClr val="bg1"/>
                </a:solidFill>
                <a:latin typeface="Montserrat Medium" panose="00000600000000000000" pitchFamily="2" charset="-52"/>
              </a:rPr>
              <a:t>» є одним з </a:t>
            </a:r>
            <a:r>
              <a:rPr lang="ru-RU" sz="1400" dirty="0" err="1">
                <a:solidFill>
                  <a:schemeClr val="bg1"/>
                </a:solidFill>
                <a:latin typeface="Montserrat Medium" panose="00000600000000000000" pitchFamily="2" charset="-52"/>
              </a:rPr>
              <a:t>варіантів</a:t>
            </a:r>
            <a:r>
              <a:rPr lang="ru-RU" sz="1400" dirty="0">
                <a:solidFill>
                  <a:schemeClr val="bg1"/>
                </a:solidFill>
                <a:latin typeface="Montserrat Medium" panose="00000600000000000000" pitchFamily="2" charset="-52"/>
              </a:rPr>
              <a:t> </a:t>
            </a:r>
            <a:r>
              <a:rPr lang="ru-RU" sz="1400" dirty="0" err="1">
                <a:solidFill>
                  <a:schemeClr val="bg1"/>
                </a:solidFill>
                <a:latin typeface="Montserrat Medium" panose="00000600000000000000" pitchFamily="2" charset="-52"/>
              </a:rPr>
              <a:t>реалізаціі</a:t>
            </a:r>
            <a:r>
              <a:rPr lang="ru-RU" sz="1400" dirty="0">
                <a:solidFill>
                  <a:schemeClr val="bg1"/>
                </a:solidFill>
                <a:latin typeface="Montserrat Medium" panose="00000600000000000000" pitchFamily="2" charset="-52"/>
              </a:rPr>
              <a:t> ШІ в </a:t>
            </a:r>
            <a:r>
              <a:rPr lang="ru-RU" sz="1400" dirty="0" err="1">
                <a:solidFill>
                  <a:schemeClr val="bg1"/>
                </a:solidFill>
                <a:latin typeface="Montserrat Medium" panose="00000600000000000000" pitchFamily="2" charset="-52"/>
              </a:rPr>
              <a:t>іграх</a:t>
            </a:r>
            <a:r>
              <a:rPr lang="ru-RU" sz="1400" dirty="0">
                <a:solidFill>
                  <a:schemeClr val="bg1"/>
                </a:solidFill>
                <a:latin typeface="Montserrat Medium" panose="00000600000000000000" pitchFamily="2" charset="-52"/>
              </a:rPr>
              <a:t>, </a:t>
            </a:r>
            <a:r>
              <a:rPr lang="ru-RU" sz="1400" dirty="0" err="1">
                <a:solidFill>
                  <a:schemeClr val="bg1"/>
                </a:solidFill>
                <a:latin typeface="Montserrat Medium" panose="00000600000000000000" pitchFamily="2" charset="-52"/>
              </a:rPr>
              <a:t>який</a:t>
            </a:r>
            <a:r>
              <a:rPr lang="ru-RU" sz="1400" dirty="0">
                <a:solidFill>
                  <a:schemeClr val="bg1"/>
                </a:solidFill>
                <a:latin typeface="Montserrat Medium" panose="00000600000000000000" pitchFamily="2" charset="-52"/>
              </a:rPr>
              <a:t> є </a:t>
            </a:r>
            <a:r>
              <a:rPr lang="ru-RU" sz="1400" dirty="0" err="1">
                <a:solidFill>
                  <a:schemeClr val="bg1"/>
                </a:solidFill>
                <a:latin typeface="Montserrat Medium" panose="00000600000000000000" pitchFamily="2" charset="-52"/>
              </a:rPr>
              <a:t>доволі</a:t>
            </a:r>
            <a:r>
              <a:rPr lang="ru-RU" sz="1400" dirty="0">
                <a:solidFill>
                  <a:schemeClr val="bg1"/>
                </a:solidFill>
                <a:latin typeface="Montserrat Medium" panose="00000600000000000000" pitchFamily="2" charset="-52"/>
              </a:rPr>
              <a:t> </a:t>
            </a:r>
            <a:r>
              <a:rPr lang="ru-RU" sz="1400" dirty="0" err="1">
                <a:solidFill>
                  <a:schemeClr val="bg1"/>
                </a:solidFill>
                <a:latin typeface="Montserrat Medium" panose="00000600000000000000" pitchFamily="2" charset="-52"/>
              </a:rPr>
              <a:t>гнучким</a:t>
            </a:r>
            <a:r>
              <a:rPr lang="ru-RU" sz="1400" dirty="0">
                <a:solidFill>
                  <a:schemeClr val="bg1"/>
                </a:solidFill>
                <a:latin typeface="Montserrat Medium" panose="00000600000000000000" pitchFamily="2" charset="-52"/>
              </a:rPr>
              <a:t> </a:t>
            </a:r>
            <a:r>
              <a:rPr lang="ru-RU" sz="1400" dirty="0" err="1">
                <a:solidFill>
                  <a:schemeClr val="bg1"/>
                </a:solidFill>
                <a:latin typeface="Montserrat Medium" panose="00000600000000000000" pitchFamily="2" charset="-52"/>
              </a:rPr>
              <a:t>варіантом</a:t>
            </a:r>
            <a:r>
              <a:rPr lang="ru-RU" sz="1400" dirty="0">
                <a:solidFill>
                  <a:schemeClr val="bg1"/>
                </a:solidFill>
                <a:latin typeface="Montserrat Medium" panose="00000600000000000000" pitchFamily="2" charset="-52"/>
              </a:rPr>
              <a:t>. </a:t>
            </a:r>
            <a:br>
              <a:rPr lang="uk-UA" sz="1400" dirty="0">
                <a:solidFill>
                  <a:schemeClr val="bg1"/>
                </a:solidFill>
                <a:latin typeface="Montserrat Medium" panose="00000600000000000000" pitchFamily="2" charset="-52"/>
              </a:rPr>
            </a:br>
            <a:br>
              <a:rPr lang="uk-UA" sz="1400" dirty="0">
                <a:solidFill>
                  <a:schemeClr val="bg1"/>
                </a:solidFill>
                <a:latin typeface="Montserrat Medium" panose="00000600000000000000" pitchFamily="2" charset="-52"/>
              </a:rPr>
            </a:br>
            <a:r>
              <a:rPr lang="uk-UA" sz="1400" dirty="0">
                <a:solidFill>
                  <a:schemeClr val="bg1"/>
                </a:solidFill>
                <a:latin typeface="Montserrat Medium" panose="00000600000000000000" pitchFamily="2" charset="-52"/>
              </a:rPr>
              <a:t>Основна логіка полягає в тому, що, бот має деякі цілі, і він самостійно будує послідовність дій для досягнення цієї цілі.</a:t>
            </a:r>
            <a:br>
              <a:rPr lang="uk-UA" sz="1400" dirty="0">
                <a:solidFill>
                  <a:schemeClr val="bg1"/>
                </a:solidFill>
                <a:latin typeface="Montserrat Medium" panose="00000600000000000000" pitchFamily="2" charset="-52"/>
              </a:rPr>
            </a:br>
            <a:br>
              <a:rPr lang="uk-UA" sz="1400" dirty="0">
                <a:solidFill>
                  <a:schemeClr val="bg1"/>
                </a:solidFill>
                <a:latin typeface="Montserrat Medium" panose="00000600000000000000" pitchFamily="2" charset="-52"/>
              </a:rPr>
            </a:br>
            <a:r>
              <a:rPr lang="uk-UA" sz="1400" dirty="0">
                <a:solidFill>
                  <a:schemeClr val="bg1"/>
                </a:solidFill>
                <a:latin typeface="Montserrat Medium" panose="00000600000000000000" pitchFamily="2" charset="-52"/>
              </a:rPr>
              <a:t>Такий алгоритм базується на цілях (що потрібно)</a:t>
            </a:r>
            <a:r>
              <a:rPr lang="en-US" sz="1400" dirty="0">
                <a:solidFill>
                  <a:schemeClr val="bg1"/>
                </a:solidFill>
                <a:latin typeface="Montserrat Medium" panose="00000600000000000000" pitchFamily="2" charset="-52"/>
              </a:rPr>
              <a:t>;</a:t>
            </a:r>
            <a:r>
              <a:rPr lang="uk-UA" sz="1400" dirty="0">
                <a:solidFill>
                  <a:schemeClr val="bg1"/>
                </a:solidFill>
                <a:latin typeface="Montserrat Medium" panose="00000600000000000000" pitchFamily="2" charset="-52"/>
              </a:rPr>
              <a:t> станах світу, які описують навколишнє середовище</a:t>
            </a:r>
            <a:r>
              <a:rPr lang="en-US" sz="1400" dirty="0">
                <a:solidFill>
                  <a:schemeClr val="bg1"/>
                </a:solidFill>
                <a:latin typeface="Montserrat Medium" panose="00000600000000000000" pitchFamily="2" charset="-52"/>
              </a:rPr>
              <a:t>; </a:t>
            </a:r>
            <a:r>
              <a:rPr lang="uk-UA" sz="1400" dirty="0">
                <a:solidFill>
                  <a:schemeClr val="bg1"/>
                </a:solidFill>
                <a:latin typeface="Montserrat Medium" panose="00000600000000000000" pitchFamily="2" charset="-52"/>
              </a:rPr>
              <a:t>діях, які необхідні для досягнення цілі та планувальнику, який створює послідовність дій.</a:t>
            </a:r>
            <a:endParaRPr lang="ru-RU" sz="1400" dirty="0">
              <a:solidFill>
                <a:schemeClr val="bg1"/>
              </a:solidFill>
              <a:latin typeface="Montserrat Medium" panose="00000600000000000000" pitchFamily="2" charset="-52"/>
            </a:endParaRPr>
          </a:p>
        </p:txBody>
      </p:sp>
      <p:pic>
        <p:nvPicPr>
          <p:cNvPr id="65" name="Picture 2" descr="Goal Oriented Action Planning. An artificial intelligence technique | by  Vedant Chaudhari | Medium">
            <a:extLst>
              <a:ext uri="{FF2B5EF4-FFF2-40B4-BE49-F238E27FC236}">
                <a16:creationId xmlns:a16="http://schemas.microsoft.com/office/drawing/2014/main" id="{643D8169-D30B-4692-9FF4-DA4A20796FE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1049719" y="2751113"/>
            <a:ext cx="4579660" cy="3053107"/>
          </a:xfrm>
          <a:prstGeom prst="roundRect">
            <a:avLst>
              <a:gd name="adj" fmla="val 5692"/>
            </a:avLst>
          </a:prstGeom>
          <a:solidFill>
            <a:schemeClr val="bg1">
              <a:alpha val="20000"/>
            </a:schemeClr>
          </a:solidFill>
          <a:ln w="12700">
            <a:gradFill>
              <a:gsLst>
                <a:gs pos="0">
                  <a:schemeClr val="accent1">
                    <a:lumMod val="5000"/>
                    <a:lumOff val="95000"/>
                  </a:schemeClr>
                </a:gs>
                <a:gs pos="74000">
                  <a:schemeClr val="accent1">
                    <a:lumMod val="45000"/>
                    <a:lumOff val="55000"/>
                  </a:schemeClr>
                </a:gs>
                <a:gs pos="83000">
                  <a:schemeClr val="accent1">
                    <a:lumMod val="45000"/>
                    <a:lumOff val="55000"/>
                  </a:schemeClr>
                </a:gs>
                <a:gs pos="100000">
                  <a:schemeClr val="accent1">
                    <a:lumMod val="30000"/>
                    <a:lumOff val="70000"/>
                  </a:schemeClr>
                </a:gs>
              </a:gsLst>
              <a:lin ang="5400000" scaled="1"/>
            </a:gradFill>
          </a:ln>
        </p:spPr>
      </p:pic>
      <p:sp>
        <p:nvSpPr>
          <p:cNvPr id="67" name="Прямоугольник: скругленные углы 66">
            <a:extLst>
              <a:ext uri="{FF2B5EF4-FFF2-40B4-BE49-F238E27FC236}">
                <a16:creationId xmlns:a16="http://schemas.microsoft.com/office/drawing/2014/main" id="{16CF71C6-3A06-49BA-A6CE-1A0C96C67621}"/>
              </a:ext>
            </a:extLst>
          </p:cNvPr>
          <p:cNvSpPr/>
          <p:nvPr/>
        </p:nvSpPr>
        <p:spPr>
          <a:xfrm>
            <a:off x="-11756783" y="1692665"/>
            <a:ext cx="4027166" cy="3885385"/>
          </a:xfrm>
          <a:prstGeom prst="roundRect">
            <a:avLst>
              <a:gd name="adj" fmla="val 5898"/>
            </a:avLst>
          </a:prstGeom>
          <a:gradFill>
            <a:gsLst>
              <a:gs pos="0">
                <a:schemeClr val="bg1">
                  <a:alpha val="20000"/>
                </a:schemeClr>
              </a:gs>
              <a:gs pos="100000">
                <a:srgbClr val="08EDE8">
                  <a:alpha val="40000"/>
                </a:srgbClr>
              </a:gs>
            </a:gsLst>
            <a:lin ang="5400000" scaled="1"/>
          </a:gradFill>
          <a:ln w="12700">
            <a:gradFill>
              <a:gsLst>
                <a:gs pos="0">
                  <a:schemeClr val="accent1">
                    <a:lumMod val="5000"/>
                    <a:lumOff val="95000"/>
                  </a:schemeClr>
                </a:gs>
                <a:gs pos="74000">
                  <a:schemeClr val="accent1">
                    <a:lumMod val="45000"/>
                    <a:lumOff val="55000"/>
                  </a:schemeClr>
                </a:gs>
                <a:gs pos="83000">
                  <a:schemeClr val="accent1">
                    <a:lumMod val="45000"/>
                    <a:lumOff val="55000"/>
                  </a:schemeClr>
                </a:gs>
                <a:gs pos="100000">
                  <a:schemeClr val="accent1">
                    <a:lumMod val="30000"/>
                    <a:lumOff val="70000"/>
                  </a:schemeClr>
                </a:gs>
              </a:gsLst>
              <a:lin ang="5400000" scaled="1"/>
            </a:gra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47166573-01AF-4964-8AA5-EB940D5B951C}"/>
              </a:ext>
            </a:extLst>
          </p:cNvPr>
          <p:cNvSpPr txBox="1"/>
          <p:nvPr/>
        </p:nvSpPr>
        <p:spPr>
          <a:xfrm>
            <a:off x="-11761543" y="1745908"/>
            <a:ext cx="4023217" cy="584775"/>
          </a:xfrm>
          <a:prstGeom prst="rect">
            <a:avLst/>
          </a:prstGeom>
        </p:spPr>
        <p:txBody>
          <a:bodyPr wrap="square" rtlCol="0">
            <a:spAutoFit/>
          </a:bodyPr>
          <a:lstStyle/>
          <a:p>
            <a:pPr algn="ctr"/>
            <a:r>
              <a:rPr lang="en-US" sz="3200" dirty="0">
                <a:solidFill>
                  <a:srgbClr val="08EDE8"/>
                </a:solidFill>
                <a:latin typeface="Segoe UI Black" panose="020B0A02040204020203" pitchFamily="34" charset="0"/>
                <a:ea typeface="Segoe UI Black" panose="020B0A02040204020203" pitchFamily="34" charset="0"/>
              </a:rPr>
              <a:t>ML AI</a:t>
            </a:r>
            <a:endParaRPr lang="ru-RU" sz="3200" dirty="0">
              <a:solidFill>
                <a:srgbClr val="08EDE8"/>
              </a:solidFill>
              <a:latin typeface="Segoe UI Black" panose="020B0A02040204020203" pitchFamily="34" charset="0"/>
              <a:ea typeface="Segoe UI Black" panose="020B0A02040204020203" pitchFamily="34" charset="0"/>
            </a:endParaRP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42F6B90B-0D48-476B-AB80-02669D8064CB}"/>
              </a:ext>
            </a:extLst>
          </p:cNvPr>
          <p:cNvSpPr txBox="1"/>
          <p:nvPr/>
        </p:nvSpPr>
        <p:spPr>
          <a:xfrm>
            <a:off x="-11746659" y="2172907"/>
            <a:ext cx="4011762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00" dirty="0">
                <a:solidFill>
                  <a:srgbClr val="08EDE8"/>
                </a:solidFill>
                <a:latin typeface="Montserrat Medium" panose="00000600000000000000" pitchFamily="2" charset="-52"/>
              </a:rPr>
              <a:t>Machine Learning AI</a:t>
            </a:r>
            <a:endParaRPr lang="ru-RU" sz="2000" dirty="0">
              <a:solidFill>
                <a:srgbClr val="08EDE8"/>
              </a:solidFill>
              <a:latin typeface="Montserrat Medium" panose="00000600000000000000" pitchFamily="2" charset="-52"/>
            </a:endParaRPr>
          </a:p>
        </p:txBody>
      </p:sp>
      <p:pic>
        <p:nvPicPr>
          <p:cNvPr id="90" name="Рисунок 89">
            <a:extLst>
              <a:ext uri="{FF2B5EF4-FFF2-40B4-BE49-F238E27FC236}">
                <a16:creationId xmlns:a16="http://schemas.microsoft.com/office/drawing/2014/main" id="{992E3754-3AB8-42AC-96BA-5872E24EB46C}"/>
              </a:ext>
            </a:extLst>
          </p:cNvPr>
          <p:cNvPicPr>
            <a:picLocks noChangeAspect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3174" t="7067" r="26172" b="22507"/>
          <a:stretch/>
        </p:blipFill>
        <p:spPr>
          <a:xfrm>
            <a:off x="-11149718" y="2947733"/>
            <a:ext cx="2776200" cy="2625374"/>
          </a:xfrm>
          <a:prstGeom prst="rect">
            <a:avLst/>
          </a:prstGeom>
        </p:spPr>
      </p:pic>
      <p:sp>
        <p:nvSpPr>
          <p:cNvPr id="91" name="Прямоугольник: скругленные углы 90">
            <a:extLst>
              <a:ext uri="{FF2B5EF4-FFF2-40B4-BE49-F238E27FC236}">
                <a16:creationId xmlns:a16="http://schemas.microsoft.com/office/drawing/2014/main" id="{74E4D34D-638A-446B-A388-8525434388F5}"/>
              </a:ext>
            </a:extLst>
          </p:cNvPr>
          <p:cNvSpPr/>
          <p:nvPr/>
        </p:nvSpPr>
        <p:spPr>
          <a:xfrm>
            <a:off x="-7328329" y="1692665"/>
            <a:ext cx="5026138" cy="1736335"/>
          </a:xfrm>
          <a:prstGeom prst="roundRect">
            <a:avLst>
              <a:gd name="adj" fmla="val 13520"/>
            </a:avLst>
          </a:prstGeom>
          <a:solidFill>
            <a:schemeClr val="bg1">
              <a:alpha val="20000"/>
            </a:schemeClr>
          </a:solidFill>
          <a:ln w="12700">
            <a:gradFill>
              <a:gsLst>
                <a:gs pos="0">
                  <a:schemeClr val="accent1">
                    <a:lumMod val="5000"/>
                    <a:lumOff val="95000"/>
                  </a:schemeClr>
                </a:gs>
                <a:gs pos="74000">
                  <a:schemeClr val="accent1">
                    <a:lumMod val="45000"/>
                    <a:lumOff val="55000"/>
                  </a:schemeClr>
                </a:gs>
                <a:gs pos="83000">
                  <a:schemeClr val="accent1">
                    <a:lumMod val="45000"/>
                    <a:lumOff val="55000"/>
                  </a:schemeClr>
                </a:gs>
                <a:gs pos="100000">
                  <a:schemeClr val="accent1">
                    <a:lumMod val="30000"/>
                    <a:lumOff val="70000"/>
                  </a:schemeClr>
                </a:gs>
              </a:gsLst>
              <a:lin ang="5400000" scaled="1"/>
            </a:gra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92" name="Прямоугольник: скругленные углы 91">
            <a:extLst>
              <a:ext uri="{FF2B5EF4-FFF2-40B4-BE49-F238E27FC236}">
                <a16:creationId xmlns:a16="http://schemas.microsoft.com/office/drawing/2014/main" id="{6EC353E9-7DA3-4B44-ADFC-4EEE34491D08}"/>
              </a:ext>
            </a:extLst>
          </p:cNvPr>
          <p:cNvSpPr/>
          <p:nvPr/>
        </p:nvSpPr>
        <p:spPr>
          <a:xfrm>
            <a:off x="-7328329" y="3836772"/>
            <a:ext cx="5037861" cy="1736335"/>
          </a:xfrm>
          <a:prstGeom prst="roundRect">
            <a:avLst>
              <a:gd name="adj" fmla="val 13520"/>
            </a:avLst>
          </a:prstGeom>
          <a:solidFill>
            <a:schemeClr val="bg1">
              <a:alpha val="20000"/>
            </a:schemeClr>
          </a:solidFill>
          <a:ln w="12700">
            <a:gradFill>
              <a:gsLst>
                <a:gs pos="0">
                  <a:schemeClr val="accent1">
                    <a:lumMod val="5000"/>
                    <a:lumOff val="95000"/>
                  </a:schemeClr>
                </a:gs>
                <a:gs pos="74000">
                  <a:schemeClr val="accent1">
                    <a:lumMod val="45000"/>
                    <a:lumOff val="55000"/>
                  </a:schemeClr>
                </a:gs>
                <a:gs pos="83000">
                  <a:schemeClr val="accent1">
                    <a:lumMod val="45000"/>
                    <a:lumOff val="55000"/>
                  </a:schemeClr>
                </a:gs>
                <a:gs pos="100000">
                  <a:schemeClr val="accent1">
                    <a:lumMod val="30000"/>
                    <a:lumOff val="70000"/>
                  </a:schemeClr>
                </a:gs>
              </a:gsLst>
              <a:lin ang="5400000" scaled="1"/>
            </a:gra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93" name="TextBox 92">
            <a:extLst>
              <a:ext uri="{FF2B5EF4-FFF2-40B4-BE49-F238E27FC236}">
                <a16:creationId xmlns:a16="http://schemas.microsoft.com/office/drawing/2014/main" id="{9C072A48-6339-4454-A2BE-949665690B9A}"/>
              </a:ext>
            </a:extLst>
          </p:cNvPr>
          <p:cNvSpPr txBox="1"/>
          <p:nvPr/>
        </p:nvSpPr>
        <p:spPr>
          <a:xfrm>
            <a:off x="-7083656" y="1960424"/>
            <a:ext cx="4375064" cy="116955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uk-UA" sz="1400" dirty="0" err="1">
                <a:solidFill>
                  <a:schemeClr val="bg1"/>
                </a:solidFill>
                <a:latin typeface="Montserrat Medium" panose="00000600000000000000" pitchFamily="2" charset="-52"/>
              </a:rPr>
              <a:t>Навідміну</a:t>
            </a:r>
            <a:r>
              <a:rPr lang="uk-UA" sz="1400" dirty="0">
                <a:solidFill>
                  <a:schemeClr val="bg1"/>
                </a:solidFill>
                <a:latin typeface="Montserrat Medium" panose="00000600000000000000" pitchFamily="2" charset="-52"/>
              </a:rPr>
              <a:t> від усіх попередніх реалізацій ШІ, Штучний Інтелект на основі машинного навчання не має попередньо заданого алгоритму і навчається самостійно на основі </a:t>
            </a:r>
            <a:r>
              <a:rPr lang="uk-UA" sz="1400" dirty="0" err="1">
                <a:solidFill>
                  <a:schemeClr val="bg1"/>
                </a:solidFill>
                <a:latin typeface="Montserrat Medium" panose="00000600000000000000" pitchFamily="2" charset="-52"/>
              </a:rPr>
              <a:t>віхдих</a:t>
            </a:r>
            <a:r>
              <a:rPr lang="uk-UA" sz="1400" dirty="0">
                <a:solidFill>
                  <a:schemeClr val="bg1"/>
                </a:solidFill>
                <a:latin typeface="Montserrat Medium" panose="00000600000000000000" pitchFamily="2" charset="-52"/>
              </a:rPr>
              <a:t> даних і власному досвіді. </a:t>
            </a:r>
          </a:p>
        </p:txBody>
      </p:sp>
      <p:sp>
        <p:nvSpPr>
          <p:cNvPr id="94" name="TextBox 93">
            <a:extLst>
              <a:ext uri="{FF2B5EF4-FFF2-40B4-BE49-F238E27FC236}">
                <a16:creationId xmlns:a16="http://schemas.microsoft.com/office/drawing/2014/main" id="{6D655D63-F4D0-4E7C-86A9-986ECCF75077}"/>
              </a:ext>
            </a:extLst>
          </p:cNvPr>
          <p:cNvSpPr txBox="1"/>
          <p:nvPr/>
        </p:nvSpPr>
        <p:spPr>
          <a:xfrm>
            <a:off x="-7083656" y="4000500"/>
            <a:ext cx="4623130" cy="138499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uk-UA" sz="1400" dirty="0" err="1">
                <a:solidFill>
                  <a:schemeClr val="bg1"/>
                </a:solidFill>
                <a:latin typeface="Montserrat Medium" panose="00000600000000000000" pitchFamily="2" charset="-52"/>
              </a:rPr>
              <a:t>Нейромережевий</a:t>
            </a:r>
            <a:r>
              <a:rPr lang="uk-UA" sz="1400" dirty="0">
                <a:solidFill>
                  <a:schemeClr val="bg1"/>
                </a:solidFill>
                <a:latin typeface="Montserrat Medium" panose="00000600000000000000" pitchFamily="2" charset="-52"/>
              </a:rPr>
              <a:t> ШІ використовує </a:t>
            </a:r>
            <a:r>
              <a:rPr lang="uk-UA" sz="1400" dirty="0" err="1">
                <a:solidFill>
                  <a:schemeClr val="bg1"/>
                </a:solidFill>
                <a:latin typeface="Montserrat Medium" panose="00000600000000000000" pitchFamily="2" charset="-52"/>
              </a:rPr>
              <a:t>перцептрони</a:t>
            </a:r>
            <a:r>
              <a:rPr lang="uk-UA" sz="1400" dirty="0">
                <a:solidFill>
                  <a:schemeClr val="bg1"/>
                </a:solidFill>
                <a:latin typeface="Montserrat Medium" panose="00000600000000000000" pitchFamily="2" charset="-52"/>
              </a:rPr>
              <a:t>, що є математичним аналогом нейронів. ШІ отримує дані і пропускає їх через ваги, які регулюють те, наскільки важливий кожен з вхідних </a:t>
            </a:r>
            <a:r>
              <a:rPr lang="uk-UA" sz="1400" dirty="0" err="1">
                <a:solidFill>
                  <a:schemeClr val="bg1"/>
                </a:solidFill>
                <a:latin typeface="Montserrat Medium" panose="00000600000000000000" pitchFamily="2" charset="-52"/>
              </a:rPr>
              <a:t>параметерів</a:t>
            </a:r>
            <a:r>
              <a:rPr lang="uk-UA" sz="1400" dirty="0">
                <a:solidFill>
                  <a:schemeClr val="bg1"/>
                </a:solidFill>
                <a:latin typeface="Montserrat Medium" panose="00000600000000000000" pitchFamily="2" charset="-52"/>
              </a:rPr>
              <a:t>. На основі цього він робить висновки і дії.</a:t>
            </a:r>
          </a:p>
        </p:txBody>
      </p:sp>
    </p:spTree>
    <p:extLst>
      <p:ext uri="{BB962C8B-B14F-4D97-AF65-F5344CB8AC3E}">
        <p14:creationId xmlns:p14="http://schemas.microsoft.com/office/powerpoint/2010/main" val="1008261558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med">
        <p159:morph option="byObject"/>
      </p:transition>
    </mc:Choice>
    <mc:Fallback xmlns="">
      <p:transition spd="med">
        <p:fade/>
      </p:transition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фон">
            <a:extLst>
              <a:ext uri="{FF2B5EF4-FFF2-40B4-BE49-F238E27FC236}">
                <a16:creationId xmlns:a16="http://schemas.microsoft.com/office/drawing/2014/main" id="{123AAA31-15E5-4CD4-90E0-8BA1499E8700}"/>
              </a:ext>
            </a:extLst>
          </p:cNvPr>
          <p:cNvSpPr/>
          <p:nvPr/>
        </p:nvSpPr>
        <p:spPr>
          <a:xfrm>
            <a:off x="-5" y="0"/>
            <a:ext cx="12192000" cy="6858000"/>
          </a:xfrm>
          <a:prstGeom prst="rect">
            <a:avLst/>
          </a:prstGeom>
          <a:gradFill>
            <a:gsLst>
              <a:gs pos="0">
                <a:srgbClr val="1D1D1D"/>
              </a:gs>
              <a:gs pos="100000">
                <a:srgbClr val="1D1D1D"/>
              </a:gs>
            </a:gsLst>
            <a:path path="circle">
              <a:fillToRect r="100000" b="100000"/>
            </a:path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grpSp>
        <p:nvGrpSpPr>
          <p:cNvPr id="62" name="18х12 сетка">
            <a:extLst>
              <a:ext uri="{FF2B5EF4-FFF2-40B4-BE49-F238E27FC236}">
                <a16:creationId xmlns:a16="http://schemas.microsoft.com/office/drawing/2014/main" id="{B3CD36E5-6234-4C3A-BED7-A5B1ADB7FF62}"/>
              </a:ext>
            </a:extLst>
          </p:cNvPr>
          <p:cNvGrpSpPr/>
          <p:nvPr/>
        </p:nvGrpSpPr>
        <p:grpSpPr>
          <a:xfrm>
            <a:off x="-8" y="0"/>
            <a:ext cx="12192007" cy="6858000"/>
            <a:chOff x="-2" y="0"/>
            <a:chExt cx="12192002" cy="6858000"/>
          </a:xfrm>
        </p:grpSpPr>
        <p:grpSp>
          <p:nvGrpSpPr>
            <p:cNvPr id="68" name="Группа 67">
              <a:extLst>
                <a:ext uri="{FF2B5EF4-FFF2-40B4-BE49-F238E27FC236}">
                  <a16:creationId xmlns:a16="http://schemas.microsoft.com/office/drawing/2014/main" id="{058C4490-79C4-45FE-AACB-69EA39D66F8A}"/>
                </a:ext>
              </a:extLst>
            </p:cNvPr>
            <p:cNvGrpSpPr/>
            <p:nvPr/>
          </p:nvGrpSpPr>
          <p:grpSpPr>
            <a:xfrm>
              <a:off x="-2" y="0"/>
              <a:ext cx="12192000" cy="6858000"/>
              <a:chOff x="-2" y="0"/>
              <a:chExt cx="8750502" cy="6858000"/>
            </a:xfrm>
            <a:noFill/>
          </p:grpSpPr>
          <p:sp>
            <p:nvSpPr>
              <p:cNvPr id="86" name="Прямоугольник 85">
                <a:extLst>
                  <a:ext uri="{FF2B5EF4-FFF2-40B4-BE49-F238E27FC236}">
                    <a16:creationId xmlns:a16="http://schemas.microsoft.com/office/drawing/2014/main" id="{7E2552AE-C149-4D44-83AB-0888AFBDFEF2}"/>
                  </a:ext>
                </a:extLst>
              </p:cNvPr>
              <p:cNvSpPr/>
              <p:nvPr/>
            </p:nvSpPr>
            <p:spPr>
              <a:xfrm>
                <a:off x="-2" y="0"/>
                <a:ext cx="486139" cy="68580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87" name="Прямоугольник 86">
                <a:extLst>
                  <a:ext uri="{FF2B5EF4-FFF2-40B4-BE49-F238E27FC236}">
                    <a16:creationId xmlns:a16="http://schemas.microsoft.com/office/drawing/2014/main" id="{208E4854-E973-4CC6-AC53-D304668D8FD7}"/>
                  </a:ext>
                </a:extLst>
              </p:cNvPr>
              <p:cNvSpPr/>
              <p:nvPr/>
            </p:nvSpPr>
            <p:spPr>
              <a:xfrm>
                <a:off x="486137" y="0"/>
                <a:ext cx="486139" cy="68580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88" name="Прямоугольник 87">
                <a:extLst>
                  <a:ext uri="{FF2B5EF4-FFF2-40B4-BE49-F238E27FC236}">
                    <a16:creationId xmlns:a16="http://schemas.microsoft.com/office/drawing/2014/main" id="{B6F0D48E-117A-4741-85D4-54A79EEA2DFD}"/>
                  </a:ext>
                </a:extLst>
              </p:cNvPr>
              <p:cNvSpPr/>
              <p:nvPr/>
            </p:nvSpPr>
            <p:spPr>
              <a:xfrm>
                <a:off x="972276" y="0"/>
                <a:ext cx="486139" cy="68580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89" name="Прямоугольник 88">
                <a:extLst>
                  <a:ext uri="{FF2B5EF4-FFF2-40B4-BE49-F238E27FC236}">
                    <a16:creationId xmlns:a16="http://schemas.microsoft.com/office/drawing/2014/main" id="{FC8BE352-D19F-4FF7-B5F5-9F888B8D184B}"/>
                  </a:ext>
                </a:extLst>
              </p:cNvPr>
              <p:cNvSpPr/>
              <p:nvPr/>
            </p:nvSpPr>
            <p:spPr>
              <a:xfrm>
                <a:off x="1458415" y="0"/>
                <a:ext cx="486139" cy="68580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100" name="Прямоугольник 99">
                <a:extLst>
                  <a:ext uri="{FF2B5EF4-FFF2-40B4-BE49-F238E27FC236}">
                    <a16:creationId xmlns:a16="http://schemas.microsoft.com/office/drawing/2014/main" id="{7A365643-F78E-4764-9982-E39237A1F247}"/>
                  </a:ext>
                </a:extLst>
              </p:cNvPr>
              <p:cNvSpPr/>
              <p:nvPr/>
            </p:nvSpPr>
            <p:spPr>
              <a:xfrm>
                <a:off x="1944554" y="0"/>
                <a:ext cx="486139" cy="68580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101" name="Прямоугольник 100">
                <a:extLst>
                  <a:ext uri="{FF2B5EF4-FFF2-40B4-BE49-F238E27FC236}">
                    <a16:creationId xmlns:a16="http://schemas.microsoft.com/office/drawing/2014/main" id="{2BD627C7-E89C-42EC-B764-AAEBC644B4ED}"/>
                  </a:ext>
                </a:extLst>
              </p:cNvPr>
              <p:cNvSpPr/>
              <p:nvPr/>
            </p:nvSpPr>
            <p:spPr>
              <a:xfrm>
                <a:off x="2430693" y="0"/>
                <a:ext cx="486139" cy="68580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102" name="Прямоугольник 101">
                <a:extLst>
                  <a:ext uri="{FF2B5EF4-FFF2-40B4-BE49-F238E27FC236}">
                    <a16:creationId xmlns:a16="http://schemas.microsoft.com/office/drawing/2014/main" id="{BE631F47-4B73-4971-BA95-D82629DFFDCE}"/>
                  </a:ext>
                </a:extLst>
              </p:cNvPr>
              <p:cNvSpPr/>
              <p:nvPr/>
            </p:nvSpPr>
            <p:spPr>
              <a:xfrm>
                <a:off x="2916832" y="0"/>
                <a:ext cx="486139" cy="68580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103" name="Прямоугольник 102">
                <a:extLst>
                  <a:ext uri="{FF2B5EF4-FFF2-40B4-BE49-F238E27FC236}">
                    <a16:creationId xmlns:a16="http://schemas.microsoft.com/office/drawing/2014/main" id="{D63641B2-1ECC-4C32-9365-D89BF5C7E705}"/>
                  </a:ext>
                </a:extLst>
              </p:cNvPr>
              <p:cNvSpPr/>
              <p:nvPr/>
            </p:nvSpPr>
            <p:spPr>
              <a:xfrm>
                <a:off x="3402971" y="0"/>
                <a:ext cx="486139" cy="68580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104" name="Прямоугольник 103">
                <a:extLst>
                  <a:ext uri="{FF2B5EF4-FFF2-40B4-BE49-F238E27FC236}">
                    <a16:creationId xmlns:a16="http://schemas.microsoft.com/office/drawing/2014/main" id="{3EF7A471-F0D8-4EB3-AF40-721137F4ACEA}"/>
                  </a:ext>
                </a:extLst>
              </p:cNvPr>
              <p:cNvSpPr/>
              <p:nvPr/>
            </p:nvSpPr>
            <p:spPr>
              <a:xfrm>
                <a:off x="3889110" y="0"/>
                <a:ext cx="486139" cy="68580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105" name="Прямоугольник 104">
                <a:extLst>
                  <a:ext uri="{FF2B5EF4-FFF2-40B4-BE49-F238E27FC236}">
                    <a16:creationId xmlns:a16="http://schemas.microsoft.com/office/drawing/2014/main" id="{A7262BF0-60B8-4450-B2A6-5A2076D5D9B4}"/>
                  </a:ext>
                </a:extLst>
              </p:cNvPr>
              <p:cNvSpPr/>
              <p:nvPr/>
            </p:nvSpPr>
            <p:spPr>
              <a:xfrm>
                <a:off x="4375249" y="0"/>
                <a:ext cx="486139" cy="68580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106" name="Прямоугольник 105">
                <a:extLst>
                  <a:ext uri="{FF2B5EF4-FFF2-40B4-BE49-F238E27FC236}">
                    <a16:creationId xmlns:a16="http://schemas.microsoft.com/office/drawing/2014/main" id="{67F7441A-18F7-4A13-931B-FD8BEDEFA8BB}"/>
                  </a:ext>
                </a:extLst>
              </p:cNvPr>
              <p:cNvSpPr/>
              <p:nvPr/>
            </p:nvSpPr>
            <p:spPr>
              <a:xfrm>
                <a:off x="4861388" y="0"/>
                <a:ext cx="486139" cy="68580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107" name="Прямоугольник 106">
                <a:extLst>
                  <a:ext uri="{FF2B5EF4-FFF2-40B4-BE49-F238E27FC236}">
                    <a16:creationId xmlns:a16="http://schemas.microsoft.com/office/drawing/2014/main" id="{20942736-BBF0-45AC-ADCA-22E1CF1790CA}"/>
                  </a:ext>
                </a:extLst>
              </p:cNvPr>
              <p:cNvSpPr/>
              <p:nvPr/>
            </p:nvSpPr>
            <p:spPr>
              <a:xfrm>
                <a:off x="5347527" y="0"/>
                <a:ext cx="486139" cy="68580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108" name="Прямоугольник 107">
                <a:extLst>
                  <a:ext uri="{FF2B5EF4-FFF2-40B4-BE49-F238E27FC236}">
                    <a16:creationId xmlns:a16="http://schemas.microsoft.com/office/drawing/2014/main" id="{4CF93E4B-DF1A-4610-92B1-4AC7BB6988B1}"/>
                  </a:ext>
                </a:extLst>
              </p:cNvPr>
              <p:cNvSpPr/>
              <p:nvPr/>
            </p:nvSpPr>
            <p:spPr>
              <a:xfrm>
                <a:off x="5833666" y="0"/>
                <a:ext cx="486139" cy="68580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109" name="Прямоугольник 108">
                <a:extLst>
                  <a:ext uri="{FF2B5EF4-FFF2-40B4-BE49-F238E27FC236}">
                    <a16:creationId xmlns:a16="http://schemas.microsoft.com/office/drawing/2014/main" id="{4421E6CB-B79F-4985-AC9F-EF634819E1F6}"/>
                  </a:ext>
                </a:extLst>
              </p:cNvPr>
              <p:cNvSpPr/>
              <p:nvPr/>
            </p:nvSpPr>
            <p:spPr>
              <a:xfrm>
                <a:off x="6319805" y="0"/>
                <a:ext cx="486139" cy="68580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110" name="Прямоугольник 109">
                <a:extLst>
                  <a:ext uri="{FF2B5EF4-FFF2-40B4-BE49-F238E27FC236}">
                    <a16:creationId xmlns:a16="http://schemas.microsoft.com/office/drawing/2014/main" id="{22EC2E10-D1BB-43A7-B5AC-1A67618D86DD}"/>
                  </a:ext>
                </a:extLst>
              </p:cNvPr>
              <p:cNvSpPr/>
              <p:nvPr/>
            </p:nvSpPr>
            <p:spPr>
              <a:xfrm>
                <a:off x="6805944" y="0"/>
                <a:ext cx="486139" cy="68580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111" name="Прямоугольник 110">
                <a:extLst>
                  <a:ext uri="{FF2B5EF4-FFF2-40B4-BE49-F238E27FC236}">
                    <a16:creationId xmlns:a16="http://schemas.microsoft.com/office/drawing/2014/main" id="{903A5950-D35B-4110-A561-2760E9105C91}"/>
                  </a:ext>
                </a:extLst>
              </p:cNvPr>
              <p:cNvSpPr/>
              <p:nvPr/>
            </p:nvSpPr>
            <p:spPr>
              <a:xfrm>
                <a:off x="7292083" y="0"/>
                <a:ext cx="486139" cy="68580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112" name="Прямоугольник 111">
                <a:extLst>
                  <a:ext uri="{FF2B5EF4-FFF2-40B4-BE49-F238E27FC236}">
                    <a16:creationId xmlns:a16="http://schemas.microsoft.com/office/drawing/2014/main" id="{CB92CC41-F5C9-4C7C-AA2C-93C882CEA916}"/>
                  </a:ext>
                </a:extLst>
              </p:cNvPr>
              <p:cNvSpPr/>
              <p:nvPr/>
            </p:nvSpPr>
            <p:spPr>
              <a:xfrm>
                <a:off x="7778222" y="0"/>
                <a:ext cx="486139" cy="68580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113" name="Прямоугольник 112">
                <a:extLst>
                  <a:ext uri="{FF2B5EF4-FFF2-40B4-BE49-F238E27FC236}">
                    <a16:creationId xmlns:a16="http://schemas.microsoft.com/office/drawing/2014/main" id="{84F3766D-387C-4BCF-9467-7E7C69DFE17C}"/>
                  </a:ext>
                </a:extLst>
              </p:cNvPr>
              <p:cNvSpPr/>
              <p:nvPr/>
            </p:nvSpPr>
            <p:spPr>
              <a:xfrm>
                <a:off x="8264361" y="0"/>
                <a:ext cx="486139" cy="68580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</p:grpSp>
        <p:grpSp>
          <p:nvGrpSpPr>
            <p:cNvPr id="69" name="Группа 68">
              <a:extLst>
                <a:ext uri="{FF2B5EF4-FFF2-40B4-BE49-F238E27FC236}">
                  <a16:creationId xmlns:a16="http://schemas.microsoft.com/office/drawing/2014/main" id="{661AE684-D580-489B-83A6-7B752ABDD836}"/>
                </a:ext>
              </a:extLst>
            </p:cNvPr>
            <p:cNvGrpSpPr/>
            <p:nvPr/>
          </p:nvGrpSpPr>
          <p:grpSpPr>
            <a:xfrm>
              <a:off x="0" y="0"/>
              <a:ext cx="12192000" cy="6858000"/>
              <a:chOff x="0" y="0"/>
              <a:chExt cx="12192000" cy="6400800"/>
            </a:xfrm>
            <a:noFill/>
          </p:grpSpPr>
          <p:sp>
            <p:nvSpPr>
              <p:cNvPr id="70" name="Прямоугольник 69">
                <a:extLst>
                  <a:ext uri="{FF2B5EF4-FFF2-40B4-BE49-F238E27FC236}">
                    <a16:creationId xmlns:a16="http://schemas.microsoft.com/office/drawing/2014/main" id="{35A4AE5D-CC26-4ADD-B50A-33492E34BA44}"/>
                  </a:ext>
                </a:extLst>
              </p:cNvPr>
              <p:cNvSpPr/>
              <p:nvPr/>
            </p:nvSpPr>
            <p:spPr>
              <a:xfrm>
                <a:off x="0" y="0"/>
                <a:ext cx="12192000" cy="5334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71" name="Прямоугольник 70">
                <a:extLst>
                  <a:ext uri="{FF2B5EF4-FFF2-40B4-BE49-F238E27FC236}">
                    <a16:creationId xmlns:a16="http://schemas.microsoft.com/office/drawing/2014/main" id="{A904FD80-26F8-418D-98CB-EF7667B84B9F}"/>
                  </a:ext>
                </a:extLst>
              </p:cNvPr>
              <p:cNvSpPr/>
              <p:nvPr/>
            </p:nvSpPr>
            <p:spPr>
              <a:xfrm>
                <a:off x="0" y="533400"/>
                <a:ext cx="12192000" cy="5334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74" name="Прямоугольник 73">
                <a:extLst>
                  <a:ext uri="{FF2B5EF4-FFF2-40B4-BE49-F238E27FC236}">
                    <a16:creationId xmlns:a16="http://schemas.microsoft.com/office/drawing/2014/main" id="{F377F6D9-F703-420E-9370-A4000E8BC6EC}"/>
                  </a:ext>
                </a:extLst>
              </p:cNvPr>
              <p:cNvSpPr/>
              <p:nvPr/>
            </p:nvSpPr>
            <p:spPr>
              <a:xfrm>
                <a:off x="0" y="1066800"/>
                <a:ext cx="12192000" cy="5334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75" name="Прямоугольник 74">
                <a:extLst>
                  <a:ext uri="{FF2B5EF4-FFF2-40B4-BE49-F238E27FC236}">
                    <a16:creationId xmlns:a16="http://schemas.microsoft.com/office/drawing/2014/main" id="{EE45EA95-E9A8-4C8A-9EFC-F124CD6E39B7}"/>
                  </a:ext>
                </a:extLst>
              </p:cNvPr>
              <p:cNvSpPr/>
              <p:nvPr/>
            </p:nvSpPr>
            <p:spPr>
              <a:xfrm>
                <a:off x="0" y="1600200"/>
                <a:ext cx="12192000" cy="5334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76" name="Прямоугольник 75">
                <a:extLst>
                  <a:ext uri="{FF2B5EF4-FFF2-40B4-BE49-F238E27FC236}">
                    <a16:creationId xmlns:a16="http://schemas.microsoft.com/office/drawing/2014/main" id="{D4B0BAA9-CAD8-43C6-85E7-B42E9228D155}"/>
                  </a:ext>
                </a:extLst>
              </p:cNvPr>
              <p:cNvSpPr/>
              <p:nvPr/>
            </p:nvSpPr>
            <p:spPr>
              <a:xfrm>
                <a:off x="0" y="2133600"/>
                <a:ext cx="12192000" cy="5334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77" name="Прямоугольник 76">
                <a:extLst>
                  <a:ext uri="{FF2B5EF4-FFF2-40B4-BE49-F238E27FC236}">
                    <a16:creationId xmlns:a16="http://schemas.microsoft.com/office/drawing/2014/main" id="{4D49B1A5-D301-46DF-8E6A-26BE5EC5F99C}"/>
                  </a:ext>
                </a:extLst>
              </p:cNvPr>
              <p:cNvSpPr/>
              <p:nvPr/>
            </p:nvSpPr>
            <p:spPr>
              <a:xfrm>
                <a:off x="0" y="2667000"/>
                <a:ext cx="12192000" cy="5334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78" name="Прямоугольник 77">
                <a:extLst>
                  <a:ext uri="{FF2B5EF4-FFF2-40B4-BE49-F238E27FC236}">
                    <a16:creationId xmlns:a16="http://schemas.microsoft.com/office/drawing/2014/main" id="{D33CCEC1-4F3F-4C18-A464-CCF35EC559C6}"/>
                  </a:ext>
                </a:extLst>
              </p:cNvPr>
              <p:cNvSpPr/>
              <p:nvPr/>
            </p:nvSpPr>
            <p:spPr>
              <a:xfrm>
                <a:off x="0" y="3200400"/>
                <a:ext cx="12192000" cy="5334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79" name="Прямоугольник 78">
                <a:extLst>
                  <a:ext uri="{FF2B5EF4-FFF2-40B4-BE49-F238E27FC236}">
                    <a16:creationId xmlns:a16="http://schemas.microsoft.com/office/drawing/2014/main" id="{D1AF7ABD-7026-4189-83CA-53D628B0D14C}"/>
                  </a:ext>
                </a:extLst>
              </p:cNvPr>
              <p:cNvSpPr/>
              <p:nvPr/>
            </p:nvSpPr>
            <p:spPr>
              <a:xfrm>
                <a:off x="0" y="3733800"/>
                <a:ext cx="12192000" cy="5334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80" name="Прямоугольник 79">
                <a:extLst>
                  <a:ext uri="{FF2B5EF4-FFF2-40B4-BE49-F238E27FC236}">
                    <a16:creationId xmlns:a16="http://schemas.microsoft.com/office/drawing/2014/main" id="{8DBF17EE-9D40-40B0-9121-18053F82C4C6}"/>
                  </a:ext>
                </a:extLst>
              </p:cNvPr>
              <p:cNvSpPr/>
              <p:nvPr/>
            </p:nvSpPr>
            <p:spPr>
              <a:xfrm>
                <a:off x="0" y="4267200"/>
                <a:ext cx="12192000" cy="5334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81" name="Прямоугольник 80">
                <a:extLst>
                  <a:ext uri="{FF2B5EF4-FFF2-40B4-BE49-F238E27FC236}">
                    <a16:creationId xmlns:a16="http://schemas.microsoft.com/office/drawing/2014/main" id="{B648A457-FEF3-4422-B2B6-6C6DA0816277}"/>
                  </a:ext>
                </a:extLst>
              </p:cNvPr>
              <p:cNvSpPr/>
              <p:nvPr/>
            </p:nvSpPr>
            <p:spPr>
              <a:xfrm>
                <a:off x="0" y="4800600"/>
                <a:ext cx="12192000" cy="5334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82" name="Прямоугольник 81">
                <a:extLst>
                  <a:ext uri="{FF2B5EF4-FFF2-40B4-BE49-F238E27FC236}">
                    <a16:creationId xmlns:a16="http://schemas.microsoft.com/office/drawing/2014/main" id="{8D38DBB3-E87C-433D-BBCB-F073E603DBC3}"/>
                  </a:ext>
                </a:extLst>
              </p:cNvPr>
              <p:cNvSpPr/>
              <p:nvPr/>
            </p:nvSpPr>
            <p:spPr>
              <a:xfrm>
                <a:off x="0" y="5334000"/>
                <a:ext cx="12192000" cy="5334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85" name="Прямоугольник 84">
                <a:extLst>
                  <a:ext uri="{FF2B5EF4-FFF2-40B4-BE49-F238E27FC236}">
                    <a16:creationId xmlns:a16="http://schemas.microsoft.com/office/drawing/2014/main" id="{AF8A0BA6-A1D4-4F25-AEA3-0C457ED99146}"/>
                  </a:ext>
                </a:extLst>
              </p:cNvPr>
              <p:cNvSpPr/>
              <p:nvPr/>
            </p:nvSpPr>
            <p:spPr>
              <a:xfrm>
                <a:off x="0" y="5867400"/>
                <a:ext cx="12192000" cy="5334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</p:grpSp>
      </p:grpSp>
      <p:cxnSp>
        <p:nvCxnSpPr>
          <p:cNvPr id="83" name="вертикаль">
            <a:extLst>
              <a:ext uri="{FF2B5EF4-FFF2-40B4-BE49-F238E27FC236}">
                <a16:creationId xmlns:a16="http://schemas.microsoft.com/office/drawing/2014/main" id="{DCD21CE6-7B73-44C8-ABED-2B45E79B26CF}"/>
              </a:ext>
            </a:extLst>
          </p:cNvPr>
          <p:cNvCxnSpPr>
            <a:cxnSpLocks/>
          </p:cNvCxnSpPr>
          <p:nvPr/>
        </p:nvCxnSpPr>
        <p:spPr>
          <a:xfrm>
            <a:off x="11495307" y="21834"/>
            <a:ext cx="19354" cy="6872452"/>
          </a:xfrm>
          <a:prstGeom prst="line">
            <a:avLst/>
          </a:prstGeom>
          <a:ln w="12700">
            <a:solidFill>
              <a:srgbClr val="08EDE8">
                <a:alpha val="50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3" name="декор">
            <a:extLst>
              <a:ext uri="{FF2B5EF4-FFF2-40B4-BE49-F238E27FC236}">
                <a16:creationId xmlns:a16="http://schemas.microsoft.com/office/drawing/2014/main" id="{49274652-B192-EDCA-1B55-F082F3B88EF7}"/>
              </a:ext>
            </a:extLst>
          </p:cNvPr>
          <p:cNvSpPr txBox="1"/>
          <p:nvPr/>
        </p:nvSpPr>
        <p:spPr>
          <a:xfrm>
            <a:off x="1" y="6222657"/>
            <a:ext cx="12191994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600" dirty="0">
                <a:solidFill>
                  <a:srgbClr val="06A29E">
                    <a:alpha val="10000"/>
                  </a:srgbClr>
                </a:solidFill>
                <a:latin typeface="Segoe UI Black" panose="020B0A02040204020203" pitchFamily="34" charset="0"/>
                <a:ea typeface="Segoe UI Black" panose="020B0A02040204020203" pitchFamily="34" charset="0"/>
              </a:rPr>
              <a:t>Project: Artificial Intelligence</a:t>
            </a:r>
            <a:endParaRPr lang="ru-UA" sz="3600" dirty="0">
              <a:solidFill>
                <a:srgbClr val="06A29E">
                  <a:alpha val="10000"/>
                </a:srgbClr>
              </a:solidFill>
              <a:latin typeface="Segoe UI Black" panose="020B0A02040204020203" pitchFamily="34" charset="0"/>
              <a:ea typeface="Segoe UI Black" panose="020B0A02040204020203" pitchFamily="34" charset="0"/>
            </a:endParaRP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D62BF7BF-BC4B-4325-B8D1-9BAC365E2B8B}"/>
              </a:ext>
            </a:extLst>
          </p:cNvPr>
          <p:cNvSpPr txBox="1"/>
          <p:nvPr/>
        </p:nvSpPr>
        <p:spPr>
          <a:xfrm>
            <a:off x="86518" y="73778"/>
            <a:ext cx="5868792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uk-UA" sz="2800" dirty="0">
                <a:solidFill>
                  <a:srgbClr val="08EDE8"/>
                </a:solidFill>
                <a:latin typeface="Montserrat SemiBold" panose="00000700000000000000" pitchFamily="2" charset="-52"/>
              </a:rPr>
              <a:t>О</a:t>
            </a:r>
            <a:r>
              <a:rPr lang="ru-RU" sz="2800" dirty="0" err="1">
                <a:solidFill>
                  <a:srgbClr val="08EDE8"/>
                </a:solidFill>
                <a:latin typeface="Montserrat SemiBold" panose="00000700000000000000" pitchFamily="2" charset="-52"/>
              </a:rPr>
              <a:t>сновні</a:t>
            </a:r>
            <a:r>
              <a:rPr lang="ru-RU" sz="2800" dirty="0">
                <a:solidFill>
                  <a:srgbClr val="08EDE8"/>
                </a:solidFill>
                <a:latin typeface="Montserrat SemiBold" panose="00000700000000000000" pitchFamily="2" charset="-52"/>
              </a:rPr>
              <a:t> </a:t>
            </a:r>
            <a:r>
              <a:rPr lang="ru-RU" sz="2800" dirty="0" err="1">
                <a:solidFill>
                  <a:srgbClr val="08EDE8"/>
                </a:solidFill>
                <a:latin typeface="Montserrat SemiBold" panose="00000700000000000000" pitchFamily="2" charset="-52"/>
              </a:rPr>
              <a:t>способи</a:t>
            </a:r>
            <a:r>
              <a:rPr lang="ru-RU" sz="2800" dirty="0">
                <a:solidFill>
                  <a:srgbClr val="08EDE8"/>
                </a:solidFill>
                <a:latin typeface="Montserrat SemiBold" panose="00000700000000000000" pitchFamily="2" charset="-52"/>
              </a:rPr>
              <a:t> </a:t>
            </a:r>
            <a:r>
              <a:rPr lang="ru-RU" sz="2800" dirty="0" err="1">
                <a:solidFill>
                  <a:srgbClr val="08EDE8"/>
                </a:solidFill>
                <a:latin typeface="Montserrat SemiBold" panose="00000700000000000000" pitchFamily="2" charset="-52"/>
              </a:rPr>
              <a:t>реалізації</a:t>
            </a:r>
            <a:r>
              <a:rPr lang="ru-RU" sz="2800" dirty="0">
                <a:solidFill>
                  <a:srgbClr val="08EDE8"/>
                </a:solidFill>
                <a:latin typeface="Montserrat SemiBold" panose="00000700000000000000" pitchFamily="2" charset="-52"/>
              </a:rPr>
              <a:t> ШІ в </a:t>
            </a:r>
            <a:r>
              <a:rPr lang="ru-RU" sz="2800" dirty="0" err="1">
                <a:solidFill>
                  <a:srgbClr val="08EDE8"/>
                </a:solidFill>
                <a:latin typeface="Montserrat SemiBold" panose="00000700000000000000" pitchFamily="2" charset="-52"/>
              </a:rPr>
              <a:t>іграх</a:t>
            </a:r>
            <a:endParaRPr lang="ru-RU" sz="2800" dirty="0">
              <a:solidFill>
                <a:srgbClr val="08EDE8"/>
              </a:solidFill>
              <a:latin typeface="Montserrat SemiBold" panose="00000700000000000000" pitchFamily="2" charset="-52"/>
            </a:endParaRPr>
          </a:p>
        </p:txBody>
      </p:sp>
      <p:sp>
        <p:nvSpPr>
          <p:cNvPr id="114" name="Прямоугольник: скругленные углы 113">
            <a:extLst>
              <a:ext uri="{FF2B5EF4-FFF2-40B4-BE49-F238E27FC236}">
                <a16:creationId xmlns:a16="http://schemas.microsoft.com/office/drawing/2014/main" id="{34A9E62E-9EA6-41E4-BC5C-72C7C29D2E09}"/>
              </a:ext>
            </a:extLst>
          </p:cNvPr>
          <p:cNvSpPr/>
          <p:nvPr/>
        </p:nvSpPr>
        <p:spPr>
          <a:xfrm>
            <a:off x="13384188" y="1143687"/>
            <a:ext cx="2455667" cy="1130639"/>
          </a:xfrm>
          <a:prstGeom prst="roundRect">
            <a:avLst>
              <a:gd name="adj" fmla="val 5898"/>
            </a:avLst>
          </a:prstGeom>
          <a:solidFill>
            <a:schemeClr val="bg1">
              <a:alpha val="20000"/>
            </a:schemeClr>
          </a:solidFill>
          <a:ln w="12700">
            <a:gradFill>
              <a:gsLst>
                <a:gs pos="0">
                  <a:schemeClr val="accent1">
                    <a:lumMod val="5000"/>
                    <a:lumOff val="95000"/>
                  </a:schemeClr>
                </a:gs>
                <a:gs pos="74000">
                  <a:schemeClr val="accent1">
                    <a:lumMod val="45000"/>
                    <a:lumOff val="55000"/>
                  </a:schemeClr>
                </a:gs>
                <a:gs pos="83000">
                  <a:schemeClr val="accent1">
                    <a:lumMod val="45000"/>
                    <a:lumOff val="55000"/>
                  </a:schemeClr>
                </a:gs>
                <a:gs pos="100000">
                  <a:schemeClr val="accent1">
                    <a:lumMod val="30000"/>
                    <a:lumOff val="70000"/>
                  </a:schemeClr>
                </a:gs>
              </a:gsLst>
              <a:lin ang="5400000" scaled="1"/>
            </a:gra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15" name="Прямоугольник: скругленные углы 114">
            <a:extLst>
              <a:ext uri="{FF2B5EF4-FFF2-40B4-BE49-F238E27FC236}">
                <a16:creationId xmlns:a16="http://schemas.microsoft.com/office/drawing/2014/main" id="{A2F7322C-9808-48D2-9BE4-4A668F1D742C}"/>
              </a:ext>
            </a:extLst>
          </p:cNvPr>
          <p:cNvSpPr/>
          <p:nvPr/>
        </p:nvSpPr>
        <p:spPr>
          <a:xfrm>
            <a:off x="16163382" y="1143687"/>
            <a:ext cx="2455667" cy="1130639"/>
          </a:xfrm>
          <a:prstGeom prst="roundRect">
            <a:avLst>
              <a:gd name="adj" fmla="val 5898"/>
            </a:avLst>
          </a:prstGeom>
          <a:solidFill>
            <a:schemeClr val="bg1">
              <a:alpha val="20000"/>
            </a:schemeClr>
          </a:solidFill>
          <a:ln w="12700">
            <a:gradFill>
              <a:gsLst>
                <a:gs pos="0">
                  <a:schemeClr val="accent1">
                    <a:lumMod val="5000"/>
                    <a:lumOff val="95000"/>
                  </a:schemeClr>
                </a:gs>
                <a:gs pos="74000">
                  <a:schemeClr val="accent1">
                    <a:lumMod val="45000"/>
                    <a:lumOff val="55000"/>
                  </a:schemeClr>
                </a:gs>
                <a:gs pos="83000">
                  <a:schemeClr val="accent1">
                    <a:lumMod val="45000"/>
                    <a:lumOff val="55000"/>
                  </a:schemeClr>
                </a:gs>
                <a:gs pos="100000">
                  <a:schemeClr val="accent1">
                    <a:lumMod val="30000"/>
                    <a:lumOff val="70000"/>
                  </a:schemeClr>
                </a:gs>
              </a:gsLst>
              <a:lin ang="5400000" scaled="1"/>
            </a:gra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16" name="Прямоугольник: скругленные углы 115">
            <a:extLst>
              <a:ext uri="{FF2B5EF4-FFF2-40B4-BE49-F238E27FC236}">
                <a16:creationId xmlns:a16="http://schemas.microsoft.com/office/drawing/2014/main" id="{E8A47366-9D67-4A4B-854B-D509E846EAFB}"/>
              </a:ext>
            </a:extLst>
          </p:cNvPr>
          <p:cNvSpPr/>
          <p:nvPr/>
        </p:nvSpPr>
        <p:spPr>
          <a:xfrm>
            <a:off x="18942576" y="1152717"/>
            <a:ext cx="2455667" cy="1133970"/>
          </a:xfrm>
          <a:prstGeom prst="roundRect">
            <a:avLst>
              <a:gd name="adj" fmla="val 5898"/>
            </a:avLst>
          </a:prstGeom>
          <a:solidFill>
            <a:schemeClr val="bg1">
              <a:alpha val="20000"/>
            </a:schemeClr>
          </a:solidFill>
          <a:ln w="12700">
            <a:gradFill>
              <a:gsLst>
                <a:gs pos="0">
                  <a:schemeClr val="accent1">
                    <a:lumMod val="5000"/>
                    <a:lumOff val="95000"/>
                  </a:schemeClr>
                </a:gs>
                <a:gs pos="74000">
                  <a:schemeClr val="accent1">
                    <a:lumMod val="45000"/>
                    <a:lumOff val="55000"/>
                  </a:schemeClr>
                </a:gs>
                <a:gs pos="83000">
                  <a:schemeClr val="accent1">
                    <a:lumMod val="45000"/>
                    <a:lumOff val="55000"/>
                  </a:schemeClr>
                </a:gs>
                <a:gs pos="100000">
                  <a:schemeClr val="accent1">
                    <a:lumMod val="30000"/>
                    <a:lumOff val="70000"/>
                  </a:schemeClr>
                </a:gs>
              </a:gsLst>
              <a:lin ang="5400000" scaled="1"/>
            </a:gra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17" name="Прямоугольник: скругленные углы 116">
            <a:extLst>
              <a:ext uri="{FF2B5EF4-FFF2-40B4-BE49-F238E27FC236}">
                <a16:creationId xmlns:a16="http://schemas.microsoft.com/office/drawing/2014/main" id="{6A244823-5BCE-453E-97D5-A32F68A6EB86}"/>
              </a:ext>
            </a:extLst>
          </p:cNvPr>
          <p:cNvSpPr/>
          <p:nvPr/>
        </p:nvSpPr>
        <p:spPr>
          <a:xfrm>
            <a:off x="21721770" y="1152717"/>
            <a:ext cx="2455667" cy="1133970"/>
          </a:xfrm>
          <a:prstGeom prst="roundRect">
            <a:avLst>
              <a:gd name="adj" fmla="val 5898"/>
            </a:avLst>
          </a:prstGeom>
          <a:solidFill>
            <a:schemeClr val="bg1">
              <a:alpha val="20000"/>
            </a:schemeClr>
          </a:solidFill>
          <a:ln w="12700">
            <a:gradFill>
              <a:gsLst>
                <a:gs pos="0">
                  <a:schemeClr val="accent1">
                    <a:lumMod val="5000"/>
                    <a:lumOff val="95000"/>
                  </a:schemeClr>
                </a:gs>
                <a:gs pos="74000">
                  <a:schemeClr val="accent1">
                    <a:lumMod val="45000"/>
                    <a:lumOff val="55000"/>
                  </a:schemeClr>
                </a:gs>
                <a:gs pos="83000">
                  <a:schemeClr val="accent1">
                    <a:lumMod val="45000"/>
                    <a:lumOff val="55000"/>
                  </a:schemeClr>
                </a:gs>
                <a:gs pos="100000">
                  <a:schemeClr val="accent1">
                    <a:lumMod val="30000"/>
                    <a:lumOff val="70000"/>
                  </a:schemeClr>
                </a:gs>
              </a:gsLst>
              <a:lin ang="5400000" scaled="1"/>
            </a:gra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2E054282-D021-45D3-B937-315962F1CB62}"/>
              </a:ext>
            </a:extLst>
          </p:cNvPr>
          <p:cNvSpPr txBox="1"/>
          <p:nvPr/>
        </p:nvSpPr>
        <p:spPr>
          <a:xfrm>
            <a:off x="13384185" y="1142313"/>
            <a:ext cx="2443515" cy="584775"/>
          </a:xfrm>
          <a:prstGeom prst="rect">
            <a:avLst/>
          </a:prstGeom>
        </p:spPr>
        <p:txBody>
          <a:bodyPr wrap="square" rtlCol="0">
            <a:spAutoFit/>
          </a:bodyPr>
          <a:lstStyle/>
          <a:p>
            <a:pPr algn="ctr"/>
            <a:r>
              <a:rPr lang="en-US" sz="3200" dirty="0">
                <a:solidFill>
                  <a:srgbClr val="669E9A">
                    <a:alpha val="10000"/>
                  </a:srgbClr>
                </a:solidFill>
                <a:latin typeface="Segoe UI Black" panose="020B0A02040204020203" pitchFamily="34" charset="0"/>
                <a:ea typeface="Segoe UI Black" panose="020B0A02040204020203" pitchFamily="34" charset="0"/>
              </a:rPr>
              <a:t>FSM</a:t>
            </a:r>
            <a:endParaRPr lang="ru-RU" sz="3200" dirty="0">
              <a:solidFill>
                <a:srgbClr val="669E9A">
                  <a:alpha val="10000"/>
                </a:srgbClr>
              </a:solidFill>
              <a:latin typeface="Segoe UI Black" panose="020B0A02040204020203" pitchFamily="34" charset="0"/>
              <a:ea typeface="Segoe UI Black" panose="020B0A02040204020203" pitchFamily="34" charset="0"/>
            </a:endParaRPr>
          </a:p>
        </p:txBody>
      </p:sp>
      <p:sp>
        <p:nvSpPr>
          <p:cNvPr id="123" name="TextBox 122">
            <a:extLst>
              <a:ext uri="{FF2B5EF4-FFF2-40B4-BE49-F238E27FC236}">
                <a16:creationId xmlns:a16="http://schemas.microsoft.com/office/drawing/2014/main" id="{0C15AE06-C7BB-4427-A9A5-F28E92E74A32}"/>
              </a:ext>
            </a:extLst>
          </p:cNvPr>
          <p:cNvSpPr txBox="1"/>
          <p:nvPr/>
        </p:nvSpPr>
        <p:spPr>
          <a:xfrm>
            <a:off x="16163382" y="1142775"/>
            <a:ext cx="2455667" cy="584775"/>
          </a:xfrm>
          <a:prstGeom prst="rect">
            <a:avLst/>
          </a:prstGeom>
        </p:spPr>
        <p:txBody>
          <a:bodyPr wrap="square" rtlCol="0">
            <a:spAutoFit/>
          </a:bodyPr>
          <a:lstStyle/>
          <a:p>
            <a:pPr algn="ctr"/>
            <a:r>
              <a:rPr lang="en-US" sz="3200" dirty="0">
                <a:solidFill>
                  <a:srgbClr val="669E9A">
                    <a:alpha val="10000"/>
                  </a:srgbClr>
                </a:solidFill>
                <a:latin typeface="Segoe UI Black" panose="020B0A02040204020203" pitchFamily="34" charset="0"/>
                <a:ea typeface="Segoe UI Black" panose="020B0A02040204020203" pitchFamily="34" charset="0"/>
              </a:rPr>
              <a:t>BT</a:t>
            </a:r>
            <a:endParaRPr lang="ru-RU" sz="3200" dirty="0">
              <a:solidFill>
                <a:srgbClr val="669E9A">
                  <a:alpha val="10000"/>
                </a:srgbClr>
              </a:solidFill>
              <a:latin typeface="Segoe UI Black" panose="020B0A02040204020203" pitchFamily="34" charset="0"/>
              <a:ea typeface="Segoe UI Black" panose="020B0A02040204020203" pitchFamily="34" charset="0"/>
            </a:endParaRPr>
          </a:p>
        </p:txBody>
      </p:sp>
      <p:sp>
        <p:nvSpPr>
          <p:cNvPr id="124" name="TextBox 123">
            <a:extLst>
              <a:ext uri="{FF2B5EF4-FFF2-40B4-BE49-F238E27FC236}">
                <a16:creationId xmlns:a16="http://schemas.microsoft.com/office/drawing/2014/main" id="{F3D20DA4-F5AA-4C5D-B4AF-DC08A6E9FAC5}"/>
              </a:ext>
            </a:extLst>
          </p:cNvPr>
          <p:cNvSpPr txBox="1"/>
          <p:nvPr/>
        </p:nvSpPr>
        <p:spPr>
          <a:xfrm>
            <a:off x="18928501" y="1142314"/>
            <a:ext cx="2455667" cy="584775"/>
          </a:xfrm>
          <a:prstGeom prst="rect">
            <a:avLst/>
          </a:prstGeom>
        </p:spPr>
        <p:txBody>
          <a:bodyPr wrap="square" rtlCol="0">
            <a:spAutoFit/>
          </a:bodyPr>
          <a:lstStyle/>
          <a:p>
            <a:pPr algn="ctr"/>
            <a:r>
              <a:rPr lang="en-US" sz="3200" dirty="0">
                <a:solidFill>
                  <a:srgbClr val="669E9A">
                    <a:alpha val="10000"/>
                  </a:srgbClr>
                </a:solidFill>
                <a:latin typeface="Segoe UI Black" panose="020B0A02040204020203" pitchFamily="34" charset="0"/>
                <a:ea typeface="Segoe UI Black" panose="020B0A02040204020203" pitchFamily="34" charset="0"/>
              </a:rPr>
              <a:t>GOAP</a:t>
            </a:r>
            <a:endParaRPr lang="ru-RU" sz="3200" dirty="0">
              <a:solidFill>
                <a:srgbClr val="669E9A">
                  <a:alpha val="10000"/>
                </a:srgbClr>
              </a:solidFill>
              <a:latin typeface="Segoe UI Black" panose="020B0A02040204020203" pitchFamily="34" charset="0"/>
              <a:ea typeface="Segoe UI Black" panose="020B0A02040204020203" pitchFamily="34" charset="0"/>
            </a:endParaRPr>
          </a:p>
        </p:txBody>
      </p:sp>
      <p:sp>
        <p:nvSpPr>
          <p:cNvPr id="125" name="TextBox 124">
            <a:extLst>
              <a:ext uri="{FF2B5EF4-FFF2-40B4-BE49-F238E27FC236}">
                <a16:creationId xmlns:a16="http://schemas.microsoft.com/office/drawing/2014/main" id="{FC57040F-26EF-49E9-9810-42CDC83B4554}"/>
              </a:ext>
            </a:extLst>
          </p:cNvPr>
          <p:cNvSpPr txBox="1"/>
          <p:nvPr/>
        </p:nvSpPr>
        <p:spPr>
          <a:xfrm>
            <a:off x="21721768" y="1142774"/>
            <a:ext cx="2432884" cy="584775"/>
          </a:xfrm>
          <a:prstGeom prst="rect">
            <a:avLst/>
          </a:prstGeom>
        </p:spPr>
        <p:txBody>
          <a:bodyPr wrap="square" rtlCol="0">
            <a:spAutoFit/>
          </a:bodyPr>
          <a:lstStyle/>
          <a:p>
            <a:pPr algn="ctr"/>
            <a:r>
              <a:rPr lang="en-US" sz="3200" dirty="0">
                <a:solidFill>
                  <a:srgbClr val="669E9A">
                    <a:alpha val="10000"/>
                  </a:srgbClr>
                </a:solidFill>
                <a:latin typeface="Segoe UI Black" panose="020B0A02040204020203" pitchFamily="34" charset="0"/>
                <a:ea typeface="Segoe UI Black" panose="020B0A02040204020203" pitchFamily="34" charset="0"/>
              </a:rPr>
              <a:t>UAI</a:t>
            </a:r>
            <a:endParaRPr lang="ru-RU" sz="3200" dirty="0">
              <a:solidFill>
                <a:srgbClr val="669E9A">
                  <a:alpha val="10000"/>
                </a:srgbClr>
              </a:solidFill>
              <a:latin typeface="Segoe UI Black" panose="020B0A02040204020203" pitchFamily="34" charset="0"/>
              <a:ea typeface="Segoe UI Black" panose="020B0A02040204020203" pitchFamily="34" charset="0"/>
            </a:endParaRPr>
          </a:p>
        </p:txBody>
      </p:sp>
      <p:sp>
        <p:nvSpPr>
          <p:cNvPr id="118" name="TextBox 117">
            <a:extLst>
              <a:ext uri="{FF2B5EF4-FFF2-40B4-BE49-F238E27FC236}">
                <a16:creationId xmlns:a16="http://schemas.microsoft.com/office/drawing/2014/main" id="{AB48073B-50E2-4B5E-92D7-FD7C79291800}"/>
              </a:ext>
            </a:extLst>
          </p:cNvPr>
          <p:cNvSpPr txBox="1"/>
          <p:nvPr/>
        </p:nvSpPr>
        <p:spPr>
          <a:xfrm>
            <a:off x="13368746" y="1569773"/>
            <a:ext cx="2471110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00" dirty="0">
                <a:solidFill>
                  <a:srgbClr val="669E9A">
                    <a:alpha val="10000"/>
                  </a:srgbClr>
                </a:solidFill>
                <a:latin typeface="Montserrat Medium" panose="00000600000000000000" pitchFamily="2" charset="-52"/>
              </a:rPr>
              <a:t>Final</a:t>
            </a:r>
            <a:r>
              <a:rPr lang="ru-RU" sz="2000" dirty="0">
                <a:solidFill>
                  <a:srgbClr val="669E9A">
                    <a:alpha val="10000"/>
                  </a:srgbClr>
                </a:solidFill>
                <a:latin typeface="Montserrat Medium" panose="00000600000000000000" pitchFamily="2" charset="-52"/>
              </a:rPr>
              <a:t> </a:t>
            </a:r>
            <a:r>
              <a:rPr lang="en-US" sz="2000" dirty="0">
                <a:solidFill>
                  <a:srgbClr val="669E9A">
                    <a:alpha val="10000"/>
                  </a:srgbClr>
                </a:solidFill>
                <a:latin typeface="Montserrat Medium" panose="00000600000000000000" pitchFamily="2" charset="-52"/>
              </a:rPr>
              <a:t>State Machines</a:t>
            </a:r>
            <a:endParaRPr lang="ru-RU" sz="2000" dirty="0">
              <a:solidFill>
                <a:srgbClr val="669E9A">
                  <a:alpha val="10000"/>
                </a:srgbClr>
              </a:solidFill>
              <a:latin typeface="Montserrat Medium" panose="00000600000000000000" pitchFamily="2" charset="-52"/>
            </a:endParaRPr>
          </a:p>
        </p:txBody>
      </p:sp>
      <p:sp>
        <p:nvSpPr>
          <p:cNvPr id="120" name="TextBox 119">
            <a:extLst>
              <a:ext uri="{FF2B5EF4-FFF2-40B4-BE49-F238E27FC236}">
                <a16:creationId xmlns:a16="http://schemas.microsoft.com/office/drawing/2014/main" id="{82207D82-1B5C-4EF2-813A-FE9E7B82DCD4}"/>
              </a:ext>
            </a:extLst>
          </p:cNvPr>
          <p:cNvSpPr txBox="1"/>
          <p:nvPr/>
        </p:nvSpPr>
        <p:spPr>
          <a:xfrm>
            <a:off x="16150599" y="1569773"/>
            <a:ext cx="2471110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00" dirty="0">
                <a:solidFill>
                  <a:srgbClr val="669E9A">
                    <a:alpha val="10000"/>
                  </a:srgbClr>
                </a:solidFill>
                <a:latin typeface="Montserrat Medium" panose="00000600000000000000" pitchFamily="2" charset="-52"/>
              </a:rPr>
              <a:t>Behavior </a:t>
            </a:r>
            <a:endParaRPr lang="uk-UA" sz="2000" dirty="0">
              <a:solidFill>
                <a:srgbClr val="669E9A">
                  <a:alpha val="10000"/>
                </a:srgbClr>
              </a:solidFill>
              <a:latin typeface="Montserrat Medium" panose="00000600000000000000" pitchFamily="2" charset="-52"/>
            </a:endParaRPr>
          </a:p>
          <a:p>
            <a:pPr algn="ctr"/>
            <a:r>
              <a:rPr lang="en-US" sz="2000" dirty="0">
                <a:solidFill>
                  <a:srgbClr val="669E9A">
                    <a:alpha val="10000"/>
                  </a:srgbClr>
                </a:solidFill>
                <a:latin typeface="Montserrat Medium" panose="00000600000000000000" pitchFamily="2" charset="-52"/>
              </a:rPr>
              <a:t>Trees</a:t>
            </a:r>
            <a:endParaRPr lang="ru-RU" sz="2000" dirty="0">
              <a:solidFill>
                <a:srgbClr val="669E9A">
                  <a:alpha val="10000"/>
                </a:srgbClr>
              </a:solidFill>
              <a:latin typeface="Montserrat Medium" panose="00000600000000000000" pitchFamily="2" charset="-52"/>
            </a:endParaRPr>
          </a:p>
        </p:txBody>
      </p:sp>
      <p:sp>
        <p:nvSpPr>
          <p:cNvPr id="129" name="TextBox 128">
            <a:extLst>
              <a:ext uri="{FF2B5EF4-FFF2-40B4-BE49-F238E27FC236}">
                <a16:creationId xmlns:a16="http://schemas.microsoft.com/office/drawing/2014/main" id="{987BF093-A9F1-4867-8BDC-12875EFB4A35}"/>
              </a:ext>
            </a:extLst>
          </p:cNvPr>
          <p:cNvSpPr txBox="1"/>
          <p:nvPr/>
        </p:nvSpPr>
        <p:spPr>
          <a:xfrm>
            <a:off x="18932452" y="1569773"/>
            <a:ext cx="2471110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00" dirty="0">
                <a:solidFill>
                  <a:srgbClr val="669E9A">
                    <a:alpha val="10000"/>
                  </a:srgbClr>
                </a:solidFill>
                <a:latin typeface="Montserrat Medium" panose="00000600000000000000" pitchFamily="2" charset="-52"/>
              </a:rPr>
              <a:t>Goal-Oriented Action Planning</a:t>
            </a:r>
            <a:endParaRPr lang="ru-RU" sz="2000" dirty="0">
              <a:solidFill>
                <a:srgbClr val="669E9A">
                  <a:alpha val="10000"/>
                </a:srgbClr>
              </a:solidFill>
              <a:latin typeface="Montserrat Medium" panose="00000600000000000000" pitchFamily="2" charset="-52"/>
            </a:endParaRPr>
          </a:p>
        </p:txBody>
      </p:sp>
      <p:sp>
        <p:nvSpPr>
          <p:cNvPr id="130" name="TextBox 129">
            <a:extLst>
              <a:ext uri="{FF2B5EF4-FFF2-40B4-BE49-F238E27FC236}">
                <a16:creationId xmlns:a16="http://schemas.microsoft.com/office/drawing/2014/main" id="{67D45B67-1447-40B5-9190-98E081448D9E}"/>
              </a:ext>
            </a:extLst>
          </p:cNvPr>
          <p:cNvSpPr txBox="1"/>
          <p:nvPr/>
        </p:nvSpPr>
        <p:spPr>
          <a:xfrm>
            <a:off x="21714305" y="1569773"/>
            <a:ext cx="2471110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00" dirty="0">
                <a:solidFill>
                  <a:srgbClr val="669E9A">
                    <a:alpha val="10000"/>
                  </a:srgbClr>
                </a:solidFill>
                <a:latin typeface="Montserrat Medium" panose="00000600000000000000" pitchFamily="2" charset="-52"/>
              </a:rPr>
              <a:t>Utility Artificial Intelligence</a:t>
            </a:r>
            <a:endParaRPr lang="ru-RU" sz="2000" dirty="0">
              <a:solidFill>
                <a:srgbClr val="669E9A">
                  <a:alpha val="10000"/>
                </a:srgbClr>
              </a:solidFill>
              <a:latin typeface="Montserrat Medium" panose="00000600000000000000" pitchFamily="2" charset="-52"/>
            </a:endParaRPr>
          </a:p>
        </p:txBody>
      </p:sp>
      <p:sp>
        <p:nvSpPr>
          <p:cNvPr id="3" name="!!панель_4">
            <a:extLst>
              <a:ext uri="{FF2B5EF4-FFF2-40B4-BE49-F238E27FC236}">
                <a16:creationId xmlns:a16="http://schemas.microsoft.com/office/drawing/2014/main" id="{D5807C4E-B38F-F7CF-E804-344B5473E68C}"/>
              </a:ext>
            </a:extLst>
          </p:cNvPr>
          <p:cNvSpPr/>
          <p:nvPr/>
        </p:nvSpPr>
        <p:spPr>
          <a:xfrm>
            <a:off x="13350746" y="2561293"/>
            <a:ext cx="10834669" cy="3431643"/>
          </a:xfrm>
          <a:prstGeom prst="roundRect">
            <a:avLst>
              <a:gd name="adj" fmla="val 2937"/>
            </a:avLst>
          </a:prstGeom>
          <a:solidFill>
            <a:schemeClr val="bg1">
              <a:alpha val="20000"/>
            </a:schemeClr>
          </a:solidFill>
          <a:ln w="12700">
            <a:gradFill>
              <a:gsLst>
                <a:gs pos="0">
                  <a:schemeClr val="accent1">
                    <a:lumMod val="5000"/>
                    <a:lumOff val="95000"/>
                  </a:schemeClr>
                </a:gs>
                <a:gs pos="74000">
                  <a:schemeClr val="accent1">
                    <a:lumMod val="45000"/>
                    <a:lumOff val="55000"/>
                  </a:schemeClr>
                </a:gs>
                <a:gs pos="83000">
                  <a:schemeClr val="accent1">
                    <a:lumMod val="45000"/>
                    <a:lumOff val="55000"/>
                  </a:schemeClr>
                </a:gs>
                <a:gs pos="100000">
                  <a:schemeClr val="accent1">
                    <a:lumMod val="30000"/>
                    <a:lumOff val="70000"/>
                  </a:schemeClr>
                </a:gs>
              </a:gsLst>
              <a:lin ang="5400000" scaled="1"/>
            </a:gra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D772AF86-35D4-48B3-B6AE-BF26570AC6AA}"/>
              </a:ext>
            </a:extLst>
          </p:cNvPr>
          <p:cNvSpPr txBox="1"/>
          <p:nvPr/>
        </p:nvSpPr>
        <p:spPr>
          <a:xfrm>
            <a:off x="13527299" y="3082155"/>
            <a:ext cx="5336698" cy="246221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uk-UA" sz="1400" dirty="0">
                <a:solidFill>
                  <a:schemeClr val="bg1"/>
                </a:solidFill>
                <a:latin typeface="Montserrat Medium" panose="00000600000000000000" pitchFamily="2" charset="-52"/>
              </a:rPr>
              <a:t>Штучний Інтелект на основі корисності можна назвати найбільш людяною реалізацією ігрового ШІ.</a:t>
            </a:r>
            <a:br>
              <a:rPr lang="uk-UA" sz="1400" dirty="0">
                <a:solidFill>
                  <a:schemeClr val="bg1"/>
                </a:solidFill>
                <a:latin typeface="Montserrat Medium" panose="00000600000000000000" pitchFamily="2" charset="-52"/>
              </a:rPr>
            </a:br>
            <a:br>
              <a:rPr lang="uk-UA" sz="1400" dirty="0">
                <a:solidFill>
                  <a:schemeClr val="bg1"/>
                </a:solidFill>
                <a:latin typeface="Montserrat Medium" panose="00000600000000000000" pitchFamily="2" charset="-52"/>
              </a:rPr>
            </a:br>
            <a:r>
              <a:rPr lang="uk-UA" sz="1400" dirty="0">
                <a:solidFill>
                  <a:schemeClr val="bg1"/>
                </a:solidFill>
                <a:latin typeface="Montserrat Medium" panose="00000600000000000000" pitchFamily="2" charset="-52"/>
              </a:rPr>
              <a:t>Основна логіка полягає в тому, що кожна дія має певний коефіцієнт корисності в певний проміжок часу. Бот робить ту дію, користь якої є найбільшою.</a:t>
            </a:r>
            <a:br>
              <a:rPr lang="uk-UA" sz="1400" dirty="0">
                <a:solidFill>
                  <a:schemeClr val="bg1"/>
                </a:solidFill>
                <a:latin typeface="Montserrat Medium" panose="00000600000000000000" pitchFamily="2" charset="-52"/>
              </a:rPr>
            </a:br>
            <a:br>
              <a:rPr lang="uk-UA" sz="1400" dirty="0">
                <a:solidFill>
                  <a:schemeClr val="bg1"/>
                </a:solidFill>
                <a:latin typeface="Montserrat Medium" panose="00000600000000000000" pitchFamily="2" charset="-52"/>
              </a:rPr>
            </a:br>
            <a:r>
              <a:rPr lang="en-US" sz="1400" dirty="0">
                <a:solidFill>
                  <a:schemeClr val="bg1"/>
                </a:solidFill>
                <a:latin typeface="Montserrat Medium" panose="00000600000000000000" pitchFamily="2" charset="-52"/>
              </a:rPr>
              <a:t>Utility AI </a:t>
            </a:r>
            <a:r>
              <a:rPr lang="uk-UA" sz="1400" dirty="0">
                <a:solidFill>
                  <a:schemeClr val="bg1"/>
                </a:solidFill>
                <a:latin typeface="Montserrat Medium" panose="00000600000000000000" pitchFamily="2" charset="-52"/>
              </a:rPr>
              <a:t>базується на отримані даних </a:t>
            </a:r>
            <a:r>
              <a:rPr lang="uk-UA" sz="1400" dirty="0" err="1">
                <a:solidFill>
                  <a:schemeClr val="bg1"/>
                </a:solidFill>
                <a:latin typeface="Montserrat Medium" panose="00000600000000000000" pitchFamily="2" charset="-52"/>
              </a:rPr>
              <a:t>навколишьного</a:t>
            </a:r>
            <a:r>
              <a:rPr lang="uk-UA" sz="1400" dirty="0">
                <a:solidFill>
                  <a:schemeClr val="bg1"/>
                </a:solidFill>
                <a:latin typeface="Montserrat Medium" panose="00000600000000000000" pitchFamily="2" charset="-52"/>
              </a:rPr>
              <a:t> середовища та власних потреб, використанні математичних функцій для оцінки корисності та виборі найефективнішої дії.</a:t>
            </a:r>
            <a:endParaRPr lang="ru-RU" sz="1400" dirty="0">
              <a:solidFill>
                <a:schemeClr val="bg1"/>
              </a:solidFill>
              <a:latin typeface="Montserrat Medium" panose="00000600000000000000" pitchFamily="2" charset="-52"/>
            </a:endParaRPr>
          </a:p>
        </p:txBody>
      </p:sp>
      <p:pic>
        <p:nvPicPr>
          <p:cNvPr id="4098" name="Picture 2" descr="Utility AI (Discussion) - News &amp; General Discussion - Unity Discussions">
            <a:extLst>
              <a:ext uri="{FF2B5EF4-FFF2-40B4-BE49-F238E27FC236}">
                <a16:creationId xmlns:a16="http://schemas.microsoft.com/office/drawing/2014/main" id="{EB109D2C-E1C5-4938-99A3-F51728421A3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9096377" y="2793657"/>
            <a:ext cx="4915164" cy="3039209"/>
          </a:xfrm>
          <a:prstGeom prst="roundRect">
            <a:avLst>
              <a:gd name="adj" fmla="val 5692"/>
            </a:avLst>
          </a:prstGeom>
          <a:solidFill>
            <a:schemeClr val="bg1">
              <a:alpha val="20000"/>
            </a:schemeClr>
          </a:solidFill>
          <a:ln w="12700">
            <a:gradFill>
              <a:gsLst>
                <a:gs pos="0">
                  <a:schemeClr val="accent1">
                    <a:lumMod val="5000"/>
                    <a:lumOff val="95000"/>
                  </a:schemeClr>
                </a:gs>
                <a:gs pos="74000">
                  <a:schemeClr val="accent1">
                    <a:lumMod val="45000"/>
                    <a:lumOff val="55000"/>
                  </a:schemeClr>
                </a:gs>
                <a:gs pos="83000">
                  <a:schemeClr val="accent1">
                    <a:lumMod val="45000"/>
                    <a:lumOff val="55000"/>
                  </a:schemeClr>
                </a:gs>
                <a:gs pos="100000">
                  <a:schemeClr val="accent1">
                    <a:lumMod val="30000"/>
                    <a:lumOff val="70000"/>
                  </a:schemeClr>
                </a:gs>
              </a:gsLst>
              <a:lin ang="5400000" scaled="1"/>
            </a:gradFill>
          </a:ln>
        </p:spPr>
      </p:pic>
      <p:sp>
        <p:nvSpPr>
          <p:cNvPr id="58" name="Прямоугольник: скругленные углы 57">
            <a:extLst>
              <a:ext uri="{FF2B5EF4-FFF2-40B4-BE49-F238E27FC236}">
                <a16:creationId xmlns:a16="http://schemas.microsoft.com/office/drawing/2014/main" id="{C3C80F1D-04D5-4BDD-AEB7-EA7CEE0BD04A}"/>
              </a:ext>
            </a:extLst>
          </p:cNvPr>
          <p:cNvSpPr/>
          <p:nvPr/>
        </p:nvSpPr>
        <p:spPr>
          <a:xfrm>
            <a:off x="1367199" y="1692665"/>
            <a:ext cx="4027166" cy="3885385"/>
          </a:xfrm>
          <a:prstGeom prst="roundRect">
            <a:avLst>
              <a:gd name="adj" fmla="val 5898"/>
            </a:avLst>
          </a:prstGeom>
          <a:gradFill>
            <a:gsLst>
              <a:gs pos="0">
                <a:schemeClr val="bg1">
                  <a:alpha val="20000"/>
                </a:schemeClr>
              </a:gs>
              <a:gs pos="100000">
                <a:srgbClr val="08EDE8">
                  <a:alpha val="40000"/>
                </a:srgbClr>
              </a:gs>
            </a:gsLst>
            <a:lin ang="5400000" scaled="1"/>
          </a:gradFill>
          <a:ln w="12700">
            <a:gradFill>
              <a:gsLst>
                <a:gs pos="0">
                  <a:schemeClr val="accent1">
                    <a:lumMod val="5000"/>
                    <a:lumOff val="95000"/>
                  </a:schemeClr>
                </a:gs>
                <a:gs pos="74000">
                  <a:schemeClr val="accent1">
                    <a:lumMod val="45000"/>
                    <a:lumOff val="55000"/>
                  </a:schemeClr>
                </a:gs>
                <a:gs pos="83000">
                  <a:schemeClr val="accent1">
                    <a:lumMod val="45000"/>
                    <a:lumOff val="55000"/>
                  </a:schemeClr>
                </a:gs>
                <a:gs pos="100000">
                  <a:schemeClr val="accent1">
                    <a:lumMod val="30000"/>
                    <a:lumOff val="70000"/>
                  </a:schemeClr>
                </a:gs>
              </a:gsLst>
              <a:lin ang="5400000" scaled="1"/>
            </a:gra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B801B2B4-64B5-42D7-B659-E983368C181A}"/>
              </a:ext>
            </a:extLst>
          </p:cNvPr>
          <p:cNvSpPr txBox="1"/>
          <p:nvPr/>
        </p:nvSpPr>
        <p:spPr>
          <a:xfrm>
            <a:off x="1362439" y="1745908"/>
            <a:ext cx="4023217" cy="584775"/>
          </a:xfrm>
          <a:prstGeom prst="rect">
            <a:avLst/>
          </a:prstGeom>
        </p:spPr>
        <p:txBody>
          <a:bodyPr wrap="square" rtlCol="0">
            <a:spAutoFit/>
          </a:bodyPr>
          <a:lstStyle/>
          <a:p>
            <a:pPr algn="ctr"/>
            <a:r>
              <a:rPr lang="en-US" sz="3200" dirty="0">
                <a:solidFill>
                  <a:srgbClr val="08EDE8"/>
                </a:solidFill>
                <a:latin typeface="Segoe UI Black" panose="020B0A02040204020203" pitchFamily="34" charset="0"/>
                <a:ea typeface="Segoe UI Black" panose="020B0A02040204020203" pitchFamily="34" charset="0"/>
              </a:rPr>
              <a:t>ML AI</a:t>
            </a:r>
            <a:endParaRPr lang="ru-RU" sz="3200" dirty="0">
              <a:solidFill>
                <a:srgbClr val="08EDE8"/>
              </a:solidFill>
              <a:latin typeface="Segoe UI Black" panose="020B0A02040204020203" pitchFamily="34" charset="0"/>
              <a:ea typeface="Segoe UI Black" panose="020B0A02040204020203" pitchFamily="34" charset="0"/>
            </a:endParaRP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F0212F1A-6E6A-4AEA-A22B-442E99550D3E}"/>
              </a:ext>
            </a:extLst>
          </p:cNvPr>
          <p:cNvSpPr txBox="1"/>
          <p:nvPr/>
        </p:nvSpPr>
        <p:spPr>
          <a:xfrm>
            <a:off x="1377323" y="2172907"/>
            <a:ext cx="4011762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00" dirty="0">
                <a:solidFill>
                  <a:srgbClr val="08EDE8"/>
                </a:solidFill>
                <a:latin typeface="Montserrat Medium" panose="00000600000000000000" pitchFamily="2" charset="-52"/>
              </a:rPr>
              <a:t>Machine Learning AI</a:t>
            </a:r>
            <a:endParaRPr lang="ru-RU" sz="2000" dirty="0">
              <a:solidFill>
                <a:srgbClr val="08EDE8"/>
              </a:solidFill>
              <a:latin typeface="Montserrat Medium" panose="00000600000000000000" pitchFamily="2" charset="-52"/>
            </a:endParaRPr>
          </a:p>
        </p:txBody>
      </p:sp>
      <p:pic>
        <p:nvPicPr>
          <p:cNvPr id="8" name="Рисунок 7">
            <a:extLst>
              <a:ext uri="{FF2B5EF4-FFF2-40B4-BE49-F238E27FC236}">
                <a16:creationId xmlns:a16="http://schemas.microsoft.com/office/drawing/2014/main" id="{BAAC9BAC-774C-414E-83C1-565C4906FD9D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3174" t="7067" r="26172" b="22507"/>
          <a:stretch/>
        </p:blipFill>
        <p:spPr>
          <a:xfrm>
            <a:off x="1974264" y="2947733"/>
            <a:ext cx="2776200" cy="2625374"/>
          </a:xfrm>
          <a:prstGeom prst="rect">
            <a:avLst/>
          </a:prstGeom>
        </p:spPr>
      </p:pic>
      <p:sp>
        <p:nvSpPr>
          <p:cNvPr id="67" name="Прямоугольник: скругленные углы 66">
            <a:extLst>
              <a:ext uri="{FF2B5EF4-FFF2-40B4-BE49-F238E27FC236}">
                <a16:creationId xmlns:a16="http://schemas.microsoft.com/office/drawing/2014/main" id="{AAA9DBA0-76A5-480D-9EAC-85665D8CA890}"/>
              </a:ext>
            </a:extLst>
          </p:cNvPr>
          <p:cNvSpPr/>
          <p:nvPr/>
        </p:nvSpPr>
        <p:spPr>
          <a:xfrm>
            <a:off x="5795653" y="1692665"/>
            <a:ext cx="5026138" cy="1736335"/>
          </a:xfrm>
          <a:prstGeom prst="roundRect">
            <a:avLst>
              <a:gd name="adj" fmla="val 13520"/>
            </a:avLst>
          </a:prstGeom>
          <a:solidFill>
            <a:schemeClr val="bg1">
              <a:alpha val="20000"/>
            </a:schemeClr>
          </a:solidFill>
          <a:ln w="12700">
            <a:gradFill>
              <a:gsLst>
                <a:gs pos="0">
                  <a:schemeClr val="accent1">
                    <a:lumMod val="5000"/>
                    <a:lumOff val="95000"/>
                  </a:schemeClr>
                </a:gs>
                <a:gs pos="74000">
                  <a:schemeClr val="accent1">
                    <a:lumMod val="45000"/>
                    <a:lumOff val="55000"/>
                  </a:schemeClr>
                </a:gs>
                <a:gs pos="83000">
                  <a:schemeClr val="accent1">
                    <a:lumMod val="45000"/>
                    <a:lumOff val="55000"/>
                  </a:schemeClr>
                </a:gs>
                <a:gs pos="100000">
                  <a:schemeClr val="accent1">
                    <a:lumMod val="30000"/>
                    <a:lumOff val="70000"/>
                  </a:schemeClr>
                </a:gs>
              </a:gsLst>
              <a:lin ang="5400000" scaled="1"/>
            </a:gra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73" name="Прямоугольник: скругленные углы 72">
            <a:extLst>
              <a:ext uri="{FF2B5EF4-FFF2-40B4-BE49-F238E27FC236}">
                <a16:creationId xmlns:a16="http://schemas.microsoft.com/office/drawing/2014/main" id="{BF0233C6-E958-4544-9733-C8FCC30BA52B}"/>
              </a:ext>
            </a:extLst>
          </p:cNvPr>
          <p:cNvSpPr/>
          <p:nvPr/>
        </p:nvSpPr>
        <p:spPr>
          <a:xfrm>
            <a:off x="5795653" y="3836772"/>
            <a:ext cx="5037861" cy="1736335"/>
          </a:xfrm>
          <a:prstGeom prst="roundRect">
            <a:avLst>
              <a:gd name="adj" fmla="val 13520"/>
            </a:avLst>
          </a:prstGeom>
          <a:solidFill>
            <a:schemeClr val="bg1">
              <a:alpha val="20000"/>
            </a:schemeClr>
          </a:solidFill>
          <a:ln w="12700">
            <a:gradFill>
              <a:gsLst>
                <a:gs pos="0">
                  <a:schemeClr val="accent1">
                    <a:lumMod val="5000"/>
                    <a:lumOff val="95000"/>
                  </a:schemeClr>
                </a:gs>
                <a:gs pos="74000">
                  <a:schemeClr val="accent1">
                    <a:lumMod val="45000"/>
                    <a:lumOff val="55000"/>
                  </a:schemeClr>
                </a:gs>
                <a:gs pos="83000">
                  <a:schemeClr val="accent1">
                    <a:lumMod val="45000"/>
                    <a:lumOff val="55000"/>
                  </a:schemeClr>
                </a:gs>
                <a:gs pos="100000">
                  <a:schemeClr val="accent1">
                    <a:lumMod val="30000"/>
                    <a:lumOff val="70000"/>
                  </a:schemeClr>
                </a:gs>
              </a:gsLst>
              <a:lin ang="5400000" scaled="1"/>
            </a:gra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90" name="TextBox 89">
            <a:extLst>
              <a:ext uri="{FF2B5EF4-FFF2-40B4-BE49-F238E27FC236}">
                <a16:creationId xmlns:a16="http://schemas.microsoft.com/office/drawing/2014/main" id="{3B7313FE-5474-4CC0-B7B2-DD77A486B19F}"/>
              </a:ext>
            </a:extLst>
          </p:cNvPr>
          <p:cNvSpPr txBox="1"/>
          <p:nvPr/>
        </p:nvSpPr>
        <p:spPr>
          <a:xfrm>
            <a:off x="6040326" y="1960424"/>
            <a:ext cx="4375064" cy="116955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uk-UA" sz="1400" dirty="0">
                <a:solidFill>
                  <a:schemeClr val="bg1"/>
                </a:solidFill>
                <a:latin typeface="Montserrat Medium" panose="00000600000000000000" pitchFamily="2" charset="-52"/>
              </a:rPr>
              <a:t>На відміну від усіх попередніх реалізацій ШІ, Штучний Інтелект на основі машинного навчання не має попередньо заданого алгоритму і навчається самостійно на основі вхідних даних і власному досвіді. </a:t>
            </a:r>
          </a:p>
        </p:txBody>
      </p:sp>
      <p:sp>
        <p:nvSpPr>
          <p:cNvPr id="91" name="TextBox 90">
            <a:extLst>
              <a:ext uri="{FF2B5EF4-FFF2-40B4-BE49-F238E27FC236}">
                <a16:creationId xmlns:a16="http://schemas.microsoft.com/office/drawing/2014/main" id="{F4E9B8FC-939B-43E5-A788-6EEDB8380A06}"/>
              </a:ext>
            </a:extLst>
          </p:cNvPr>
          <p:cNvSpPr txBox="1"/>
          <p:nvPr/>
        </p:nvSpPr>
        <p:spPr>
          <a:xfrm>
            <a:off x="6040326" y="4000500"/>
            <a:ext cx="4623130" cy="138499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uk-UA" sz="1400" dirty="0" err="1">
                <a:solidFill>
                  <a:schemeClr val="bg1"/>
                </a:solidFill>
                <a:latin typeface="Montserrat Medium" panose="00000600000000000000" pitchFamily="2" charset="-52"/>
              </a:rPr>
              <a:t>Нейромережевий</a:t>
            </a:r>
            <a:r>
              <a:rPr lang="uk-UA" sz="1400" dirty="0">
                <a:solidFill>
                  <a:schemeClr val="bg1"/>
                </a:solidFill>
                <a:latin typeface="Montserrat Medium" panose="00000600000000000000" pitchFamily="2" charset="-52"/>
              </a:rPr>
              <a:t> ШІ використовує </a:t>
            </a:r>
            <a:r>
              <a:rPr lang="uk-UA" sz="1400" dirty="0" err="1">
                <a:solidFill>
                  <a:schemeClr val="bg1"/>
                </a:solidFill>
                <a:latin typeface="Montserrat Medium" panose="00000600000000000000" pitchFamily="2" charset="-52"/>
              </a:rPr>
              <a:t>перцептрони</a:t>
            </a:r>
            <a:r>
              <a:rPr lang="uk-UA" sz="1400" dirty="0">
                <a:solidFill>
                  <a:schemeClr val="bg1"/>
                </a:solidFill>
                <a:latin typeface="Montserrat Medium" panose="00000600000000000000" pitchFamily="2" charset="-52"/>
              </a:rPr>
              <a:t>, що є математичним аналогом нейронів. ШІ отримує дані і пропускає їх через ваги, які регулюють те, наскільки важливий кожен з вхідних параметрів. На основі цього він робить висновки і дії.</a:t>
            </a:r>
          </a:p>
        </p:txBody>
      </p:sp>
      <p:cxnSp>
        <p:nvCxnSpPr>
          <p:cNvPr id="92" name="горизонт">
            <a:extLst>
              <a:ext uri="{FF2B5EF4-FFF2-40B4-BE49-F238E27FC236}">
                <a16:creationId xmlns:a16="http://schemas.microsoft.com/office/drawing/2014/main" id="{CC61BFD0-25DD-453F-92C2-4BBAD9929B6C}"/>
              </a:ext>
            </a:extLst>
          </p:cNvPr>
          <p:cNvCxnSpPr>
            <a:cxnSpLocks/>
          </p:cNvCxnSpPr>
          <p:nvPr/>
        </p:nvCxnSpPr>
        <p:spPr>
          <a:xfrm>
            <a:off x="19349" y="6286500"/>
            <a:ext cx="12191994" cy="0"/>
          </a:xfrm>
          <a:prstGeom prst="line">
            <a:avLst/>
          </a:prstGeom>
          <a:ln w="12700">
            <a:solidFill>
              <a:srgbClr val="08EDE8">
                <a:alpha val="50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2" name="!!рам3">
            <a:extLst>
              <a:ext uri="{FF2B5EF4-FFF2-40B4-BE49-F238E27FC236}">
                <a16:creationId xmlns:a16="http://schemas.microsoft.com/office/drawing/2014/main" id="{C5436DC1-4290-4815-B610-A513A90A5D1A}"/>
              </a:ext>
            </a:extLst>
          </p:cNvPr>
          <p:cNvSpPr/>
          <p:nvPr/>
        </p:nvSpPr>
        <p:spPr>
          <a:xfrm>
            <a:off x="-6459246" y="1010135"/>
            <a:ext cx="4028093" cy="774606"/>
          </a:xfrm>
          <a:prstGeom prst="roundRect">
            <a:avLst>
              <a:gd name="adj" fmla="val 13165"/>
            </a:avLst>
          </a:prstGeom>
          <a:solidFill>
            <a:schemeClr val="bg1">
              <a:alpha val="20000"/>
            </a:schemeClr>
          </a:solidFill>
          <a:ln w="12700">
            <a:gradFill>
              <a:gsLst>
                <a:gs pos="0">
                  <a:schemeClr val="accent1">
                    <a:lumMod val="5000"/>
                    <a:lumOff val="95000"/>
                  </a:schemeClr>
                </a:gs>
                <a:gs pos="74000">
                  <a:schemeClr val="accent1">
                    <a:lumMod val="45000"/>
                    <a:lumOff val="55000"/>
                  </a:schemeClr>
                </a:gs>
                <a:gs pos="83000">
                  <a:schemeClr val="accent1">
                    <a:lumMod val="45000"/>
                    <a:lumOff val="55000"/>
                  </a:schemeClr>
                </a:gs>
                <a:gs pos="100000">
                  <a:schemeClr val="accent1">
                    <a:lumMod val="30000"/>
                    <a:lumOff val="70000"/>
                  </a:schemeClr>
                </a:gs>
              </a:gsLst>
              <a:lin ang="5400000" scaled="1"/>
            </a:gra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133" name="TextBox 132">
            <a:extLst>
              <a:ext uri="{FF2B5EF4-FFF2-40B4-BE49-F238E27FC236}">
                <a16:creationId xmlns:a16="http://schemas.microsoft.com/office/drawing/2014/main" id="{AEA5334B-2412-4DE6-AD30-6D2ADC8FB301}"/>
              </a:ext>
            </a:extLst>
          </p:cNvPr>
          <p:cNvSpPr txBox="1"/>
          <p:nvPr/>
        </p:nvSpPr>
        <p:spPr>
          <a:xfrm>
            <a:off x="-5899283" y="1032112"/>
            <a:ext cx="3383381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uk-UA" sz="2000" dirty="0">
                <a:solidFill>
                  <a:srgbClr val="08EDE8"/>
                </a:solidFill>
                <a:latin typeface="Montserrat Medium" panose="00000600000000000000" pitchFamily="2" charset="-52"/>
              </a:rPr>
              <a:t>Алгоритм проходить з точки А в точку Б</a:t>
            </a:r>
            <a:endParaRPr lang="ru-RU" sz="2000" dirty="0">
              <a:solidFill>
                <a:srgbClr val="08EDE8"/>
              </a:solidFill>
              <a:latin typeface="Montserrat Medium" panose="00000600000000000000" pitchFamily="2" charset="-52"/>
            </a:endParaRPr>
          </a:p>
        </p:txBody>
      </p:sp>
      <p:sp>
        <p:nvSpPr>
          <p:cNvPr id="134" name="TextBox 133">
            <a:extLst>
              <a:ext uri="{FF2B5EF4-FFF2-40B4-BE49-F238E27FC236}">
                <a16:creationId xmlns:a16="http://schemas.microsoft.com/office/drawing/2014/main" id="{89707525-A00F-4BA7-99B3-08D55F2B7B3F}"/>
              </a:ext>
            </a:extLst>
          </p:cNvPr>
          <p:cNvSpPr txBox="1"/>
          <p:nvPr/>
        </p:nvSpPr>
        <p:spPr>
          <a:xfrm>
            <a:off x="-6348210" y="878224"/>
            <a:ext cx="448927" cy="10156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uk-UA" sz="6000" dirty="0">
                <a:solidFill>
                  <a:srgbClr val="08EDE8"/>
                </a:solidFill>
                <a:latin typeface="Montserrat Medium" panose="00000600000000000000" pitchFamily="2" charset="-52"/>
              </a:rPr>
              <a:t>1 </a:t>
            </a:r>
            <a:endParaRPr lang="ru-RU" sz="6000" dirty="0"/>
          </a:p>
        </p:txBody>
      </p:sp>
      <p:sp>
        <p:nvSpPr>
          <p:cNvPr id="135" name="!!рам3">
            <a:extLst>
              <a:ext uri="{FF2B5EF4-FFF2-40B4-BE49-F238E27FC236}">
                <a16:creationId xmlns:a16="http://schemas.microsoft.com/office/drawing/2014/main" id="{DE62C4AE-1A6C-41C7-9287-AE5051ACD21F}"/>
              </a:ext>
            </a:extLst>
          </p:cNvPr>
          <p:cNvSpPr/>
          <p:nvPr/>
        </p:nvSpPr>
        <p:spPr>
          <a:xfrm>
            <a:off x="-6459246" y="1942202"/>
            <a:ext cx="4028093" cy="774606"/>
          </a:xfrm>
          <a:prstGeom prst="roundRect">
            <a:avLst>
              <a:gd name="adj" fmla="val 13165"/>
            </a:avLst>
          </a:prstGeom>
          <a:solidFill>
            <a:schemeClr val="bg1">
              <a:alpha val="20000"/>
            </a:schemeClr>
          </a:solidFill>
          <a:ln w="12700">
            <a:gradFill>
              <a:gsLst>
                <a:gs pos="0">
                  <a:schemeClr val="accent1">
                    <a:lumMod val="5000"/>
                    <a:lumOff val="95000"/>
                  </a:schemeClr>
                </a:gs>
                <a:gs pos="74000">
                  <a:schemeClr val="accent1">
                    <a:lumMod val="45000"/>
                    <a:lumOff val="55000"/>
                  </a:schemeClr>
                </a:gs>
                <a:gs pos="83000">
                  <a:schemeClr val="accent1">
                    <a:lumMod val="45000"/>
                    <a:lumOff val="55000"/>
                  </a:schemeClr>
                </a:gs>
                <a:gs pos="100000">
                  <a:schemeClr val="accent1">
                    <a:lumMod val="30000"/>
                    <a:lumOff val="70000"/>
                  </a:schemeClr>
                </a:gs>
              </a:gsLst>
              <a:lin ang="5400000" scaled="1"/>
            </a:gra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136" name="TextBox 135">
            <a:extLst>
              <a:ext uri="{FF2B5EF4-FFF2-40B4-BE49-F238E27FC236}">
                <a16:creationId xmlns:a16="http://schemas.microsoft.com/office/drawing/2014/main" id="{1D1EB551-5027-41EA-A93B-3C53DCD4DF53}"/>
              </a:ext>
            </a:extLst>
          </p:cNvPr>
          <p:cNvSpPr txBox="1"/>
          <p:nvPr/>
        </p:nvSpPr>
        <p:spPr>
          <a:xfrm>
            <a:off x="-5899283" y="1964179"/>
            <a:ext cx="3383381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uk-UA" sz="2000" dirty="0">
                <a:solidFill>
                  <a:srgbClr val="08EDE8"/>
                </a:solidFill>
                <a:latin typeface="Montserrat Medium" panose="00000600000000000000" pitchFamily="2" charset="-52"/>
              </a:rPr>
              <a:t>Здатний оминати перешкоди на шляху</a:t>
            </a:r>
            <a:endParaRPr lang="ru-RU" sz="2000" dirty="0">
              <a:solidFill>
                <a:srgbClr val="08EDE8"/>
              </a:solidFill>
              <a:latin typeface="Montserrat Medium" panose="00000600000000000000" pitchFamily="2" charset="-52"/>
            </a:endParaRPr>
          </a:p>
        </p:txBody>
      </p:sp>
      <p:sp>
        <p:nvSpPr>
          <p:cNvPr id="137" name="TextBox 136">
            <a:extLst>
              <a:ext uri="{FF2B5EF4-FFF2-40B4-BE49-F238E27FC236}">
                <a16:creationId xmlns:a16="http://schemas.microsoft.com/office/drawing/2014/main" id="{6A2EB4B1-45C1-4412-BA55-651E29DA011C}"/>
              </a:ext>
            </a:extLst>
          </p:cNvPr>
          <p:cNvSpPr txBox="1"/>
          <p:nvPr/>
        </p:nvSpPr>
        <p:spPr>
          <a:xfrm>
            <a:off x="-6424308" y="1810291"/>
            <a:ext cx="448927" cy="10156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uk-UA" sz="6000" dirty="0">
                <a:solidFill>
                  <a:srgbClr val="08EDE8"/>
                </a:solidFill>
                <a:latin typeface="Montserrat Medium" panose="00000600000000000000" pitchFamily="2" charset="-52"/>
              </a:rPr>
              <a:t>2 </a:t>
            </a:r>
            <a:endParaRPr lang="ru-RU" sz="6000" dirty="0"/>
          </a:p>
        </p:txBody>
      </p:sp>
      <p:sp>
        <p:nvSpPr>
          <p:cNvPr id="138" name="!!рам3">
            <a:extLst>
              <a:ext uri="{FF2B5EF4-FFF2-40B4-BE49-F238E27FC236}">
                <a16:creationId xmlns:a16="http://schemas.microsoft.com/office/drawing/2014/main" id="{1909E704-72BE-4E3E-AB6B-C479200A8FC2}"/>
              </a:ext>
            </a:extLst>
          </p:cNvPr>
          <p:cNvSpPr/>
          <p:nvPr/>
        </p:nvSpPr>
        <p:spPr>
          <a:xfrm>
            <a:off x="-6459246" y="2882723"/>
            <a:ext cx="4028093" cy="774606"/>
          </a:xfrm>
          <a:prstGeom prst="roundRect">
            <a:avLst>
              <a:gd name="adj" fmla="val 13165"/>
            </a:avLst>
          </a:prstGeom>
          <a:solidFill>
            <a:schemeClr val="bg1">
              <a:alpha val="20000"/>
            </a:schemeClr>
          </a:solidFill>
          <a:ln w="12700">
            <a:gradFill>
              <a:gsLst>
                <a:gs pos="0">
                  <a:schemeClr val="accent1">
                    <a:lumMod val="5000"/>
                    <a:lumOff val="95000"/>
                  </a:schemeClr>
                </a:gs>
                <a:gs pos="74000">
                  <a:schemeClr val="accent1">
                    <a:lumMod val="45000"/>
                    <a:lumOff val="55000"/>
                  </a:schemeClr>
                </a:gs>
                <a:gs pos="83000">
                  <a:schemeClr val="accent1">
                    <a:lumMod val="45000"/>
                    <a:lumOff val="55000"/>
                  </a:schemeClr>
                </a:gs>
                <a:gs pos="100000">
                  <a:schemeClr val="accent1">
                    <a:lumMod val="30000"/>
                    <a:lumOff val="70000"/>
                  </a:schemeClr>
                </a:gs>
              </a:gsLst>
              <a:lin ang="5400000" scaled="1"/>
            </a:gra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139" name="TextBox 138">
            <a:extLst>
              <a:ext uri="{FF2B5EF4-FFF2-40B4-BE49-F238E27FC236}">
                <a16:creationId xmlns:a16="http://schemas.microsoft.com/office/drawing/2014/main" id="{A00DFD4A-900A-4EB2-ADF6-A434E3E50170}"/>
              </a:ext>
            </a:extLst>
          </p:cNvPr>
          <p:cNvSpPr txBox="1"/>
          <p:nvPr/>
        </p:nvSpPr>
        <p:spPr>
          <a:xfrm>
            <a:off x="-5899283" y="2904700"/>
            <a:ext cx="3383381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uk-UA" sz="2000" dirty="0">
                <a:solidFill>
                  <a:srgbClr val="08EDE8"/>
                </a:solidFill>
                <a:latin typeface="Montserrat Medium" panose="00000600000000000000" pitchFamily="2" charset="-52"/>
              </a:rPr>
              <a:t>Реалізація декількох різних алгоритмів ШІ</a:t>
            </a:r>
            <a:endParaRPr lang="ru-RU" sz="2000" dirty="0">
              <a:solidFill>
                <a:srgbClr val="08EDE8"/>
              </a:solidFill>
              <a:latin typeface="Montserrat Medium" panose="00000600000000000000" pitchFamily="2" charset="-52"/>
            </a:endParaRPr>
          </a:p>
        </p:txBody>
      </p:sp>
      <p:sp>
        <p:nvSpPr>
          <p:cNvPr id="140" name="TextBox 139">
            <a:extLst>
              <a:ext uri="{FF2B5EF4-FFF2-40B4-BE49-F238E27FC236}">
                <a16:creationId xmlns:a16="http://schemas.microsoft.com/office/drawing/2014/main" id="{CD865F8C-2618-4A1B-9DDA-C4A8156BF8BE}"/>
              </a:ext>
            </a:extLst>
          </p:cNvPr>
          <p:cNvSpPr txBox="1"/>
          <p:nvPr/>
        </p:nvSpPr>
        <p:spPr>
          <a:xfrm>
            <a:off x="-6424308" y="2750812"/>
            <a:ext cx="448927" cy="10156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uk-UA" sz="6000" dirty="0">
                <a:solidFill>
                  <a:srgbClr val="08EDE8"/>
                </a:solidFill>
                <a:latin typeface="Montserrat Medium" panose="00000600000000000000" pitchFamily="2" charset="-52"/>
              </a:rPr>
              <a:t>3 </a:t>
            </a:r>
            <a:endParaRPr lang="ru-RU" sz="6000" dirty="0"/>
          </a:p>
        </p:txBody>
      </p:sp>
    </p:spTree>
    <p:extLst>
      <p:ext uri="{BB962C8B-B14F-4D97-AF65-F5344CB8AC3E}">
        <p14:creationId xmlns:p14="http://schemas.microsoft.com/office/powerpoint/2010/main" val="799289497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med">
        <p159:morph option="byObject"/>
      </p:transition>
    </mc:Choice>
    <mc:Fallback xmlns="">
      <p:transition spd="med">
        <p:fade/>
      </p:transition>
    </mc:Fallback>
  </mc:AlternateContent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фон">
            <a:extLst>
              <a:ext uri="{FF2B5EF4-FFF2-40B4-BE49-F238E27FC236}">
                <a16:creationId xmlns:a16="http://schemas.microsoft.com/office/drawing/2014/main" id="{123AAA31-15E5-4CD4-90E0-8BA1499E8700}"/>
              </a:ext>
            </a:extLst>
          </p:cNvPr>
          <p:cNvSpPr/>
          <p:nvPr/>
        </p:nvSpPr>
        <p:spPr>
          <a:xfrm>
            <a:off x="-5" y="0"/>
            <a:ext cx="12192000" cy="6858000"/>
          </a:xfrm>
          <a:prstGeom prst="rect">
            <a:avLst/>
          </a:prstGeom>
          <a:gradFill>
            <a:gsLst>
              <a:gs pos="0">
                <a:srgbClr val="1D1D1D"/>
              </a:gs>
              <a:gs pos="100000">
                <a:srgbClr val="1D1D1D"/>
              </a:gs>
            </a:gsLst>
            <a:path path="circle">
              <a:fillToRect r="100000" b="100000"/>
            </a:path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grpSp>
        <p:nvGrpSpPr>
          <p:cNvPr id="62" name="18х12 сетка">
            <a:extLst>
              <a:ext uri="{FF2B5EF4-FFF2-40B4-BE49-F238E27FC236}">
                <a16:creationId xmlns:a16="http://schemas.microsoft.com/office/drawing/2014/main" id="{B3CD36E5-6234-4C3A-BED7-A5B1ADB7FF62}"/>
              </a:ext>
            </a:extLst>
          </p:cNvPr>
          <p:cNvGrpSpPr/>
          <p:nvPr/>
        </p:nvGrpSpPr>
        <p:grpSpPr>
          <a:xfrm>
            <a:off x="-8" y="0"/>
            <a:ext cx="12192007" cy="6858000"/>
            <a:chOff x="-2" y="0"/>
            <a:chExt cx="12192002" cy="6858000"/>
          </a:xfrm>
        </p:grpSpPr>
        <p:grpSp>
          <p:nvGrpSpPr>
            <p:cNvPr id="68" name="Группа 67">
              <a:extLst>
                <a:ext uri="{FF2B5EF4-FFF2-40B4-BE49-F238E27FC236}">
                  <a16:creationId xmlns:a16="http://schemas.microsoft.com/office/drawing/2014/main" id="{058C4490-79C4-45FE-AACB-69EA39D66F8A}"/>
                </a:ext>
              </a:extLst>
            </p:cNvPr>
            <p:cNvGrpSpPr/>
            <p:nvPr/>
          </p:nvGrpSpPr>
          <p:grpSpPr>
            <a:xfrm>
              <a:off x="-2" y="0"/>
              <a:ext cx="12192000" cy="6858000"/>
              <a:chOff x="-2" y="0"/>
              <a:chExt cx="8750502" cy="6858000"/>
            </a:xfrm>
            <a:noFill/>
          </p:grpSpPr>
          <p:sp>
            <p:nvSpPr>
              <p:cNvPr id="86" name="Прямоугольник 85">
                <a:extLst>
                  <a:ext uri="{FF2B5EF4-FFF2-40B4-BE49-F238E27FC236}">
                    <a16:creationId xmlns:a16="http://schemas.microsoft.com/office/drawing/2014/main" id="{7E2552AE-C149-4D44-83AB-0888AFBDFEF2}"/>
                  </a:ext>
                </a:extLst>
              </p:cNvPr>
              <p:cNvSpPr/>
              <p:nvPr/>
            </p:nvSpPr>
            <p:spPr>
              <a:xfrm>
                <a:off x="-2" y="0"/>
                <a:ext cx="486139" cy="68580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87" name="Прямоугольник 86">
                <a:extLst>
                  <a:ext uri="{FF2B5EF4-FFF2-40B4-BE49-F238E27FC236}">
                    <a16:creationId xmlns:a16="http://schemas.microsoft.com/office/drawing/2014/main" id="{208E4854-E973-4CC6-AC53-D304668D8FD7}"/>
                  </a:ext>
                </a:extLst>
              </p:cNvPr>
              <p:cNvSpPr/>
              <p:nvPr/>
            </p:nvSpPr>
            <p:spPr>
              <a:xfrm>
                <a:off x="486137" y="0"/>
                <a:ext cx="486139" cy="68580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88" name="Прямоугольник 87">
                <a:extLst>
                  <a:ext uri="{FF2B5EF4-FFF2-40B4-BE49-F238E27FC236}">
                    <a16:creationId xmlns:a16="http://schemas.microsoft.com/office/drawing/2014/main" id="{B6F0D48E-117A-4741-85D4-54A79EEA2DFD}"/>
                  </a:ext>
                </a:extLst>
              </p:cNvPr>
              <p:cNvSpPr/>
              <p:nvPr/>
            </p:nvSpPr>
            <p:spPr>
              <a:xfrm>
                <a:off x="972276" y="0"/>
                <a:ext cx="486139" cy="68580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89" name="Прямоугольник 88">
                <a:extLst>
                  <a:ext uri="{FF2B5EF4-FFF2-40B4-BE49-F238E27FC236}">
                    <a16:creationId xmlns:a16="http://schemas.microsoft.com/office/drawing/2014/main" id="{FC8BE352-D19F-4FF7-B5F5-9F888B8D184B}"/>
                  </a:ext>
                </a:extLst>
              </p:cNvPr>
              <p:cNvSpPr/>
              <p:nvPr/>
            </p:nvSpPr>
            <p:spPr>
              <a:xfrm>
                <a:off x="1458415" y="0"/>
                <a:ext cx="486139" cy="68580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100" name="Прямоугольник 99">
                <a:extLst>
                  <a:ext uri="{FF2B5EF4-FFF2-40B4-BE49-F238E27FC236}">
                    <a16:creationId xmlns:a16="http://schemas.microsoft.com/office/drawing/2014/main" id="{7A365643-F78E-4764-9982-E39237A1F247}"/>
                  </a:ext>
                </a:extLst>
              </p:cNvPr>
              <p:cNvSpPr/>
              <p:nvPr/>
            </p:nvSpPr>
            <p:spPr>
              <a:xfrm>
                <a:off x="1944554" y="0"/>
                <a:ext cx="486139" cy="68580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101" name="Прямоугольник 100">
                <a:extLst>
                  <a:ext uri="{FF2B5EF4-FFF2-40B4-BE49-F238E27FC236}">
                    <a16:creationId xmlns:a16="http://schemas.microsoft.com/office/drawing/2014/main" id="{2BD627C7-E89C-42EC-B764-AAEBC644B4ED}"/>
                  </a:ext>
                </a:extLst>
              </p:cNvPr>
              <p:cNvSpPr/>
              <p:nvPr/>
            </p:nvSpPr>
            <p:spPr>
              <a:xfrm>
                <a:off x="2430693" y="0"/>
                <a:ext cx="486139" cy="68580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102" name="Прямоугольник 101">
                <a:extLst>
                  <a:ext uri="{FF2B5EF4-FFF2-40B4-BE49-F238E27FC236}">
                    <a16:creationId xmlns:a16="http://schemas.microsoft.com/office/drawing/2014/main" id="{BE631F47-4B73-4971-BA95-D82629DFFDCE}"/>
                  </a:ext>
                </a:extLst>
              </p:cNvPr>
              <p:cNvSpPr/>
              <p:nvPr/>
            </p:nvSpPr>
            <p:spPr>
              <a:xfrm>
                <a:off x="2916832" y="0"/>
                <a:ext cx="486139" cy="68580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103" name="Прямоугольник 102">
                <a:extLst>
                  <a:ext uri="{FF2B5EF4-FFF2-40B4-BE49-F238E27FC236}">
                    <a16:creationId xmlns:a16="http://schemas.microsoft.com/office/drawing/2014/main" id="{D63641B2-1ECC-4C32-9365-D89BF5C7E705}"/>
                  </a:ext>
                </a:extLst>
              </p:cNvPr>
              <p:cNvSpPr/>
              <p:nvPr/>
            </p:nvSpPr>
            <p:spPr>
              <a:xfrm>
                <a:off x="3402971" y="0"/>
                <a:ext cx="486139" cy="68580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104" name="Прямоугольник 103">
                <a:extLst>
                  <a:ext uri="{FF2B5EF4-FFF2-40B4-BE49-F238E27FC236}">
                    <a16:creationId xmlns:a16="http://schemas.microsoft.com/office/drawing/2014/main" id="{3EF7A471-F0D8-4EB3-AF40-721137F4ACEA}"/>
                  </a:ext>
                </a:extLst>
              </p:cNvPr>
              <p:cNvSpPr/>
              <p:nvPr/>
            </p:nvSpPr>
            <p:spPr>
              <a:xfrm>
                <a:off x="3889110" y="0"/>
                <a:ext cx="486139" cy="68580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105" name="Прямоугольник 104">
                <a:extLst>
                  <a:ext uri="{FF2B5EF4-FFF2-40B4-BE49-F238E27FC236}">
                    <a16:creationId xmlns:a16="http://schemas.microsoft.com/office/drawing/2014/main" id="{A7262BF0-60B8-4450-B2A6-5A2076D5D9B4}"/>
                  </a:ext>
                </a:extLst>
              </p:cNvPr>
              <p:cNvSpPr/>
              <p:nvPr/>
            </p:nvSpPr>
            <p:spPr>
              <a:xfrm>
                <a:off x="4375249" y="0"/>
                <a:ext cx="486139" cy="68580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106" name="Прямоугольник 105">
                <a:extLst>
                  <a:ext uri="{FF2B5EF4-FFF2-40B4-BE49-F238E27FC236}">
                    <a16:creationId xmlns:a16="http://schemas.microsoft.com/office/drawing/2014/main" id="{67F7441A-18F7-4A13-931B-FD8BEDEFA8BB}"/>
                  </a:ext>
                </a:extLst>
              </p:cNvPr>
              <p:cNvSpPr/>
              <p:nvPr/>
            </p:nvSpPr>
            <p:spPr>
              <a:xfrm>
                <a:off x="4861388" y="0"/>
                <a:ext cx="486139" cy="68580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107" name="Прямоугольник 106">
                <a:extLst>
                  <a:ext uri="{FF2B5EF4-FFF2-40B4-BE49-F238E27FC236}">
                    <a16:creationId xmlns:a16="http://schemas.microsoft.com/office/drawing/2014/main" id="{20942736-BBF0-45AC-ADCA-22E1CF1790CA}"/>
                  </a:ext>
                </a:extLst>
              </p:cNvPr>
              <p:cNvSpPr/>
              <p:nvPr/>
            </p:nvSpPr>
            <p:spPr>
              <a:xfrm>
                <a:off x="5347527" y="0"/>
                <a:ext cx="486139" cy="68580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108" name="Прямоугольник 107">
                <a:extLst>
                  <a:ext uri="{FF2B5EF4-FFF2-40B4-BE49-F238E27FC236}">
                    <a16:creationId xmlns:a16="http://schemas.microsoft.com/office/drawing/2014/main" id="{4CF93E4B-DF1A-4610-92B1-4AC7BB6988B1}"/>
                  </a:ext>
                </a:extLst>
              </p:cNvPr>
              <p:cNvSpPr/>
              <p:nvPr/>
            </p:nvSpPr>
            <p:spPr>
              <a:xfrm>
                <a:off x="5833666" y="0"/>
                <a:ext cx="486139" cy="68580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109" name="Прямоугольник 108">
                <a:extLst>
                  <a:ext uri="{FF2B5EF4-FFF2-40B4-BE49-F238E27FC236}">
                    <a16:creationId xmlns:a16="http://schemas.microsoft.com/office/drawing/2014/main" id="{4421E6CB-B79F-4985-AC9F-EF634819E1F6}"/>
                  </a:ext>
                </a:extLst>
              </p:cNvPr>
              <p:cNvSpPr/>
              <p:nvPr/>
            </p:nvSpPr>
            <p:spPr>
              <a:xfrm>
                <a:off x="6319805" y="0"/>
                <a:ext cx="486139" cy="68580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110" name="Прямоугольник 109">
                <a:extLst>
                  <a:ext uri="{FF2B5EF4-FFF2-40B4-BE49-F238E27FC236}">
                    <a16:creationId xmlns:a16="http://schemas.microsoft.com/office/drawing/2014/main" id="{22EC2E10-D1BB-43A7-B5AC-1A67618D86DD}"/>
                  </a:ext>
                </a:extLst>
              </p:cNvPr>
              <p:cNvSpPr/>
              <p:nvPr/>
            </p:nvSpPr>
            <p:spPr>
              <a:xfrm>
                <a:off x="6805944" y="0"/>
                <a:ext cx="486139" cy="68580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111" name="Прямоугольник 110">
                <a:extLst>
                  <a:ext uri="{FF2B5EF4-FFF2-40B4-BE49-F238E27FC236}">
                    <a16:creationId xmlns:a16="http://schemas.microsoft.com/office/drawing/2014/main" id="{903A5950-D35B-4110-A561-2760E9105C91}"/>
                  </a:ext>
                </a:extLst>
              </p:cNvPr>
              <p:cNvSpPr/>
              <p:nvPr/>
            </p:nvSpPr>
            <p:spPr>
              <a:xfrm>
                <a:off x="7292083" y="0"/>
                <a:ext cx="486139" cy="68580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112" name="Прямоугольник 111">
                <a:extLst>
                  <a:ext uri="{FF2B5EF4-FFF2-40B4-BE49-F238E27FC236}">
                    <a16:creationId xmlns:a16="http://schemas.microsoft.com/office/drawing/2014/main" id="{CB92CC41-F5C9-4C7C-AA2C-93C882CEA916}"/>
                  </a:ext>
                </a:extLst>
              </p:cNvPr>
              <p:cNvSpPr/>
              <p:nvPr/>
            </p:nvSpPr>
            <p:spPr>
              <a:xfrm>
                <a:off x="7778222" y="0"/>
                <a:ext cx="486139" cy="68580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113" name="Прямоугольник 112">
                <a:extLst>
                  <a:ext uri="{FF2B5EF4-FFF2-40B4-BE49-F238E27FC236}">
                    <a16:creationId xmlns:a16="http://schemas.microsoft.com/office/drawing/2014/main" id="{84F3766D-387C-4BCF-9467-7E7C69DFE17C}"/>
                  </a:ext>
                </a:extLst>
              </p:cNvPr>
              <p:cNvSpPr/>
              <p:nvPr/>
            </p:nvSpPr>
            <p:spPr>
              <a:xfrm>
                <a:off x="8264361" y="0"/>
                <a:ext cx="486139" cy="68580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</p:grpSp>
        <p:grpSp>
          <p:nvGrpSpPr>
            <p:cNvPr id="69" name="Группа 68">
              <a:extLst>
                <a:ext uri="{FF2B5EF4-FFF2-40B4-BE49-F238E27FC236}">
                  <a16:creationId xmlns:a16="http://schemas.microsoft.com/office/drawing/2014/main" id="{661AE684-D580-489B-83A6-7B752ABDD836}"/>
                </a:ext>
              </a:extLst>
            </p:cNvPr>
            <p:cNvGrpSpPr/>
            <p:nvPr/>
          </p:nvGrpSpPr>
          <p:grpSpPr>
            <a:xfrm>
              <a:off x="0" y="0"/>
              <a:ext cx="12192000" cy="6858000"/>
              <a:chOff x="0" y="0"/>
              <a:chExt cx="12192000" cy="6400800"/>
            </a:xfrm>
            <a:noFill/>
          </p:grpSpPr>
          <p:sp>
            <p:nvSpPr>
              <p:cNvPr id="70" name="Прямоугольник 69">
                <a:extLst>
                  <a:ext uri="{FF2B5EF4-FFF2-40B4-BE49-F238E27FC236}">
                    <a16:creationId xmlns:a16="http://schemas.microsoft.com/office/drawing/2014/main" id="{35A4AE5D-CC26-4ADD-B50A-33492E34BA44}"/>
                  </a:ext>
                </a:extLst>
              </p:cNvPr>
              <p:cNvSpPr/>
              <p:nvPr/>
            </p:nvSpPr>
            <p:spPr>
              <a:xfrm>
                <a:off x="0" y="0"/>
                <a:ext cx="12192000" cy="5334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71" name="Прямоугольник 70">
                <a:extLst>
                  <a:ext uri="{FF2B5EF4-FFF2-40B4-BE49-F238E27FC236}">
                    <a16:creationId xmlns:a16="http://schemas.microsoft.com/office/drawing/2014/main" id="{A904FD80-26F8-418D-98CB-EF7667B84B9F}"/>
                  </a:ext>
                </a:extLst>
              </p:cNvPr>
              <p:cNvSpPr/>
              <p:nvPr/>
            </p:nvSpPr>
            <p:spPr>
              <a:xfrm>
                <a:off x="0" y="533400"/>
                <a:ext cx="12192000" cy="5334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74" name="Прямоугольник 73">
                <a:extLst>
                  <a:ext uri="{FF2B5EF4-FFF2-40B4-BE49-F238E27FC236}">
                    <a16:creationId xmlns:a16="http://schemas.microsoft.com/office/drawing/2014/main" id="{F377F6D9-F703-420E-9370-A4000E8BC6EC}"/>
                  </a:ext>
                </a:extLst>
              </p:cNvPr>
              <p:cNvSpPr/>
              <p:nvPr/>
            </p:nvSpPr>
            <p:spPr>
              <a:xfrm>
                <a:off x="0" y="1066800"/>
                <a:ext cx="12192000" cy="5334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75" name="Прямоугольник 74">
                <a:extLst>
                  <a:ext uri="{FF2B5EF4-FFF2-40B4-BE49-F238E27FC236}">
                    <a16:creationId xmlns:a16="http://schemas.microsoft.com/office/drawing/2014/main" id="{EE45EA95-E9A8-4C8A-9EFC-F124CD6E39B7}"/>
                  </a:ext>
                </a:extLst>
              </p:cNvPr>
              <p:cNvSpPr/>
              <p:nvPr/>
            </p:nvSpPr>
            <p:spPr>
              <a:xfrm>
                <a:off x="0" y="1600200"/>
                <a:ext cx="12192000" cy="5334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76" name="Прямоугольник 75">
                <a:extLst>
                  <a:ext uri="{FF2B5EF4-FFF2-40B4-BE49-F238E27FC236}">
                    <a16:creationId xmlns:a16="http://schemas.microsoft.com/office/drawing/2014/main" id="{D4B0BAA9-CAD8-43C6-85E7-B42E9228D155}"/>
                  </a:ext>
                </a:extLst>
              </p:cNvPr>
              <p:cNvSpPr/>
              <p:nvPr/>
            </p:nvSpPr>
            <p:spPr>
              <a:xfrm>
                <a:off x="0" y="2133600"/>
                <a:ext cx="12192000" cy="5334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77" name="Прямоугольник 76">
                <a:extLst>
                  <a:ext uri="{FF2B5EF4-FFF2-40B4-BE49-F238E27FC236}">
                    <a16:creationId xmlns:a16="http://schemas.microsoft.com/office/drawing/2014/main" id="{4D49B1A5-D301-46DF-8E6A-26BE5EC5F99C}"/>
                  </a:ext>
                </a:extLst>
              </p:cNvPr>
              <p:cNvSpPr/>
              <p:nvPr/>
            </p:nvSpPr>
            <p:spPr>
              <a:xfrm>
                <a:off x="0" y="2667000"/>
                <a:ext cx="12192000" cy="5334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78" name="Прямоугольник 77">
                <a:extLst>
                  <a:ext uri="{FF2B5EF4-FFF2-40B4-BE49-F238E27FC236}">
                    <a16:creationId xmlns:a16="http://schemas.microsoft.com/office/drawing/2014/main" id="{D33CCEC1-4F3F-4C18-A464-CCF35EC559C6}"/>
                  </a:ext>
                </a:extLst>
              </p:cNvPr>
              <p:cNvSpPr/>
              <p:nvPr/>
            </p:nvSpPr>
            <p:spPr>
              <a:xfrm>
                <a:off x="0" y="3200400"/>
                <a:ext cx="12192000" cy="5334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79" name="Прямоугольник 78">
                <a:extLst>
                  <a:ext uri="{FF2B5EF4-FFF2-40B4-BE49-F238E27FC236}">
                    <a16:creationId xmlns:a16="http://schemas.microsoft.com/office/drawing/2014/main" id="{D1AF7ABD-7026-4189-83CA-53D628B0D14C}"/>
                  </a:ext>
                </a:extLst>
              </p:cNvPr>
              <p:cNvSpPr/>
              <p:nvPr/>
            </p:nvSpPr>
            <p:spPr>
              <a:xfrm>
                <a:off x="0" y="3733800"/>
                <a:ext cx="12192000" cy="5334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80" name="Прямоугольник 79">
                <a:extLst>
                  <a:ext uri="{FF2B5EF4-FFF2-40B4-BE49-F238E27FC236}">
                    <a16:creationId xmlns:a16="http://schemas.microsoft.com/office/drawing/2014/main" id="{8DBF17EE-9D40-40B0-9121-18053F82C4C6}"/>
                  </a:ext>
                </a:extLst>
              </p:cNvPr>
              <p:cNvSpPr/>
              <p:nvPr/>
            </p:nvSpPr>
            <p:spPr>
              <a:xfrm>
                <a:off x="0" y="4267200"/>
                <a:ext cx="12192000" cy="5334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81" name="Прямоугольник 80">
                <a:extLst>
                  <a:ext uri="{FF2B5EF4-FFF2-40B4-BE49-F238E27FC236}">
                    <a16:creationId xmlns:a16="http://schemas.microsoft.com/office/drawing/2014/main" id="{B648A457-FEF3-4422-B2B6-6C6DA0816277}"/>
                  </a:ext>
                </a:extLst>
              </p:cNvPr>
              <p:cNvSpPr/>
              <p:nvPr/>
            </p:nvSpPr>
            <p:spPr>
              <a:xfrm>
                <a:off x="0" y="4800600"/>
                <a:ext cx="12192000" cy="5334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82" name="Прямоугольник 81">
                <a:extLst>
                  <a:ext uri="{FF2B5EF4-FFF2-40B4-BE49-F238E27FC236}">
                    <a16:creationId xmlns:a16="http://schemas.microsoft.com/office/drawing/2014/main" id="{8D38DBB3-E87C-433D-BBCB-F073E603DBC3}"/>
                  </a:ext>
                </a:extLst>
              </p:cNvPr>
              <p:cNvSpPr/>
              <p:nvPr/>
            </p:nvSpPr>
            <p:spPr>
              <a:xfrm>
                <a:off x="0" y="5334000"/>
                <a:ext cx="12192000" cy="5334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85" name="Прямоугольник 84">
                <a:extLst>
                  <a:ext uri="{FF2B5EF4-FFF2-40B4-BE49-F238E27FC236}">
                    <a16:creationId xmlns:a16="http://schemas.microsoft.com/office/drawing/2014/main" id="{AF8A0BA6-A1D4-4F25-AEA3-0C457ED99146}"/>
                  </a:ext>
                </a:extLst>
              </p:cNvPr>
              <p:cNvSpPr/>
              <p:nvPr/>
            </p:nvSpPr>
            <p:spPr>
              <a:xfrm>
                <a:off x="0" y="5867400"/>
                <a:ext cx="12192000" cy="5334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</p:grpSp>
      </p:grpSp>
      <p:cxnSp>
        <p:nvCxnSpPr>
          <p:cNvPr id="83" name="вертикаль">
            <a:extLst>
              <a:ext uri="{FF2B5EF4-FFF2-40B4-BE49-F238E27FC236}">
                <a16:creationId xmlns:a16="http://schemas.microsoft.com/office/drawing/2014/main" id="{DCD21CE6-7B73-44C8-ABED-2B45E79B26CF}"/>
              </a:ext>
            </a:extLst>
          </p:cNvPr>
          <p:cNvCxnSpPr>
            <a:cxnSpLocks/>
          </p:cNvCxnSpPr>
          <p:nvPr/>
        </p:nvCxnSpPr>
        <p:spPr>
          <a:xfrm>
            <a:off x="11495307" y="21834"/>
            <a:ext cx="19354" cy="6872452"/>
          </a:xfrm>
          <a:prstGeom prst="line">
            <a:avLst/>
          </a:prstGeom>
          <a:ln w="12700">
            <a:solidFill>
              <a:srgbClr val="08EDE8">
                <a:alpha val="50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3" name="декор">
            <a:extLst>
              <a:ext uri="{FF2B5EF4-FFF2-40B4-BE49-F238E27FC236}">
                <a16:creationId xmlns:a16="http://schemas.microsoft.com/office/drawing/2014/main" id="{49274652-B192-EDCA-1B55-F082F3B88EF7}"/>
              </a:ext>
            </a:extLst>
          </p:cNvPr>
          <p:cNvSpPr txBox="1"/>
          <p:nvPr/>
        </p:nvSpPr>
        <p:spPr>
          <a:xfrm>
            <a:off x="1" y="6222657"/>
            <a:ext cx="12191994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600" dirty="0">
                <a:solidFill>
                  <a:srgbClr val="06A29E">
                    <a:alpha val="10000"/>
                  </a:srgbClr>
                </a:solidFill>
                <a:latin typeface="Segoe UI Black" panose="020B0A02040204020203" pitchFamily="34" charset="0"/>
                <a:ea typeface="Segoe UI Black" panose="020B0A02040204020203" pitchFamily="34" charset="0"/>
              </a:rPr>
              <a:t>Project: Artificial Intelligence</a:t>
            </a:r>
            <a:endParaRPr lang="ru-UA" sz="3600" dirty="0">
              <a:solidFill>
                <a:srgbClr val="06A29E">
                  <a:alpha val="10000"/>
                </a:srgbClr>
              </a:solidFill>
              <a:latin typeface="Segoe UI Black" panose="020B0A02040204020203" pitchFamily="34" charset="0"/>
              <a:ea typeface="Segoe UI Black" panose="020B0A02040204020203" pitchFamily="34" charset="0"/>
            </a:endParaRP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D62BF7BF-BC4B-4325-B8D1-9BAC365E2B8B}"/>
              </a:ext>
            </a:extLst>
          </p:cNvPr>
          <p:cNvSpPr txBox="1"/>
          <p:nvPr/>
        </p:nvSpPr>
        <p:spPr>
          <a:xfrm>
            <a:off x="86517" y="73778"/>
            <a:ext cx="6431417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uk-UA" sz="2800" dirty="0">
                <a:solidFill>
                  <a:srgbClr val="08EDE8"/>
                </a:solidFill>
                <a:latin typeface="Montserrat SemiBold" panose="00000700000000000000" pitchFamily="2" charset="-52"/>
              </a:rPr>
              <a:t>Дослідження: постановка задачі</a:t>
            </a:r>
            <a:endParaRPr lang="ru-RU" sz="2800" dirty="0">
              <a:solidFill>
                <a:srgbClr val="08EDE8"/>
              </a:solidFill>
              <a:latin typeface="Montserrat SemiBold" panose="00000700000000000000" pitchFamily="2" charset="-52"/>
            </a:endParaRPr>
          </a:p>
        </p:txBody>
      </p:sp>
      <p:sp>
        <p:nvSpPr>
          <p:cNvPr id="58" name="Прямоугольник: скругленные углы 57">
            <a:extLst>
              <a:ext uri="{FF2B5EF4-FFF2-40B4-BE49-F238E27FC236}">
                <a16:creationId xmlns:a16="http://schemas.microsoft.com/office/drawing/2014/main" id="{C3C80F1D-04D5-4BDD-AEB7-EA7CEE0BD04A}"/>
              </a:ext>
            </a:extLst>
          </p:cNvPr>
          <p:cNvSpPr/>
          <p:nvPr/>
        </p:nvSpPr>
        <p:spPr>
          <a:xfrm>
            <a:off x="14225938" y="1692665"/>
            <a:ext cx="4027166" cy="3885385"/>
          </a:xfrm>
          <a:prstGeom prst="roundRect">
            <a:avLst>
              <a:gd name="adj" fmla="val 5898"/>
            </a:avLst>
          </a:prstGeom>
          <a:gradFill>
            <a:gsLst>
              <a:gs pos="0">
                <a:schemeClr val="bg1">
                  <a:alpha val="20000"/>
                </a:schemeClr>
              </a:gs>
              <a:gs pos="100000">
                <a:srgbClr val="08EDE8">
                  <a:alpha val="40000"/>
                </a:srgbClr>
              </a:gs>
            </a:gsLst>
            <a:lin ang="5400000" scaled="1"/>
          </a:gradFill>
          <a:ln w="12700">
            <a:gradFill>
              <a:gsLst>
                <a:gs pos="0">
                  <a:schemeClr val="accent1">
                    <a:lumMod val="5000"/>
                    <a:lumOff val="95000"/>
                  </a:schemeClr>
                </a:gs>
                <a:gs pos="74000">
                  <a:schemeClr val="accent1">
                    <a:lumMod val="45000"/>
                    <a:lumOff val="55000"/>
                  </a:schemeClr>
                </a:gs>
                <a:gs pos="83000">
                  <a:schemeClr val="accent1">
                    <a:lumMod val="45000"/>
                    <a:lumOff val="55000"/>
                  </a:schemeClr>
                </a:gs>
                <a:gs pos="100000">
                  <a:schemeClr val="accent1">
                    <a:lumMod val="30000"/>
                    <a:lumOff val="70000"/>
                  </a:schemeClr>
                </a:gs>
              </a:gsLst>
              <a:lin ang="5400000" scaled="1"/>
            </a:gra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B801B2B4-64B5-42D7-B659-E983368C181A}"/>
              </a:ext>
            </a:extLst>
          </p:cNvPr>
          <p:cNvSpPr txBox="1"/>
          <p:nvPr/>
        </p:nvSpPr>
        <p:spPr>
          <a:xfrm>
            <a:off x="14221178" y="1745908"/>
            <a:ext cx="4023217" cy="584775"/>
          </a:xfrm>
          <a:prstGeom prst="rect">
            <a:avLst/>
          </a:prstGeom>
        </p:spPr>
        <p:txBody>
          <a:bodyPr wrap="square" rtlCol="0">
            <a:spAutoFit/>
          </a:bodyPr>
          <a:lstStyle/>
          <a:p>
            <a:pPr algn="ctr"/>
            <a:r>
              <a:rPr lang="en-US" sz="3200" dirty="0">
                <a:solidFill>
                  <a:srgbClr val="08EDE8"/>
                </a:solidFill>
                <a:latin typeface="Segoe UI Black" panose="020B0A02040204020203" pitchFamily="34" charset="0"/>
                <a:ea typeface="Segoe UI Black" panose="020B0A02040204020203" pitchFamily="34" charset="0"/>
              </a:rPr>
              <a:t>ML AI</a:t>
            </a:r>
            <a:endParaRPr lang="ru-RU" sz="3200" dirty="0">
              <a:solidFill>
                <a:srgbClr val="08EDE8"/>
              </a:solidFill>
              <a:latin typeface="Segoe UI Black" panose="020B0A02040204020203" pitchFamily="34" charset="0"/>
              <a:ea typeface="Segoe UI Black" panose="020B0A02040204020203" pitchFamily="34" charset="0"/>
            </a:endParaRP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F0212F1A-6E6A-4AEA-A22B-442E99550D3E}"/>
              </a:ext>
            </a:extLst>
          </p:cNvPr>
          <p:cNvSpPr txBox="1"/>
          <p:nvPr/>
        </p:nvSpPr>
        <p:spPr>
          <a:xfrm>
            <a:off x="14236062" y="2172907"/>
            <a:ext cx="4011762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00" dirty="0">
                <a:solidFill>
                  <a:srgbClr val="08EDE8"/>
                </a:solidFill>
                <a:latin typeface="Montserrat Medium" panose="00000600000000000000" pitchFamily="2" charset="-52"/>
              </a:rPr>
              <a:t>Machine Learning AI</a:t>
            </a:r>
            <a:endParaRPr lang="ru-RU" sz="2000" dirty="0">
              <a:solidFill>
                <a:srgbClr val="08EDE8"/>
              </a:solidFill>
              <a:latin typeface="Montserrat Medium" panose="00000600000000000000" pitchFamily="2" charset="-52"/>
            </a:endParaRPr>
          </a:p>
        </p:txBody>
      </p:sp>
      <p:pic>
        <p:nvPicPr>
          <p:cNvPr id="8" name="Рисунок 7">
            <a:extLst>
              <a:ext uri="{FF2B5EF4-FFF2-40B4-BE49-F238E27FC236}">
                <a16:creationId xmlns:a16="http://schemas.microsoft.com/office/drawing/2014/main" id="{BAAC9BAC-774C-414E-83C1-565C4906FD9D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3174" t="7067" r="26172" b="22507"/>
          <a:stretch/>
        </p:blipFill>
        <p:spPr>
          <a:xfrm>
            <a:off x="14833003" y="2947733"/>
            <a:ext cx="2776200" cy="2625374"/>
          </a:xfrm>
          <a:prstGeom prst="rect">
            <a:avLst/>
          </a:prstGeom>
        </p:spPr>
      </p:pic>
      <p:sp>
        <p:nvSpPr>
          <p:cNvPr id="67" name="Прямоугольник: скругленные углы 66">
            <a:extLst>
              <a:ext uri="{FF2B5EF4-FFF2-40B4-BE49-F238E27FC236}">
                <a16:creationId xmlns:a16="http://schemas.microsoft.com/office/drawing/2014/main" id="{AAA9DBA0-76A5-480D-9EAC-85665D8CA890}"/>
              </a:ext>
            </a:extLst>
          </p:cNvPr>
          <p:cNvSpPr/>
          <p:nvPr/>
        </p:nvSpPr>
        <p:spPr>
          <a:xfrm>
            <a:off x="5795653" y="-3435202"/>
            <a:ext cx="5026138" cy="1736335"/>
          </a:xfrm>
          <a:prstGeom prst="roundRect">
            <a:avLst>
              <a:gd name="adj" fmla="val 13520"/>
            </a:avLst>
          </a:prstGeom>
          <a:solidFill>
            <a:schemeClr val="bg1">
              <a:alpha val="20000"/>
            </a:schemeClr>
          </a:solidFill>
          <a:ln w="12700">
            <a:gradFill>
              <a:gsLst>
                <a:gs pos="0">
                  <a:schemeClr val="accent1">
                    <a:lumMod val="5000"/>
                    <a:lumOff val="95000"/>
                  </a:schemeClr>
                </a:gs>
                <a:gs pos="74000">
                  <a:schemeClr val="accent1">
                    <a:lumMod val="45000"/>
                    <a:lumOff val="55000"/>
                  </a:schemeClr>
                </a:gs>
                <a:gs pos="83000">
                  <a:schemeClr val="accent1">
                    <a:lumMod val="45000"/>
                    <a:lumOff val="55000"/>
                  </a:schemeClr>
                </a:gs>
                <a:gs pos="100000">
                  <a:schemeClr val="accent1">
                    <a:lumMod val="30000"/>
                    <a:lumOff val="70000"/>
                  </a:schemeClr>
                </a:gs>
              </a:gsLst>
              <a:lin ang="5400000" scaled="1"/>
            </a:gra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73" name="Прямоугольник: скругленные углы 72">
            <a:extLst>
              <a:ext uri="{FF2B5EF4-FFF2-40B4-BE49-F238E27FC236}">
                <a16:creationId xmlns:a16="http://schemas.microsoft.com/office/drawing/2014/main" id="{BF0233C6-E958-4544-9733-C8FCC30BA52B}"/>
              </a:ext>
            </a:extLst>
          </p:cNvPr>
          <p:cNvSpPr/>
          <p:nvPr/>
        </p:nvSpPr>
        <p:spPr>
          <a:xfrm>
            <a:off x="5795653" y="8016501"/>
            <a:ext cx="5037861" cy="1736335"/>
          </a:xfrm>
          <a:prstGeom prst="roundRect">
            <a:avLst>
              <a:gd name="adj" fmla="val 13520"/>
            </a:avLst>
          </a:prstGeom>
          <a:solidFill>
            <a:schemeClr val="bg1">
              <a:alpha val="20000"/>
            </a:schemeClr>
          </a:solidFill>
          <a:ln w="12700">
            <a:gradFill>
              <a:gsLst>
                <a:gs pos="0">
                  <a:schemeClr val="accent1">
                    <a:lumMod val="5000"/>
                    <a:lumOff val="95000"/>
                  </a:schemeClr>
                </a:gs>
                <a:gs pos="74000">
                  <a:schemeClr val="accent1">
                    <a:lumMod val="45000"/>
                    <a:lumOff val="55000"/>
                  </a:schemeClr>
                </a:gs>
                <a:gs pos="83000">
                  <a:schemeClr val="accent1">
                    <a:lumMod val="45000"/>
                    <a:lumOff val="55000"/>
                  </a:schemeClr>
                </a:gs>
                <a:gs pos="100000">
                  <a:schemeClr val="accent1">
                    <a:lumMod val="30000"/>
                    <a:lumOff val="70000"/>
                  </a:schemeClr>
                </a:gs>
              </a:gsLst>
              <a:lin ang="5400000" scaled="1"/>
            </a:gra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90" name="TextBox 89">
            <a:extLst>
              <a:ext uri="{FF2B5EF4-FFF2-40B4-BE49-F238E27FC236}">
                <a16:creationId xmlns:a16="http://schemas.microsoft.com/office/drawing/2014/main" id="{3B7313FE-5474-4CC0-B7B2-DD77A486B19F}"/>
              </a:ext>
            </a:extLst>
          </p:cNvPr>
          <p:cNvSpPr txBox="1"/>
          <p:nvPr/>
        </p:nvSpPr>
        <p:spPr>
          <a:xfrm>
            <a:off x="6040326" y="-3167443"/>
            <a:ext cx="4375064" cy="116955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uk-UA" sz="1400" dirty="0">
                <a:solidFill>
                  <a:schemeClr val="bg1"/>
                </a:solidFill>
                <a:latin typeface="Montserrat Medium" panose="00000600000000000000" pitchFamily="2" charset="-52"/>
              </a:rPr>
              <a:t>На відміну від усіх попередніх реалізацій ШІ, Штучний Інтелект на основі машинного навчання не має попередньо заданого алгоритму і навчається самостійно на основі вхідних даних і власному досвіді. </a:t>
            </a:r>
          </a:p>
        </p:txBody>
      </p:sp>
      <p:sp>
        <p:nvSpPr>
          <p:cNvPr id="91" name="TextBox 90">
            <a:extLst>
              <a:ext uri="{FF2B5EF4-FFF2-40B4-BE49-F238E27FC236}">
                <a16:creationId xmlns:a16="http://schemas.microsoft.com/office/drawing/2014/main" id="{F4E9B8FC-939B-43E5-A788-6EEDB8380A06}"/>
              </a:ext>
            </a:extLst>
          </p:cNvPr>
          <p:cNvSpPr txBox="1"/>
          <p:nvPr/>
        </p:nvSpPr>
        <p:spPr>
          <a:xfrm>
            <a:off x="6040326" y="8180229"/>
            <a:ext cx="4623130" cy="138499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uk-UA" sz="1400" dirty="0" err="1">
                <a:solidFill>
                  <a:schemeClr val="bg1"/>
                </a:solidFill>
                <a:latin typeface="Montserrat Medium" panose="00000600000000000000" pitchFamily="2" charset="-52"/>
              </a:rPr>
              <a:t>Нейромережевий</a:t>
            </a:r>
            <a:r>
              <a:rPr lang="uk-UA" sz="1400" dirty="0">
                <a:solidFill>
                  <a:schemeClr val="bg1"/>
                </a:solidFill>
                <a:latin typeface="Montserrat Medium" panose="00000600000000000000" pitchFamily="2" charset="-52"/>
              </a:rPr>
              <a:t> ШІ використовує </a:t>
            </a:r>
            <a:r>
              <a:rPr lang="uk-UA" sz="1400" dirty="0" err="1">
                <a:solidFill>
                  <a:schemeClr val="bg1"/>
                </a:solidFill>
                <a:latin typeface="Montserrat Medium" panose="00000600000000000000" pitchFamily="2" charset="-52"/>
              </a:rPr>
              <a:t>перцептрони</a:t>
            </a:r>
            <a:r>
              <a:rPr lang="uk-UA" sz="1400" dirty="0">
                <a:solidFill>
                  <a:schemeClr val="bg1"/>
                </a:solidFill>
                <a:latin typeface="Montserrat Medium" panose="00000600000000000000" pitchFamily="2" charset="-52"/>
              </a:rPr>
              <a:t>, що є математичним аналогом нейронів. ШІ отримує дані і пропускає їх через ваги, які регулюють те, наскільки важливий кожен з вхідних параметрів. На основі цього він робить висновки і дії.</a:t>
            </a:r>
          </a:p>
        </p:txBody>
      </p:sp>
      <p:cxnSp>
        <p:nvCxnSpPr>
          <p:cNvPr id="92" name="горизонт">
            <a:extLst>
              <a:ext uri="{FF2B5EF4-FFF2-40B4-BE49-F238E27FC236}">
                <a16:creationId xmlns:a16="http://schemas.microsoft.com/office/drawing/2014/main" id="{CC61BFD0-25DD-453F-92C2-4BBAD9929B6C}"/>
              </a:ext>
            </a:extLst>
          </p:cNvPr>
          <p:cNvCxnSpPr>
            <a:cxnSpLocks/>
          </p:cNvCxnSpPr>
          <p:nvPr/>
        </p:nvCxnSpPr>
        <p:spPr>
          <a:xfrm>
            <a:off x="19349" y="6286500"/>
            <a:ext cx="12191994" cy="0"/>
          </a:xfrm>
          <a:prstGeom prst="line">
            <a:avLst/>
          </a:prstGeom>
          <a:ln w="12700">
            <a:solidFill>
              <a:srgbClr val="08EDE8">
                <a:alpha val="50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6" name="!!рам3">
            <a:extLst>
              <a:ext uri="{FF2B5EF4-FFF2-40B4-BE49-F238E27FC236}">
                <a16:creationId xmlns:a16="http://schemas.microsoft.com/office/drawing/2014/main" id="{93486AFD-4ACD-48D0-ADD3-6F6EBC47D476}"/>
              </a:ext>
            </a:extLst>
          </p:cNvPr>
          <p:cNvSpPr/>
          <p:nvPr/>
        </p:nvSpPr>
        <p:spPr>
          <a:xfrm>
            <a:off x="708172" y="1010135"/>
            <a:ext cx="4028093" cy="774606"/>
          </a:xfrm>
          <a:prstGeom prst="roundRect">
            <a:avLst>
              <a:gd name="adj" fmla="val 13165"/>
            </a:avLst>
          </a:prstGeom>
          <a:solidFill>
            <a:schemeClr val="bg1">
              <a:alpha val="20000"/>
            </a:schemeClr>
          </a:solidFill>
          <a:ln w="12700">
            <a:gradFill>
              <a:gsLst>
                <a:gs pos="0">
                  <a:schemeClr val="accent1">
                    <a:lumMod val="5000"/>
                    <a:lumOff val="95000"/>
                  </a:schemeClr>
                </a:gs>
                <a:gs pos="74000">
                  <a:schemeClr val="accent1">
                    <a:lumMod val="45000"/>
                    <a:lumOff val="55000"/>
                  </a:schemeClr>
                </a:gs>
                <a:gs pos="83000">
                  <a:schemeClr val="accent1">
                    <a:lumMod val="45000"/>
                    <a:lumOff val="55000"/>
                  </a:schemeClr>
                </a:gs>
                <a:gs pos="100000">
                  <a:schemeClr val="accent1">
                    <a:lumMod val="30000"/>
                    <a:lumOff val="70000"/>
                  </a:schemeClr>
                </a:gs>
              </a:gsLst>
              <a:lin ang="5400000" scaled="1"/>
            </a:gra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4E43F210-3954-441B-8979-1E55BFE00F65}"/>
              </a:ext>
            </a:extLst>
          </p:cNvPr>
          <p:cNvSpPr txBox="1"/>
          <p:nvPr/>
        </p:nvSpPr>
        <p:spPr>
          <a:xfrm>
            <a:off x="1268135" y="1032112"/>
            <a:ext cx="3383381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uk-UA" sz="2000" dirty="0">
                <a:solidFill>
                  <a:srgbClr val="08EDE8"/>
                </a:solidFill>
                <a:latin typeface="Montserrat Medium" panose="00000600000000000000" pitchFamily="2" charset="-52"/>
              </a:rPr>
              <a:t>Алгоритм проходить з точки А в точку Б</a:t>
            </a:r>
            <a:endParaRPr lang="ru-RU" sz="2000" dirty="0">
              <a:solidFill>
                <a:srgbClr val="08EDE8"/>
              </a:solidFill>
              <a:latin typeface="Montserrat Medium" panose="00000600000000000000" pitchFamily="2" charset="-52"/>
            </a:endParaRP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3D09F9CE-1D93-4796-A901-31BE6506FE3A}"/>
              </a:ext>
            </a:extLst>
          </p:cNvPr>
          <p:cNvSpPr txBox="1"/>
          <p:nvPr/>
        </p:nvSpPr>
        <p:spPr>
          <a:xfrm>
            <a:off x="819208" y="878224"/>
            <a:ext cx="448927" cy="10156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uk-UA" sz="6000" dirty="0">
                <a:solidFill>
                  <a:srgbClr val="08EDE8"/>
                </a:solidFill>
                <a:latin typeface="Montserrat Medium" panose="00000600000000000000" pitchFamily="2" charset="-52"/>
              </a:rPr>
              <a:t>1 </a:t>
            </a:r>
            <a:endParaRPr lang="ru-RU" sz="6000" dirty="0"/>
          </a:p>
        </p:txBody>
      </p:sp>
      <p:grpSp>
        <p:nvGrpSpPr>
          <p:cNvPr id="93" name="Группа 92">
            <a:extLst>
              <a:ext uri="{FF2B5EF4-FFF2-40B4-BE49-F238E27FC236}">
                <a16:creationId xmlns:a16="http://schemas.microsoft.com/office/drawing/2014/main" id="{D07B70AD-F68B-48A9-B335-57B6359296E9}"/>
              </a:ext>
            </a:extLst>
          </p:cNvPr>
          <p:cNvGrpSpPr/>
          <p:nvPr/>
        </p:nvGrpSpPr>
        <p:grpSpPr>
          <a:xfrm>
            <a:off x="4609707" y="4794893"/>
            <a:ext cx="856264" cy="856264"/>
            <a:chOff x="7662119" y="-689429"/>
            <a:chExt cx="8236858" cy="8236858"/>
          </a:xfrm>
        </p:grpSpPr>
        <p:sp>
          <p:nvSpPr>
            <p:cNvPr id="94" name="Овал 93">
              <a:extLst>
                <a:ext uri="{FF2B5EF4-FFF2-40B4-BE49-F238E27FC236}">
                  <a16:creationId xmlns:a16="http://schemas.microsoft.com/office/drawing/2014/main" id="{D539007E-4D32-4895-B4FC-3840C21DC5C7}"/>
                </a:ext>
              </a:extLst>
            </p:cNvPr>
            <p:cNvSpPr/>
            <p:nvPr/>
          </p:nvSpPr>
          <p:spPr>
            <a:xfrm>
              <a:off x="7662119" y="-689429"/>
              <a:ext cx="8236858" cy="8236858"/>
            </a:xfrm>
            <a:prstGeom prst="ellipse">
              <a:avLst/>
            </a:prstGeom>
            <a:noFill/>
            <a:ln>
              <a:gradFill>
                <a:gsLst>
                  <a:gs pos="0">
                    <a:srgbClr val="0D22ED"/>
                  </a:gs>
                  <a:gs pos="100000">
                    <a:srgbClr val="0919AA"/>
                  </a:gs>
                </a:gsLst>
                <a:lin ang="5400000" scaled="1"/>
              </a:gradFill>
            </a:ln>
            <a:effectLst>
              <a:glow rad="12700">
                <a:srgbClr val="0D22ED">
                  <a:alpha val="20000"/>
                </a:srgbClr>
              </a:glo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 sz="1000">
                <a:solidFill>
                  <a:schemeClr val="bg1"/>
                </a:solidFill>
                <a:latin typeface="Uniform Pro Bold" panose="00000800000000000000" pitchFamily="2" charset="0"/>
              </a:endParaRPr>
            </a:p>
          </p:txBody>
        </p:sp>
        <p:sp>
          <p:nvSpPr>
            <p:cNvPr id="95" name="Овал 94">
              <a:extLst>
                <a:ext uri="{FF2B5EF4-FFF2-40B4-BE49-F238E27FC236}">
                  <a16:creationId xmlns:a16="http://schemas.microsoft.com/office/drawing/2014/main" id="{DC6D5FAC-96B3-46F7-BB33-25D5D3BB18D6}"/>
                </a:ext>
              </a:extLst>
            </p:cNvPr>
            <p:cNvSpPr/>
            <p:nvPr/>
          </p:nvSpPr>
          <p:spPr>
            <a:xfrm>
              <a:off x="7868403" y="-483145"/>
              <a:ext cx="7824290" cy="7824290"/>
            </a:xfrm>
            <a:prstGeom prst="ellipse">
              <a:avLst/>
            </a:prstGeom>
            <a:noFill/>
            <a:ln>
              <a:gradFill>
                <a:gsLst>
                  <a:gs pos="0">
                    <a:srgbClr val="0D22ED"/>
                  </a:gs>
                  <a:gs pos="100000">
                    <a:srgbClr val="0919AA"/>
                  </a:gs>
                </a:gsLst>
                <a:lin ang="5400000" scaled="1"/>
              </a:gradFill>
            </a:ln>
            <a:effectLst>
              <a:glow rad="12700">
                <a:srgbClr val="0D22ED">
                  <a:alpha val="20000"/>
                </a:srgbClr>
              </a:glo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 sz="1000">
                <a:solidFill>
                  <a:schemeClr val="bg1"/>
                </a:solidFill>
                <a:latin typeface="Uniform Pro Bold" panose="00000800000000000000" pitchFamily="2" charset="0"/>
              </a:endParaRPr>
            </a:p>
          </p:txBody>
        </p:sp>
        <p:sp>
          <p:nvSpPr>
            <p:cNvPr id="96" name="Овал 95">
              <a:extLst>
                <a:ext uri="{FF2B5EF4-FFF2-40B4-BE49-F238E27FC236}">
                  <a16:creationId xmlns:a16="http://schemas.microsoft.com/office/drawing/2014/main" id="{38FDB206-DEDE-4685-A9D9-3DD217AB07D8}"/>
                </a:ext>
              </a:extLst>
            </p:cNvPr>
            <p:cNvSpPr/>
            <p:nvPr/>
          </p:nvSpPr>
          <p:spPr>
            <a:xfrm>
              <a:off x="8196166" y="-155382"/>
              <a:ext cx="7168764" cy="7168764"/>
            </a:xfrm>
            <a:prstGeom prst="ellipse">
              <a:avLst/>
            </a:prstGeom>
            <a:gradFill flip="none" rotWithShape="1">
              <a:gsLst>
                <a:gs pos="92000">
                  <a:srgbClr val="140D36"/>
                </a:gs>
                <a:gs pos="0">
                  <a:srgbClr val="0919AA"/>
                </a:gs>
              </a:gsLst>
              <a:lin ang="13500000" scaled="1"/>
              <a:tileRect/>
            </a:gradFill>
            <a:ln>
              <a:noFill/>
            </a:ln>
            <a:effectLst>
              <a:glow rad="38100">
                <a:srgbClr val="0919AA">
                  <a:alpha val="20000"/>
                </a:srgbClr>
              </a:glo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 sz="1000">
                <a:solidFill>
                  <a:schemeClr val="bg1"/>
                </a:solidFill>
                <a:latin typeface="Uniform Pro Bold" panose="00000800000000000000" pitchFamily="2" charset="0"/>
              </a:endParaRPr>
            </a:p>
          </p:txBody>
        </p:sp>
      </p:grpSp>
      <p:grpSp>
        <p:nvGrpSpPr>
          <p:cNvPr id="55" name="Группа 54">
            <a:extLst>
              <a:ext uri="{FF2B5EF4-FFF2-40B4-BE49-F238E27FC236}">
                <a16:creationId xmlns:a16="http://schemas.microsoft.com/office/drawing/2014/main" id="{4D4DCD92-4170-4AA9-8F18-C8C3043C2D8D}"/>
              </a:ext>
            </a:extLst>
          </p:cNvPr>
          <p:cNvGrpSpPr/>
          <p:nvPr/>
        </p:nvGrpSpPr>
        <p:grpSpPr>
          <a:xfrm>
            <a:off x="9461368" y="1848949"/>
            <a:ext cx="856264" cy="856264"/>
            <a:chOff x="7662119" y="-689429"/>
            <a:chExt cx="8236858" cy="8236858"/>
          </a:xfrm>
        </p:grpSpPr>
        <p:sp>
          <p:nvSpPr>
            <p:cNvPr id="56" name="Овал 55">
              <a:extLst>
                <a:ext uri="{FF2B5EF4-FFF2-40B4-BE49-F238E27FC236}">
                  <a16:creationId xmlns:a16="http://schemas.microsoft.com/office/drawing/2014/main" id="{7E7B9B62-5DB7-4D7D-BE43-EFE9E989EE81}"/>
                </a:ext>
              </a:extLst>
            </p:cNvPr>
            <p:cNvSpPr/>
            <p:nvPr/>
          </p:nvSpPr>
          <p:spPr>
            <a:xfrm>
              <a:off x="7662119" y="-689429"/>
              <a:ext cx="8236858" cy="8236858"/>
            </a:xfrm>
            <a:prstGeom prst="ellipse">
              <a:avLst/>
            </a:prstGeom>
            <a:noFill/>
            <a:ln>
              <a:gradFill>
                <a:gsLst>
                  <a:gs pos="0">
                    <a:srgbClr val="0D22ED"/>
                  </a:gs>
                  <a:gs pos="100000">
                    <a:srgbClr val="0919AA"/>
                  </a:gs>
                </a:gsLst>
                <a:lin ang="5400000" scaled="1"/>
              </a:gradFill>
            </a:ln>
            <a:effectLst>
              <a:glow rad="12700">
                <a:srgbClr val="0D22ED">
                  <a:alpha val="20000"/>
                </a:srgbClr>
              </a:glo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 sz="1000">
                <a:solidFill>
                  <a:schemeClr val="bg1"/>
                </a:solidFill>
                <a:latin typeface="Uniform Pro Bold" panose="00000800000000000000" pitchFamily="2" charset="0"/>
              </a:endParaRPr>
            </a:p>
          </p:txBody>
        </p:sp>
        <p:sp>
          <p:nvSpPr>
            <p:cNvPr id="57" name="Овал 56">
              <a:extLst>
                <a:ext uri="{FF2B5EF4-FFF2-40B4-BE49-F238E27FC236}">
                  <a16:creationId xmlns:a16="http://schemas.microsoft.com/office/drawing/2014/main" id="{3793068B-25B8-4055-AE69-E796C5358D73}"/>
                </a:ext>
              </a:extLst>
            </p:cNvPr>
            <p:cNvSpPr/>
            <p:nvPr/>
          </p:nvSpPr>
          <p:spPr>
            <a:xfrm>
              <a:off x="7868403" y="-483145"/>
              <a:ext cx="7824290" cy="7824290"/>
            </a:xfrm>
            <a:prstGeom prst="ellipse">
              <a:avLst/>
            </a:prstGeom>
            <a:noFill/>
            <a:ln>
              <a:gradFill>
                <a:gsLst>
                  <a:gs pos="0">
                    <a:srgbClr val="0D22ED"/>
                  </a:gs>
                  <a:gs pos="100000">
                    <a:srgbClr val="0919AA"/>
                  </a:gs>
                </a:gsLst>
                <a:lin ang="5400000" scaled="1"/>
              </a:gradFill>
            </a:ln>
            <a:effectLst>
              <a:glow rad="12700">
                <a:srgbClr val="0D22ED">
                  <a:alpha val="20000"/>
                </a:srgbClr>
              </a:glo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 sz="1000">
                <a:solidFill>
                  <a:schemeClr val="bg1"/>
                </a:solidFill>
                <a:latin typeface="Uniform Pro Bold" panose="00000800000000000000" pitchFamily="2" charset="0"/>
              </a:endParaRPr>
            </a:p>
          </p:txBody>
        </p:sp>
        <p:sp>
          <p:nvSpPr>
            <p:cNvPr id="61" name="Овал 60">
              <a:extLst>
                <a:ext uri="{FF2B5EF4-FFF2-40B4-BE49-F238E27FC236}">
                  <a16:creationId xmlns:a16="http://schemas.microsoft.com/office/drawing/2014/main" id="{1900AA5B-3DFC-44BD-B66B-96EFF546ABB9}"/>
                </a:ext>
              </a:extLst>
            </p:cNvPr>
            <p:cNvSpPr/>
            <p:nvPr/>
          </p:nvSpPr>
          <p:spPr>
            <a:xfrm>
              <a:off x="8196166" y="-155382"/>
              <a:ext cx="7168764" cy="7168764"/>
            </a:xfrm>
            <a:prstGeom prst="ellipse">
              <a:avLst/>
            </a:prstGeom>
            <a:gradFill flip="none" rotWithShape="1">
              <a:gsLst>
                <a:gs pos="92000">
                  <a:srgbClr val="140D36"/>
                </a:gs>
                <a:gs pos="0">
                  <a:srgbClr val="0919AA"/>
                </a:gs>
              </a:gsLst>
              <a:lin ang="13500000" scaled="1"/>
              <a:tileRect/>
            </a:gradFill>
            <a:ln>
              <a:noFill/>
            </a:ln>
            <a:effectLst>
              <a:glow rad="38100">
                <a:srgbClr val="0919AA">
                  <a:alpha val="20000"/>
                </a:srgbClr>
              </a:glo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 sz="1000">
                <a:solidFill>
                  <a:schemeClr val="bg1"/>
                </a:solidFill>
                <a:latin typeface="Uniform Pro Bold" panose="00000800000000000000" pitchFamily="2" charset="0"/>
              </a:endParaRPr>
            </a:p>
          </p:txBody>
        </p:sp>
      </p:grpSp>
      <p:sp>
        <p:nvSpPr>
          <p:cNvPr id="64" name="TextBox 63">
            <a:extLst>
              <a:ext uri="{FF2B5EF4-FFF2-40B4-BE49-F238E27FC236}">
                <a16:creationId xmlns:a16="http://schemas.microsoft.com/office/drawing/2014/main" id="{B94E3556-BB25-4B52-8A6F-E65F3797F746}"/>
              </a:ext>
            </a:extLst>
          </p:cNvPr>
          <p:cNvSpPr txBox="1"/>
          <p:nvPr/>
        </p:nvSpPr>
        <p:spPr>
          <a:xfrm>
            <a:off x="4658055" y="3900587"/>
            <a:ext cx="677334" cy="10156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uk-UA" sz="6000" dirty="0">
                <a:solidFill>
                  <a:srgbClr val="08EDE8"/>
                </a:solidFill>
                <a:latin typeface="Montserrat Medium" panose="00000600000000000000" pitchFamily="2" charset="-52"/>
              </a:rPr>
              <a:t>А</a:t>
            </a:r>
            <a:endParaRPr lang="ru-RU" sz="6000" dirty="0"/>
          </a:p>
        </p:txBody>
      </p:sp>
      <p:sp>
        <p:nvSpPr>
          <p:cNvPr id="84" name="TextBox 83">
            <a:extLst>
              <a:ext uri="{FF2B5EF4-FFF2-40B4-BE49-F238E27FC236}">
                <a16:creationId xmlns:a16="http://schemas.microsoft.com/office/drawing/2014/main" id="{8142C441-4272-4578-B9D0-CFFEB5B3B832}"/>
              </a:ext>
            </a:extLst>
          </p:cNvPr>
          <p:cNvSpPr txBox="1"/>
          <p:nvPr/>
        </p:nvSpPr>
        <p:spPr>
          <a:xfrm>
            <a:off x="9512922" y="888997"/>
            <a:ext cx="677334" cy="10156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uk-UA" sz="6000" dirty="0">
                <a:solidFill>
                  <a:srgbClr val="08EDE8"/>
                </a:solidFill>
                <a:latin typeface="Montserrat Medium" panose="00000600000000000000" pitchFamily="2" charset="-52"/>
              </a:rPr>
              <a:t>Б</a:t>
            </a:r>
            <a:endParaRPr lang="ru-RU" sz="6000" dirty="0"/>
          </a:p>
        </p:txBody>
      </p:sp>
      <p:cxnSp>
        <p:nvCxnSpPr>
          <p:cNvPr id="4" name="Прямая соединительная линия 3">
            <a:extLst>
              <a:ext uri="{FF2B5EF4-FFF2-40B4-BE49-F238E27FC236}">
                <a16:creationId xmlns:a16="http://schemas.microsoft.com/office/drawing/2014/main" id="{3439FC69-96B2-4A62-8CD1-1AFBECCA665D}"/>
              </a:ext>
            </a:extLst>
          </p:cNvPr>
          <p:cNvCxnSpPr>
            <a:cxnSpLocks/>
          </p:cNvCxnSpPr>
          <p:nvPr/>
        </p:nvCxnSpPr>
        <p:spPr>
          <a:xfrm flipV="1">
            <a:off x="5514319" y="2571750"/>
            <a:ext cx="3934272" cy="2419464"/>
          </a:xfrm>
          <a:prstGeom prst="line">
            <a:avLst/>
          </a:prstGeom>
          <a:ln w="50800" cap="rnd">
            <a:solidFill>
              <a:srgbClr val="0F126A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2" name="!!рам3">
            <a:extLst>
              <a:ext uri="{FF2B5EF4-FFF2-40B4-BE49-F238E27FC236}">
                <a16:creationId xmlns:a16="http://schemas.microsoft.com/office/drawing/2014/main" id="{F9F050DE-DD36-411D-BDA5-D6F7AE5EB5E6}"/>
              </a:ext>
            </a:extLst>
          </p:cNvPr>
          <p:cNvSpPr/>
          <p:nvPr/>
        </p:nvSpPr>
        <p:spPr>
          <a:xfrm>
            <a:off x="-6459246" y="1942202"/>
            <a:ext cx="4028093" cy="774606"/>
          </a:xfrm>
          <a:prstGeom prst="roundRect">
            <a:avLst>
              <a:gd name="adj" fmla="val 13165"/>
            </a:avLst>
          </a:prstGeom>
          <a:solidFill>
            <a:schemeClr val="bg1">
              <a:alpha val="20000"/>
            </a:schemeClr>
          </a:solidFill>
          <a:ln w="12700">
            <a:gradFill>
              <a:gsLst>
                <a:gs pos="0">
                  <a:schemeClr val="accent1">
                    <a:lumMod val="5000"/>
                    <a:lumOff val="95000"/>
                  </a:schemeClr>
                </a:gs>
                <a:gs pos="74000">
                  <a:schemeClr val="accent1">
                    <a:lumMod val="45000"/>
                    <a:lumOff val="55000"/>
                  </a:schemeClr>
                </a:gs>
                <a:gs pos="83000">
                  <a:schemeClr val="accent1">
                    <a:lumMod val="45000"/>
                    <a:lumOff val="55000"/>
                  </a:schemeClr>
                </a:gs>
                <a:gs pos="100000">
                  <a:schemeClr val="accent1">
                    <a:lumMod val="30000"/>
                    <a:lumOff val="70000"/>
                  </a:schemeClr>
                </a:gs>
              </a:gsLst>
              <a:lin ang="5400000" scaled="1"/>
            </a:gra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133" name="TextBox 132">
            <a:extLst>
              <a:ext uri="{FF2B5EF4-FFF2-40B4-BE49-F238E27FC236}">
                <a16:creationId xmlns:a16="http://schemas.microsoft.com/office/drawing/2014/main" id="{A03D3098-8C90-4BB0-8352-B0642FC01C39}"/>
              </a:ext>
            </a:extLst>
          </p:cNvPr>
          <p:cNvSpPr txBox="1"/>
          <p:nvPr/>
        </p:nvSpPr>
        <p:spPr>
          <a:xfrm>
            <a:off x="-5899283" y="1964179"/>
            <a:ext cx="3383381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uk-UA" sz="2000" dirty="0">
                <a:solidFill>
                  <a:srgbClr val="08EDE8"/>
                </a:solidFill>
                <a:latin typeface="Montserrat Medium" panose="00000600000000000000" pitchFamily="2" charset="-52"/>
              </a:rPr>
              <a:t>Здатний оминати перешкоди на шляху</a:t>
            </a:r>
            <a:endParaRPr lang="ru-RU" sz="2000" dirty="0">
              <a:solidFill>
                <a:srgbClr val="08EDE8"/>
              </a:solidFill>
              <a:latin typeface="Montserrat Medium" panose="00000600000000000000" pitchFamily="2" charset="-52"/>
            </a:endParaRPr>
          </a:p>
        </p:txBody>
      </p:sp>
      <p:sp>
        <p:nvSpPr>
          <p:cNvPr id="134" name="TextBox 133">
            <a:extLst>
              <a:ext uri="{FF2B5EF4-FFF2-40B4-BE49-F238E27FC236}">
                <a16:creationId xmlns:a16="http://schemas.microsoft.com/office/drawing/2014/main" id="{853A0422-2919-4226-85B4-DC5CDC6A3696}"/>
              </a:ext>
            </a:extLst>
          </p:cNvPr>
          <p:cNvSpPr txBox="1"/>
          <p:nvPr/>
        </p:nvSpPr>
        <p:spPr>
          <a:xfrm>
            <a:off x="-6424308" y="1810291"/>
            <a:ext cx="448927" cy="10156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uk-UA" sz="6000" dirty="0">
                <a:solidFill>
                  <a:srgbClr val="08EDE8"/>
                </a:solidFill>
                <a:latin typeface="Montserrat Medium" panose="00000600000000000000" pitchFamily="2" charset="-52"/>
              </a:rPr>
              <a:t>2 </a:t>
            </a:r>
            <a:endParaRPr lang="ru-RU" sz="6000" dirty="0"/>
          </a:p>
        </p:txBody>
      </p:sp>
      <p:sp>
        <p:nvSpPr>
          <p:cNvPr id="135" name="!!рам3">
            <a:extLst>
              <a:ext uri="{FF2B5EF4-FFF2-40B4-BE49-F238E27FC236}">
                <a16:creationId xmlns:a16="http://schemas.microsoft.com/office/drawing/2014/main" id="{110A63C4-7A60-461E-A978-1080056A1A64}"/>
              </a:ext>
            </a:extLst>
          </p:cNvPr>
          <p:cNvSpPr/>
          <p:nvPr/>
        </p:nvSpPr>
        <p:spPr>
          <a:xfrm>
            <a:off x="-6459246" y="2882723"/>
            <a:ext cx="4028093" cy="774606"/>
          </a:xfrm>
          <a:prstGeom prst="roundRect">
            <a:avLst>
              <a:gd name="adj" fmla="val 13165"/>
            </a:avLst>
          </a:prstGeom>
          <a:solidFill>
            <a:schemeClr val="bg1">
              <a:alpha val="20000"/>
            </a:schemeClr>
          </a:solidFill>
          <a:ln w="12700">
            <a:gradFill>
              <a:gsLst>
                <a:gs pos="0">
                  <a:schemeClr val="accent1">
                    <a:lumMod val="5000"/>
                    <a:lumOff val="95000"/>
                  </a:schemeClr>
                </a:gs>
                <a:gs pos="74000">
                  <a:schemeClr val="accent1">
                    <a:lumMod val="45000"/>
                    <a:lumOff val="55000"/>
                  </a:schemeClr>
                </a:gs>
                <a:gs pos="83000">
                  <a:schemeClr val="accent1">
                    <a:lumMod val="45000"/>
                    <a:lumOff val="55000"/>
                  </a:schemeClr>
                </a:gs>
                <a:gs pos="100000">
                  <a:schemeClr val="accent1">
                    <a:lumMod val="30000"/>
                    <a:lumOff val="70000"/>
                  </a:schemeClr>
                </a:gs>
              </a:gsLst>
              <a:lin ang="5400000" scaled="1"/>
            </a:gra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136" name="TextBox 135">
            <a:extLst>
              <a:ext uri="{FF2B5EF4-FFF2-40B4-BE49-F238E27FC236}">
                <a16:creationId xmlns:a16="http://schemas.microsoft.com/office/drawing/2014/main" id="{D9721BD1-51EA-418E-B903-0E9B79A9E7C5}"/>
              </a:ext>
            </a:extLst>
          </p:cNvPr>
          <p:cNvSpPr txBox="1"/>
          <p:nvPr/>
        </p:nvSpPr>
        <p:spPr>
          <a:xfrm>
            <a:off x="-5899283" y="2904700"/>
            <a:ext cx="3383381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uk-UA" sz="2000" dirty="0">
                <a:solidFill>
                  <a:srgbClr val="08EDE8"/>
                </a:solidFill>
                <a:latin typeface="Montserrat Medium" panose="00000600000000000000" pitchFamily="2" charset="-52"/>
              </a:rPr>
              <a:t>Реалізація декількох різних алгоритмів ШІ</a:t>
            </a:r>
            <a:endParaRPr lang="ru-RU" sz="2000" dirty="0">
              <a:solidFill>
                <a:srgbClr val="08EDE8"/>
              </a:solidFill>
              <a:latin typeface="Montserrat Medium" panose="00000600000000000000" pitchFamily="2" charset="-52"/>
            </a:endParaRPr>
          </a:p>
        </p:txBody>
      </p:sp>
      <p:sp>
        <p:nvSpPr>
          <p:cNvPr id="137" name="TextBox 136">
            <a:extLst>
              <a:ext uri="{FF2B5EF4-FFF2-40B4-BE49-F238E27FC236}">
                <a16:creationId xmlns:a16="http://schemas.microsoft.com/office/drawing/2014/main" id="{9D09EE79-40D0-4239-BCE4-C91263589843}"/>
              </a:ext>
            </a:extLst>
          </p:cNvPr>
          <p:cNvSpPr txBox="1"/>
          <p:nvPr/>
        </p:nvSpPr>
        <p:spPr>
          <a:xfrm>
            <a:off x="-6424308" y="2750812"/>
            <a:ext cx="448927" cy="10156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uk-UA" sz="6000" dirty="0">
                <a:solidFill>
                  <a:srgbClr val="08EDE8"/>
                </a:solidFill>
                <a:latin typeface="Montserrat Medium" panose="00000600000000000000" pitchFamily="2" charset="-52"/>
              </a:rPr>
              <a:t>3 </a:t>
            </a:r>
            <a:endParaRPr lang="ru-RU" sz="6000" dirty="0"/>
          </a:p>
        </p:txBody>
      </p:sp>
    </p:spTree>
    <p:extLst>
      <p:ext uri="{BB962C8B-B14F-4D97-AF65-F5344CB8AC3E}">
        <p14:creationId xmlns:p14="http://schemas.microsoft.com/office/powerpoint/2010/main" val="3855424291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med">
        <p159:morph option="byObject"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6" presetClass="emph" presetSubtype="0" repeatCount="indefinite" decel="3000" autoRev="1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Scale>
                                      <p:cBhvr>
                                        <p:cTn id="6" dur="1000" fill="hold"/>
                                        <p:tgtEl>
                                          <p:spTgt spid="93"/>
                                        </p:tgtEl>
                                      </p:cBhvr>
                                      <p:by x="107000" y="107000"/>
                                    </p:animScale>
                                  </p:childTnLst>
                                </p:cTn>
                              </p:par>
                              <p:par>
                                <p:cTn id="7" presetID="6" presetClass="emph" presetSubtype="0" repeatCount="indefinite" decel="3000" autoRev="1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Scale>
                                      <p:cBhvr>
                                        <p:cTn id="8" dur="1000" fill="hold"/>
                                        <p:tgtEl>
                                          <p:spTgt spid="55"/>
                                        </p:tgtEl>
                                      </p:cBhvr>
                                      <p:by x="107000" y="107000"/>
                                    </p:animScale>
                                  </p:childTnLst>
                                </p:cTn>
                              </p:par>
                              <p:par>
                                <p:cTn id="9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1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фон">
            <a:extLst>
              <a:ext uri="{FF2B5EF4-FFF2-40B4-BE49-F238E27FC236}">
                <a16:creationId xmlns:a16="http://schemas.microsoft.com/office/drawing/2014/main" id="{123AAA31-15E5-4CD4-90E0-8BA1499E8700}"/>
              </a:ext>
            </a:extLst>
          </p:cNvPr>
          <p:cNvSpPr/>
          <p:nvPr/>
        </p:nvSpPr>
        <p:spPr>
          <a:xfrm>
            <a:off x="-5" y="0"/>
            <a:ext cx="12192000" cy="6858000"/>
          </a:xfrm>
          <a:prstGeom prst="rect">
            <a:avLst/>
          </a:prstGeom>
          <a:gradFill>
            <a:gsLst>
              <a:gs pos="0">
                <a:srgbClr val="1D1D1D"/>
              </a:gs>
              <a:gs pos="100000">
                <a:srgbClr val="1D1D1D"/>
              </a:gs>
            </a:gsLst>
            <a:path path="circle">
              <a:fillToRect r="100000" b="100000"/>
            </a:path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grpSp>
        <p:nvGrpSpPr>
          <p:cNvPr id="62" name="18х12 сетка">
            <a:extLst>
              <a:ext uri="{FF2B5EF4-FFF2-40B4-BE49-F238E27FC236}">
                <a16:creationId xmlns:a16="http://schemas.microsoft.com/office/drawing/2014/main" id="{B3CD36E5-6234-4C3A-BED7-A5B1ADB7FF62}"/>
              </a:ext>
            </a:extLst>
          </p:cNvPr>
          <p:cNvGrpSpPr/>
          <p:nvPr/>
        </p:nvGrpSpPr>
        <p:grpSpPr>
          <a:xfrm>
            <a:off x="-8" y="0"/>
            <a:ext cx="12192007" cy="6858000"/>
            <a:chOff x="-2" y="0"/>
            <a:chExt cx="12192002" cy="6858000"/>
          </a:xfrm>
        </p:grpSpPr>
        <p:grpSp>
          <p:nvGrpSpPr>
            <p:cNvPr id="68" name="Группа 67">
              <a:extLst>
                <a:ext uri="{FF2B5EF4-FFF2-40B4-BE49-F238E27FC236}">
                  <a16:creationId xmlns:a16="http://schemas.microsoft.com/office/drawing/2014/main" id="{058C4490-79C4-45FE-AACB-69EA39D66F8A}"/>
                </a:ext>
              </a:extLst>
            </p:cNvPr>
            <p:cNvGrpSpPr/>
            <p:nvPr/>
          </p:nvGrpSpPr>
          <p:grpSpPr>
            <a:xfrm>
              <a:off x="-2" y="0"/>
              <a:ext cx="12192000" cy="6858000"/>
              <a:chOff x="-2" y="0"/>
              <a:chExt cx="8750502" cy="6858000"/>
            </a:xfrm>
            <a:noFill/>
          </p:grpSpPr>
          <p:sp>
            <p:nvSpPr>
              <p:cNvPr id="86" name="Прямоугольник 85">
                <a:extLst>
                  <a:ext uri="{FF2B5EF4-FFF2-40B4-BE49-F238E27FC236}">
                    <a16:creationId xmlns:a16="http://schemas.microsoft.com/office/drawing/2014/main" id="{7E2552AE-C149-4D44-83AB-0888AFBDFEF2}"/>
                  </a:ext>
                </a:extLst>
              </p:cNvPr>
              <p:cNvSpPr/>
              <p:nvPr/>
            </p:nvSpPr>
            <p:spPr>
              <a:xfrm>
                <a:off x="-2" y="0"/>
                <a:ext cx="486139" cy="68580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87" name="Прямоугольник 86">
                <a:extLst>
                  <a:ext uri="{FF2B5EF4-FFF2-40B4-BE49-F238E27FC236}">
                    <a16:creationId xmlns:a16="http://schemas.microsoft.com/office/drawing/2014/main" id="{208E4854-E973-4CC6-AC53-D304668D8FD7}"/>
                  </a:ext>
                </a:extLst>
              </p:cNvPr>
              <p:cNvSpPr/>
              <p:nvPr/>
            </p:nvSpPr>
            <p:spPr>
              <a:xfrm>
                <a:off x="486137" y="0"/>
                <a:ext cx="486139" cy="68580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88" name="Прямоугольник 87">
                <a:extLst>
                  <a:ext uri="{FF2B5EF4-FFF2-40B4-BE49-F238E27FC236}">
                    <a16:creationId xmlns:a16="http://schemas.microsoft.com/office/drawing/2014/main" id="{B6F0D48E-117A-4741-85D4-54A79EEA2DFD}"/>
                  </a:ext>
                </a:extLst>
              </p:cNvPr>
              <p:cNvSpPr/>
              <p:nvPr/>
            </p:nvSpPr>
            <p:spPr>
              <a:xfrm>
                <a:off x="972276" y="0"/>
                <a:ext cx="486139" cy="68580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89" name="Прямоугольник 88">
                <a:extLst>
                  <a:ext uri="{FF2B5EF4-FFF2-40B4-BE49-F238E27FC236}">
                    <a16:creationId xmlns:a16="http://schemas.microsoft.com/office/drawing/2014/main" id="{FC8BE352-D19F-4FF7-B5F5-9F888B8D184B}"/>
                  </a:ext>
                </a:extLst>
              </p:cNvPr>
              <p:cNvSpPr/>
              <p:nvPr/>
            </p:nvSpPr>
            <p:spPr>
              <a:xfrm>
                <a:off x="1458415" y="0"/>
                <a:ext cx="486139" cy="68580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100" name="Прямоугольник 99">
                <a:extLst>
                  <a:ext uri="{FF2B5EF4-FFF2-40B4-BE49-F238E27FC236}">
                    <a16:creationId xmlns:a16="http://schemas.microsoft.com/office/drawing/2014/main" id="{7A365643-F78E-4764-9982-E39237A1F247}"/>
                  </a:ext>
                </a:extLst>
              </p:cNvPr>
              <p:cNvSpPr/>
              <p:nvPr/>
            </p:nvSpPr>
            <p:spPr>
              <a:xfrm>
                <a:off x="1944554" y="0"/>
                <a:ext cx="486139" cy="68580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101" name="Прямоугольник 100">
                <a:extLst>
                  <a:ext uri="{FF2B5EF4-FFF2-40B4-BE49-F238E27FC236}">
                    <a16:creationId xmlns:a16="http://schemas.microsoft.com/office/drawing/2014/main" id="{2BD627C7-E89C-42EC-B764-AAEBC644B4ED}"/>
                  </a:ext>
                </a:extLst>
              </p:cNvPr>
              <p:cNvSpPr/>
              <p:nvPr/>
            </p:nvSpPr>
            <p:spPr>
              <a:xfrm>
                <a:off x="2430693" y="0"/>
                <a:ext cx="486139" cy="68580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102" name="Прямоугольник 101">
                <a:extLst>
                  <a:ext uri="{FF2B5EF4-FFF2-40B4-BE49-F238E27FC236}">
                    <a16:creationId xmlns:a16="http://schemas.microsoft.com/office/drawing/2014/main" id="{BE631F47-4B73-4971-BA95-D82629DFFDCE}"/>
                  </a:ext>
                </a:extLst>
              </p:cNvPr>
              <p:cNvSpPr/>
              <p:nvPr/>
            </p:nvSpPr>
            <p:spPr>
              <a:xfrm>
                <a:off x="2916832" y="0"/>
                <a:ext cx="486139" cy="68580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103" name="Прямоугольник 102">
                <a:extLst>
                  <a:ext uri="{FF2B5EF4-FFF2-40B4-BE49-F238E27FC236}">
                    <a16:creationId xmlns:a16="http://schemas.microsoft.com/office/drawing/2014/main" id="{D63641B2-1ECC-4C32-9365-D89BF5C7E705}"/>
                  </a:ext>
                </a:extLst>
              </p:cNvPr>
              <p:cNvSpPr/>
              <p:nvPr/>
            </p:nvSpPr>
            <p:spPr>
              <a:xfrm>
                <a:off x="3402971" y="0"/>
                <a:ext cx="486139" cy="68580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104" name="Прямоугольник 103">
                <a:extLst>
                  <a:ext uri="{FF2B5EF4-FFF2-40B4-BE49-F238E27FC236}">
                    <a16:creationId xmlns:a16="http://schemas.microsoft.com/office/drawing/2014/main" id="{3EF7A471-F0D8-4EB3-AF40-721137F4ACEA}"/>
                  </a:ext>
                </a:extLst>
              </p:cNvPr>
              <p:cNvSpPr/>
              <p:nvPr/>
            </p:nvSpPr>
            <p:spPr>
              <a:xfrm>
                <a:off x="3889110" y="0"/>
                <a:ext cx="486139" cy="68580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105" name="Прямоугольник 104">
                <a:extLst>
                  <a:ext uri="{FF2B5EF4-FFF2-40B4-BE49-F238E27FC236}">
                    <a16:creationId xmlns:a16="http://schemas.microsoft.com/office/drawing/2014/main" id="{A7262BF0-60B8-4450-B2A6-5A2076D5D9B4}"/>
                  </a:ext>
                </a:extLst>
              </p:cNvPr>
              <p:cNvSpPr/>
              <p:nvPr/>
            </p:nvSpPr>
            <p:spPr>
              <a:xfrm>
                <a:off x="4375249" y="0"/>
                <a:ext cx="486139" cy="68580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106" name="Прямоугольник 105">
                <a:extLst>
                  <a:ext uri="{FF2B5EF4-FFF2-40B4-BE49-F238E27FC236}">
                    <a16:creationId xmlns:a16="http://schemas.microsoft.com/office/drawing/2014/main" id="{67F7441A-18F7-4A13-931B-FD8BEDEFA8BB}"/>
                  </a:ext>
                </a:extLst>
              </p:cNvPr>
              <p:cNvSpPr/>
              <p:nvPr/>
            </p:nvSpPr>
            <p:spPr>
              <a:xfrm>
                <a:off x="4861388" y="0"/>
                <a:ext cx="486139" cy="68580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107" name="Прямоугольник 106">
                <a:extLst>
                  <a:ext uri="{FF2B5EF4-FFF2-40B4-BE49-F238E27FC236}">
                    <a16:creationId xmlns:a16="http://schemas.microsoft.com/office/drawing/2014/main" id="{20942736-BBF0-45AC-ADCA-22E1CF1790CA}"/>
                  </a:ext>
                </a:extLst>
              </p:cNvPr>
              <p:cNvSpPr/>
              <p:nvPr/>
            </p:nvSpPr>
            <p:spPr>
              <a:xfrm>
                <a:off x="5347527" y="0"/>
                <a:ext cx="486139" cy="68580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108" name="Прямоугольник 107">
                <a:extLst>
                  <a:ext uri="{FF2B5EF4-FFF2-40B4-BE49-F238E27FC236}">
                    <a16:creationId xmlns:a16="http://schemas.microsoft.com/office/drawing/2014/main" id="{4CF93E4B-DF1A-4610-92B1-4AC7BB6988B1}"/>
                  </a:ext>
                </a:extLst>
              </p:cNvPr>
              <p:cNvSpPr/>
              <p:nvPr/>
            </p:nvSpPr>
            <p:spPr>
              <a:xfrm>
                <a:off x="5833666" y="0"/>
                <a:ext cx="486139" cy="68580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109" name="Прямоугольник 108">
                <a:extLst>
                  <a:ext uri="{FF2B5EF4-FFF2-40B4-BE49-F238E27FC236}">
                    <a16:creationId xmlns:a16="http://schemas.microsoft.com/office/drawing/2014/main" id="{4421E6CB-B79F-4985-AC9F-EF634819E1F6}"/>
                  </a:ext>
                </a:extLst>
              </p:cNvPr>
              <p:cNvSpPr/>
              <p:nvPr/>
            </p:nvSpPr>
            <p:spPr>
              <a:xfrm>
                <a:off x="6319805" y="0"/>
                <a:ext cx="486139" cy="68580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110" name="Прямоугольник 109">
                <a:extLst>
                  <a:ext uri="{FF2B5EF4-FFF2-40B4-BE49-F238E27FC236}">
                    <a16:creationId xmlns:a16="http://schemas.microsoft.com/office/drawing/2014/main" id="{22EC2E10-D1BB-43A7-B5AC-1A67618D86DD}"/>
                  </a:ext>
                </a:extLst>
              </p:cNvPr>
              <p:cNvSpPr/>
              <p:nvPr/>
            </p:nvSpPr>
            <p:spPr>
              <a:xfrm>
                <a:off x="6805944" y="0"/>
                <a:ext cx="486139" cy="68580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111" name="Прямоугольник 110">
                <a:extLst>
                  <a:ext uri="{FF2B5EF4-FFF2-40B4-BE49-F238E27FC236}">
                    <a16:creationId xmlns:a16="http://schemas.microsoft.com/office/drawing/2014/main" id="{903A5950-D35B-4110-A561-2760E9105C91}"/>
                  </a:ext>
                </a:extLst>
              </p:cNvPr>
              <p:cNvSpPr/>
              <p:nvPr/>
            </p:nvSpPr>
            <p:spPr>
              <a:xfrm>
                <a:off x="7292083" y="0"/>
                <a:ext cx="486139" cy="68580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112" name="Прямоугольник 111">
                <a:extLst>
                  <a:ext uri="{FF2B5EF4-FFF2-40B4-BE49-F238E27FC236}">
                    <a16:creationId xmlns:a16="http://schemas.microsoft.com/office/drawing/2014/main" id="{CB92CC41-F5C9-4C7C-AA2C-93C882CEA916}"/>
                  </a:ext>
                </a:extLst>
              </p:cNvPr>
              <p:cNvSpPr/>
              <p:nvPr/>
            </p:nvSpPr>
            <p:spPr>
              <a:xfrm>
                <a:off x="7778222" y="0"/>
                <a:ext cx="486139" cy="68580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113" name="Прямоугольник 112">
                <a:extLst>
                  <a:ext uri="{FF2B5EF4-FFF2-40B4-BE49-F238E27FC236}">
                    <a16:creationId xmlns:a16="http://schemas.microsoft.com/office/drawing/2014/main" id="{84F3766D-387C-4BCF-9467-7E7C69DFE17C}"/>
                  </a:ext>
                </a:extLst>
              </p:cNvPr>
              <p:cNvSpPr/>
              <p:nvPr/>
            </p:nvSpPr>
            <p:spPr>
              <a:xfrm>
                <a:off x="8264361" y="0"/>
                <a:ext cx="486139" cy="68580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</p:grpSp>
        <p:grpSp>
          <p:nvGrpSpPr>
            <p:cNvPr id="69" name="Группа 68">
              <a:extLst>
                <a:ext uri="{FF2B5EF4-FFF2-40B4-BE49-F238E27FC236}">
                  <a16:creationId xmlns:a16="http://schemas.microsoft.com/office/drawing/2014/main" id="{661AE684-D580-489B-83A6-7B752ABDD836}"/>
                </a:ext>
              </a:extLst>
            </p:cNvPr>
            <p:cNvGrpSpPr/>
            <p:nvPr/>
          </p:nvGrpSpPr>
          <p:grpSpPr>
            <a:xfrm>
              <a:off x="0" y="0"/>
              <a:ext cx="12192000" cy="6858000"/>
              <a:chOff x="0" y="0"/>
              <a:chExt cx="12192000" cy="6400800"/>
            </a:xfrm>
            <a:noFill/>
          </p:grpSpPr>
          <p:sp>
            <p:nvSpPr>
              <p:cNvPr id="70" name="Прямоугольник 69">
                <a:extLst>
                  <a:ext uri="{FF2B5EF4-FFF2-40B4-BE49-F238E27FC236}">
                    <a16:creationId xmlns:a16="http://schemas.microsoft.com/office/drawing/2014/main" id="{35A4AE5D-CC26-4ADD-B50A-33492E34BA44}"/>
                  </a:ext>
                </a:extLst>
              </p:cNvPr>
              <p:cNvSpPr/>
              <p:nvPr/>
            </p:nvSpPr>
            <p:spPr>
              <a:xfrm>
                <a:off x="0" y="0"/>
                <a:ext cx="12192000" cy="5334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71" name="Прямоугольник 70">
                <a:extLst>
                  <a:ext uri="{FF2B5EF4-FFF2-40B4-BE49-F238E27FC236}">
                    <a16:creationId xmlns:a16="http://schemas.microsoft.com/office/drawing/2014/main" id="{A904FD80-26F8-418D-98CB-EF7667B84B9F}"/>
                  </a:ext>
                </a:extLst>
              </p:cNvPr>
              <p:cNvSpPr/>
              <p:nvPr/>
            </p:nvSpPr>
            <p:spPr>
              <a:xfrm>
                <a:off x="0" y="533400"/>
                <a:ext cx="12192000" cy="5334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74" name="Прямоугольник 73">
                <a:extLst>
                  <a:ext uri="{FF2B5EF4-FFF2-40B4-BE49-F238E27FC236}">
                    <a16:creationId xmlns:a16="http://schemas.microsoft.com/office/drawing/2014/main" id="{F377F6D9-F703-420E-9370-A4000E8BC6EC}"/>
                  </a:ext>
                </a:extLst>
              </p:cNvPr>
              <p:cNvSpPr/>
              <p:nvPr/>
            </p:nvSpPr>
            <p:spPr>
              <a:xfrm>
                <a:off x="0" y="1066800"/>
                <a:ext cx="12192000" cy="5334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75" name="Прямоугольник 74">
                <a:extLst>
                  <a:ext uri="{FF2B5EF4-FFF2-40B4-BE49-F238E27FC236}">
                    <a16:creationId xmlns:a16="http://schemas.microsoft.com/office/drawing/2014/main" id="{EE45EA95-E9A8-4C8A-9EFC-F124CD6E39B7}"/>
                  </a:ext>
                </a:extLst>
              </p:cNvPr>
              <p:cNvSpPr/>
              <p:nvPr/>
            </p:nvSpPr>
            <p:spPr>
              <a:xfrm>
                <a:off x="0" y="1600200"/>
                <a:ext cx="12192000" cy="5334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76" name="Прямоугольник 75">
                <a:extLst>
                  <a:ext uri="{FF2B5EF4-FFF2-40B4-BE49-F238E27FC236}">
                    <a16:creationId xmlns:a16="http://schemas.microsoft.com/office/drawing/2014/main" id="{D4B0BAA9-CAD8-43C6-85E7-B42E9228D155}"/>
                  </a:ext>
                </a:extLst>
              </p:cNvPr>
              <p:cNvSpPr/>
              <p:nvPr/>
            </p:nvSpPr>
            <p:spPr>
              <a:xfrm>
                <a:off x="0" y="2133600"/>
                <a:ext cx="12192000" cy="5334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77" name="Прямоугольник 76">
                <a:extLst>
                  <a:ext uri="{FF2B5EF4-FFF2-40B4-BE49-F238E27FC236}">
                    <a16:creationId xmlns:a16="http://schemas.microsoft.com/office/drawing/2014/main" id="{4D49B1A5-D301-46DF-8E6A-26BE5EC5F99C}"/>
                  </a:ext>
                </a:extLst>
              </p:cNvPr>
              <p:cNvSpPr/>
              <p:nvPr/>
            </p:nvSpPr>
            <p:spPr>
              <a:xfrm>
                <a:off x="0" y="2667000"/>
                <a:ext cx="12192000" cy="5334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78" name="Прямоугольник 77">
                <a:extLst>
                  <a:ext uri="{FF2B5EF4-FFF2-40B4-BE49-F238E27FC236}">
                    <a16:creationId xmlns:a16="http://schemas.microsoft.com/office/drawing/2014/main" id="{D33CCEC1-4F3F-4C18-A464-CCF35EC559C6}"/>
                  </a:ext>
                </a:extLst>
              </p:cNvPr>
              <p:cNvSpPr/>
              <p:nvPr/>
            </p:nvSpPr>
            <p:spPr>
              <a:xfrm>
                <a:off x="0" y="3200400"/>
                <a:ext cx="12192000" cy="5334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79" name="Прямоугольник 78">
                <a:extLst>
                  <a:ext uri="{FF2B5EF4-FFF2-40B4-BE49-F238E27FC236}">
                    <a16:creationId xmlns:a16="http://schemas.microsoft.com/office/drawing/2014/main" id="{D1AF7ABD-7026-4189-83CA-53D628B0D14C}"/>
                  </a:ext>
                </a:extLst>
              </p:cNvPr>
              <p:cNvSpPr/>
              <p:nvPr/>
            </p:nvSpPr>
            <p:spPr>
              <a:xfrm>
                <a:off x="0" y="3733800"/>
                <a:ext cx="12192000" cy="5334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80" name="Прямоугольник 79">
                <a:extLst>
                  <a:ext uri="{FF2B5EF4-FFF2-40B4-BE49-F238E27FC236}">
                    <a16:creationId xmlns:a16="http://schemas.microsoft.com/office/drawing/2014/main" id="{8DBF17EE-9D40-40B0-9121-18053F82C4C6}"/>
                  </a:ext>
                </a:extLst>
              </p:cNvPr>
              <p:cNvSpPr/>
              <p:nvPr/>
            </p:nvSpPr>
            <p:spPr>
              <a:xfrm>
                <a:off x="0" y="4267200"/>
                <a:ext cx="12192000" cy="5334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81" name="Прямоугольник 80">
                <a:extLst>
                  <a:ext uri="{FF2B5EF4-FFF2-40B4-BE49-F238E27FC236}">
                    <a16:creationId xmlns:a16="http://schemas.microsoft.com/office/drawing/2014/main" id="{B648A457-FEF3-4422-B2B6-6C6DA0816277}"/>
                  </a:ext>
                </a:extLst>
              </p:cNvPr>
              <p:cNvSpPr/>
              <p:nvPr/>
            </p:nvSpPr>
            <p:spPr>
              <a:xfrm>
                <a:off x="0" y="4800600"/>
                <a:ext cx="12192000" cy="5334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82" name="Прямоугольник 81">
                <a:extLst>
                  <a:ext uri="{FF2B5EF4-FFF2-40B4-BE49-F238E27FC236}">
                    <a16:creationId xmlns:a16="http://schemas.microsoft.com/office/drawing/2014/main" id="{8D38DBB3-E87C-433D-BBCB-F073E603DBC3}"/>
                  </a:ext>
                </a:extLst>
              </p:cNvPr>
              <p:cNvSpPr/>
              <p:nvPr/>
            </p:nvSpPr>
            <p:spPr>
              <a:xfrm>
                <a:off x="0" y="5334000"/>
                <a:ext cx="12192000" cy="5334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85" name="Прямоугольник 84">
                <a:extLst>
                  <a:ext uri="{FF2B5EF4-FFF2-40B4-BE49-F238E27FC236}">
                    <a16:creationId xmlns:a16="http://schemas.microsoft.com/office/drawing/2014/main" id="{AF8A0BA6-A1D4-4F25-AEA3-0C457ED99146}"/>
                  </a:ext>
                </a:extLst>
              </p:cNvPr>
              <p:cNvSpPr/>
              <p:nvPr/>
            </p:nvSpPr>
            <p:spPr>
              <a:xfrm>
                <a:off x="0" y="5867400"/>
                <a:ext cx="12192000" cy="5334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</p:grpSp>
      </p:grpSp>
      <p:cxnSp>
        <p:nvCxnSpPr>
          <p:cNvPr id="83" name="вертикаль">
            <a:extLst>
              <a:ext uri="{FF2B5EF4-FFF2-40B4-BE49-F238E27FC236}">
                <a16:creationId xmlns:a16="http://schemas.microsoft.com/office/drawing/2014/main" id="{DCD21CE6-7B73-44C8-ABED-2B45E79B26CF}"/>
              </a:ext>
            </a:extLst>
          </p:cNvPr>
          <p:cNvCxnSpPr>
            <a:cxnSpLocks/>
          </p:cNvCxnSpPr>
          <p:nvPr/>
        </p:nvCxnSpPr>
        <p:spPr>
          <a:xfrm>
            <a:off x="11495307" y="21834"/>
            <a:ext cx="19354" cy="6872452"/>
          </a:xfrm>
          <a:prstGeom prst="line">
            <a:avLst/>
          </a:prstGeom>
          <a:ln w="12700">
            <a:solidFill>
              <a:srgbClr val="08EDE8">
                <a:alpha val="50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3" name="декор">
            <a:extLst>
              <a:ext uri="{FF2B5EF4-FFF2-40B4-BE49-F238E27FC236}">
                <a16:creationId xmlns:a16="http://schemas.microsoft.com/office/drawing/2014/main" id="{49274652-B192-EDCA-1B55-F082F3B88EF7}"/>
              </a:ext>
            </a:extLst>
          </p:cNvPr>
          <p:cNvSpPr txBox="1"/>
          <p:nvPr/>
        </p:nvSpPr>
        <p:spPr>
          <a:xfrm>
            <a:off x="1" y="6222657"/>
            <a:ext cx="12191994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600" dirty="0">
                <a:solidFill>
                  <a:srgbClr val="06A29E">
                    <a:alpha val="10000"/>
                  </a:srgbClr>
                </a:solidFill>
                <a:latin typeface="Segoe UI Black" panose="020B0A02040204020203" pitchFamily="34" charset="0"/>
                <a:ea typeface="Segoe UI Black" panose="020B0A02040204020203" pitchFamily="34" charset="0"/>
              </a:rPr>
              <a:t>Project: Artificial Intelligence</a:t>
            </a:r>
            <a:endParaRPr lang="ru-UA" sz="3600" dirty="0">
              <a:solidFill>
                <a:srgbClr val="06A29E">
                  <a:alpha val="10000"/>
                </a:srgbClr>
              </a:solidFill>
              <a:latin typeface="Segoe UI Black" panose="020B0A02040204020203" pitchFamily="34" charset="0"/>
              <a:ea typeface="Segoe UI Black" panose="020B0A02040204020203" pitchFamily="34" charset="0"/>
            </a:endParaRP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D62BF7BF-BC4B-4325-B8D1-9BAC365E2B8B}"/>
              </a:ext>
            </a:extLst>
          </p:cNvPr>
          <p:cNvSpPr txBox="1"/>
          <p:nvPr/>
        </p:nvSpPr>
        <p:spPr>
          <a:xfrm>
            <a:off x="86517" y="73778"/>
            <a:ext cx="6431417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uk-UA" sz="2800" dirty="0">
                <a:solidFill>
                  <a:srgbClr val="08EDE8"/>
                </a:solidFill>
                <a:latin typeface="Montserrat SemiBold" panose="00000700000000000000" pitchFamily="2" charset="-52"/>
              </a:rPr>
              <a:t>Дослідження: постановка задачі</a:t>
            </a:r>
            <a:endParaRPr lang="ru-RU" sz="2800" dirty="0">
              <a:solidFill>
                <a:srgbClr val="08EDE8"/>
              </a:solidFill>
              <a:latin typeface="Montserrat SemiBold" panose="00000700000000000000" pitchFamily="2" charset="-52"/>
            </a:endParaRPr>
          </a:p>
        </p:txBody>
      </p:sp>
      <p:cxnSp>
        <p:nvCxnSpPr>
          <p:cNvPr id="92" name="горизонт">
            <a:extLst>
              <a:ext uri="{FF2B5EF4-FFF2-40B4-BE49-F238E27FC236}">
                <a16:creationId xmlns:a16="http://schemas.microsoft.com/office/drawing/2014/main" id="{CC61BFD0-25DD-453F-92C2-4BBAD9929B6C}"/>
              </a:ext>
            </a:extLst>
          </p:cNvPr>
          <p:cNvCxnSpPr>
            <a:cxnSpLocks/>
          </p:cNvCxnSpPr>
          <p:nvPr/>
        </p:nvCxnSpPr>
        <p:spPr>
          <a:xfrm>
            <a:off x="19349" y="6286500"/>
            <a:ext cx="12191994" cy="0"/>
          </a:xfrm>
          <a:prstGeom prst="line">
            <a:avLst/>
          </a:prstGeom>
          <a:ln w="12700">
            <a:solidFill>
              <a:srgbClr val="08EDE8">
                <a:alpha val="50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6" name="!!рам3">
            <a:extLst>
              <a:ext uri="{FF2B5EF4-FFF2-40B4-BE49-F238E27FC236}">
                <a16:creationId xmlns:a16="http://schemas.microsoft.com/office/drawing/2014/main" id="{93486AFD-4ACD-48D0-ADD3-6F6EBC47D476}"/>
              </a:ext>
            </a:extLst>
          </p:cNvPr>
          <p:cNvSpPr/>
          <p:nvPr/>
        </p:nvSpPr>
        <p:spPr>
          <a:xfrm>
            <a:off x="708172" y="1010135"/>
            <a:ext cx="4028093" cy="774606"/>
          </a:xfrm>
          <a:prstGeom prst="roundRect">
            <a:avLst>
              <a:gd name="adj" fmla="val 13165"/>
            </a:avLst>
          </a:prstGeom>
          <a:solidFill>
            <a:schemeClr val="bg1">
              <a:alpha val="20000"/>
            </a:schemeClr>
          </a:solidFill>
          <a:ln w="12700">
            <a:gradFill>
              <a:gsLst>
                <a:gs pos="0">
                  <a:schemeClr val="accent1">
                    <a:lumMod val="5000"/>
                    <a:lumOff val="95000"/>
                  </a:schemeClr>
                </a:gs>
                <a:gs pos="74000">
                  <a:schemeClr val="accent1">
                    <a:lumMod val="45000"/>
                    <a:lumOff val="55000"/>
                  </a:schemeClr>
                </a:gs>
                <a:gs pos="83000">
                  <a:schemeClr val="accent1">
                    <a:lumMod val="45000"/>
                    <a:lumOff val="55000"/>
                  </a:schemeClr>
                </a:gs>
                <a:gs pos="100000">
                  <a:schemeClr val="accent1">
                    <a:lumMod val="30000"/>
                    <a:lumOff val="70000"/>
                  </a:schemeClr>
                </a:gs>
              </a:gsLst>
              <a:lin ang="5400000" scaled="1"/>
            </a:gra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4E43F210-3954-441B-8979-1E55BFE00F65}"/>
              </a:ext>
            </a:extLst>
          </p:cNvPr>
          <p:cNvSpPr txBox="1"/>
          <p:nvPr/>
        </p:nvSpPr>
        <p:spPr>
          <a:xfrm>
            <a:off x="1268135" y="1032112"/>
            <a:ext cx="3383381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uk-UA" sz="2000" dirty="0">
                <a:solidFill>
                  <a:srgbClr val="08EDE8"/>
                </a:solidFill>
                <a:latin typeface="Montserrat Medium" panose="00000600000000000000" pitchFamily="2" charset="-52"/>
              </a:rPr>
              <a:t>Алгоритм проходить з точки А в точку Б</a:t>
            </a:r>
            <a:endParaRPr lang="ru-RU" sz="2000" dirty="0">
              <a:solidFill>
                <a:srgbClr val="08EDE8"/>
              </a:solidFill>
              <a:latin typeface="Montserrat Medium" panose="00000600000000000000" pitchFamily="2" charset="-52"/>
            </a:endParaRP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3D09F9CE-1D93-4796-A901-31BE6506FE3A}"/>
              </a:ext>
            </a:extLst>
          </p:cNvPr>
          <p:cNvSpPr txBox="1"/>
          <p:nvPr/>
        </p:nvSpPr>
        <p:spPr>
          <a:xfrm>
            <a:off x="819208" y="878224"/>
            <a:ext cx="448927" cy="10156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uk-UA" sz="6000" dirty="0">
                <a:solidFill>
                  <a:srgbClr val="08EDE8"/>
                </a:solidFill>
                <a:latin typeface="Montserrat Medium" panose="00000600000000000000" pitchFamily="2" charset="-52"/>
              </a:rPr>
              <a:t>1 </a:t>
            </a:r>
            <a:endParaRPr lang="ru-RU" sz="6000" dirty="0"/>
          </a:p>
        </p:txBody>
      </p:sp>
      <p:grpSp>
        <p:nvGrpSpPr>
          <p:cNvPr id="93" name="Группа 92">
            <a:extLst>
              <a:ext uri="{FF2B5EF4-FFF2-40B4-BE49-F238E27FC236}">
                <a16:creationId xmlns:a16="http://schemas.microsoft.com/office/drawing/2014/main" id="{D07B70AD-F68B-48A9-B335-57B6359296E9}"/>
              </a:ext>
            </a:extLst>
          </p:cNvPr>
          <p:cNvGrpSpPr/>
          <p:nvPr/>
        </p:nvGrpSpPr>
        <p:grpSpPr>
          <a:xfrm>
            <a:off x="4609707" y="4794893"/>
            <a:ext cx="856264" cy="856264"/>
            <a:chOff x="7662119" y="-689429"/>
            <a:chExt cx="8236858" cy="8236858"/>
          </a:xfrm>
        </p:grpSpPr>
        <p:sp>
          <p:nvSpPr>
            <p:cNvPr id="94" name="Овал 93">
              <a:extLst>
                <a:ext uri="{FF2B5EF4-FFF2-40B4-BE49-F238E27FC236}">
                  <a16:creationId xmlns:a16="http://schemas.microsoft.com/office/drawing/2014/main" id="{D539007E-4D32-4895-B4FC-3840C21DC5C7}"/>
                </a:ext>
              </a:extLst>
            </p:cNvPr>
            <p:cNvSpPr/>
            <p:nvPr/>
          </p:nvSpPr>
          <p:spPr>
            <a:xfrm>
              <a:off x="7662119" y="-689429"/>
              <a:ext cx="8236858" cy="8236858"/>
            </a:xfrm>
            <a:prstGeom prst="ellipse">
              <a:avLst/>
            </a:prstGeom>
            <a:noFill/>
            <a:ln>
              <a:gradFill>
                <a:gsLst>
                  <a:gs pos="0">
                    <a:srgbClr val="0D22ED"/>
                  </a:gs>
                  <a:gs pos="100000">
                    <a:srgbClr val="0919AA"/>
                  </a:gs>
                </a:gsLst>
                <a:lin ang="5400000" scaled="1"/>
              </a:gradFill>
            </a:ln>
            <a:effectLst>
              <a:glow rad="12700">
                <a:srgbClr val="0D22ED">
                  <a:alpha val="20000"/>
                </a:srgbClr>
              </a:glo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 sz="1000">
                <a:solidFill>
                  <a:schemeClr val="bg1"/>
                </a:solidFill>
                <a:latin typeface="Uniform Pro Bold" panose="00000800000000000000" pitchFamily="2" charset="0"/>
              </a:endParaRPr>
            </a:p>
          </p:txBody>
        </p:sp>
        <p:sp>
          <p:nvSpPr>
            <p:cNvPr id="95" name="Овал 94">
              <a:extLst>
                <a:ext uri="{FF2B5EF4-FFF2-40B4-BE49-F238E27FC236}">
                  <a16:creationId xmlns:a16="http://schemas.microsoft.com/office/drawing/2014/main" id="{DC6D5FAC-96B3-46F7-BB33-25D5D3BB18D6}"/>
                </a:ext>
              </a:extLst>
            </p:cNvPr>
            <p:cNvSpPr/>
            <p:nvPr/>
          </p:nvSpPr>
          <p:spPr>
            <a:xfrm>
              <a:off x="7868403" y="-483145"/>
              <a:ext cx="7824290" cy="7824290"/>
            </a:xfrm>
            <a:prstGeom prst="ellipse">
              <a:avLst/>
            </a:prstGeom>
            <a:noFill/>
            <a:ln>
              <a:gradFill>
                <a:gsLst>
                  <a:gs pos="0">
                    <a:srgbClr val="0D22ED"/>
                  </a:gs>
                  <a:gs pos="100000">
                    <a:srgbClr val="0919AA"/>
                  </a:gs>
                </a:gsLst>
                <a:lin ang="5400000" scaled="1"/>
              </a:gradFill>
            </a:ln>
            <a:effectLst>
              <a:glow rad="12700">
                <a:srgbClr val="0D22ED">
                  <a:alpha val="20000"/>
                </a:srgbClr>
              </a:glo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 sz="1000">
                <a:solidFill>
                  <a:schemeClr val="bg1"/>
                </a:solidFill>
                <a:latin typeface="Uniform Pro Bold" panose="00000800000000000000" pitchFamily="2" charset="0"/>
              </a:endParaRPr>
            </a:p>
          </p:txBody>
        </p:sp>
        <p:sp>
          <p:nvSpPr>
            <p:cNvPr id="96" name="Овал 95">
              <a:extLst>
                <a:ext uri="{FF2B5EF4-FFF2-40B4-BE49-F238E27FC236}">
                  <a16:creationId xmlns:a16="http://schemas.microsoft.com/office/drawing/2014/main" id="{38FDB206-DEDE-4685-A9D9-3DD217AB07D8}"/>
                </a:ext>
              </a:extLst>
            </p:cNvPr>
            <p:cNvSpPr/>
            <p:nvPr/>
          </p:nvSpPr>
          <p:spPr>
            <a:xfrm>
              <a:off x="8196166" y="-155382"/>
              <a:ext cx="7168764" cy="7168764"/>
            </a:xfrm>
            <a:prstGeom prst="ellipse">
              <a:avLst/>
            </a:prstGeom>
            <a:gradFill flip="none" rotWithShape="1">
              <a:gsLst>
                <a:gs pos="92000">
                  <a:srgbClr val="140D36"/>
                </a:gs>
                <a:gs pos="0">
                  <a:srgbClr val="0919AA"/>
                </a:gs>
              </a:gsLst>
              <a:lin ang="13500000" scaled="1"/>
              <a:tileRect/>
            </a:gradFill>
            <a:ln>
              <a:noFill/>
            </a:ln>
            <a:effectLst>
              <a:glow rad="38100">
                <a:srgbClr val="0919AA">
                  <a:alpha val="20000"/>
                </a:srgbClr>
              </a:glo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 sz="1000">
                <a:solidFill>
                  <a:schemeClr val="bg1"/>
                </a:solidFill>
                <a:latin typeface="Uniform Pro Bold" panose="00000800000000000000" pitchFamily="2" charset="0"/>
              </a:endParaRPr>
            </a:p>
          </p:txBody>
        </p:sp>
      </p:grpSp>
      <p:grpSp>
        <p:nvGrpSpPr>
          <p:cNvPr id="55" name="Группа 54">
            <a:extLst>
              <a:ext uri="{FF2B5EF4-FFF2-40B4-BE49-F238E27FC236}">
                <a16:creationId xmlns:a16="http://schemas.microsoft.com/office/drawing/2014/main" id="{4D4DCD92-4170-4AA9-8F18-C8C3043C2D8D}"/>
              </a:ext>
            </a:extLst>
          </p:cNvPr>
          <p:cNvGrpSpPr/>
          <p:nvPr/>
        </p:nvGrpSpPr>
        <p:grpSpPr>
          <a:xfrm>
            <a:off x="9461368" y="1848949"/>
            <a:ext cx="856264" cy="856264"/>
            <a:chOff x="7662119" y="-689429"/>
            <a:chExt cx="8236858" cy="8236858"/>
          </a:xfrm>
        </p:grpSpPr>
        <p:sp>
          <p:nvSpPr>
            <p:cNvPr id="56" name="Овал 55">
              <a:extLst>
                <a:ext uri="{FF2B5EF4-FFF2-40B4-BE49-F238E27FC236}">
                  <a16:creationId xmlns:a16="http://schemas.microsoft.com/office/drawing/2014/main" id="{7E7B9B62-5DB7-4D7D-BE43-EFE9E989EE81}"/>
                </a:ext>
              </a:extLst>
            </p:cNvPr>
            <p:cNvSpPr/>
            <p:nvPr/>
          </p:nvSpPr>
          <p:spPr>
            <a:xfrm>
              <a:off x="7662119" y="-689429"/>
              <a:ext cx="8236858" cy="8236858"/>
            </a:xfrm>
            <a:prstGeom prst="ellipse">
              <a:avLst/>
            </a:prstGeom>
            <a:noFill/>
            <a:ln>
              <a:gradFill>
                <a:gsLst>
                  <a:gs pos="0">
                    <a:srgbClr val="0D22ED"/>
                  </a:gs>
                  <a:gs pos="100000">
                    <a:srgbClr val="0919AA"/>
                  </a:gs>
                </a:gsLst>
                <a:lin ang="5400000" scaled="1"/>
              </a:gradFill>
            </a:ln>
            <a:effectLst>
              <a:glow rad="12700">
                <a:srgbClr val="0D22ED">
                  <a:alpha val="20000"/>
                </a:srgbClr>
              </a:glo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 sz="1000">
                <a:solidFill>
                  <a:schemeClr val="bg1"/>
                </a:solidFill>
                <a:latin typeface="Uniform Pro Bold" panose="00000800000000000000" pitchFamily="2" charset="0"/>
              </a:endParaRPr>
            </a:p>
          </p:txBody>
        </p:sp>
        <p:sp>
          <p:nvSpPr>
            <p:cNvPr id="57" name="Овал 56">
              <a:extLst>
                <a:ext uri="{FF2B5EF4-FFF2-40B4-BE49-F238E27FC236}">
                  <a16:creationId xmlns:a16="http://schemas.microsoft.com/office/drawing/2014/main" id="{3793068B-25B8-4055-AE69-E796C5358D73}"/>
                </a:ext>
              </a:extLst>
            </p:cNvPr>
            <p:cNvSpPr/>
            <p:nvPr/>
          </p:nvSpPr>
          <p:spPr>
            <a:xfrm>
              <a:off x="7868403" y="-483145"/>
              <a:ext cx="7824290" cy="7824290"/>
            </a:xfrm>
            <a:prstGeom prst="ellipse">
              <a:avLst/>
            </a:prstGeom>
            <a:noFill/>
            <a:ln>
              <a:gradFill>
                <a:gsLst>
                  <a:gs pos="0">
                    <a:srgbClr val="0D22ED"/>
                  </a:gs>
                  <a:gs pos="100000">
                    <a:srgbClr val="0919AA"/>
                  </a:gs>
                </a:gsLst>
                <a:lin ang="5400000" scaled="1"/>
              </a:gradFill>
            </a:ln>
            <a:effectLst>
              <a:glow rad="12700">
                <a:srgbClr val="0D22ED">
                  <a:alpha val="20000"/>
                </a:srgbClr>
              </a:glo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 sz="1000">
                <a:solidFill>
                  <a:schemeClr val="bg1"/>
                </a:solidFill>
                <a:latin typeface="Uniform Pro Bold" panose="00000800000000000000" pitchFamily="2" charset="0"/>
              </a:endParaRPr>
            </a:p>
          </p:txBody>
        </p:sp>
        <p:sp>
          <p:nvSpPr>
            <p:cNvPr id="61" name="Овал 60">
              <a:extLst>
                <a:ext uri="{FF2B5EF4-FFF2-40B4-BE49-F238E27FC236}">
                  <a16:creationId xmlns:a16="http://schemas.microsoft.com/office/drawing/2014/main" id="{1900AA5B-3DFC-44BD-B66B-96EFF546ABB9}"/>
                </a:ext>
              </a:extLst>
            </p:cNvPr>
            <p:cNvSpPr/>
            <p:nvPr/>
          </p:nvSpPr>
          <p:spPr>
            <a:xfrm>
              <a:off x="8196166" y="-155382"/>
              <a:ext cx="7168764" cy="7168764"/>
            </a:xfrm>
            <a:prstGeom prst="ellipse">
              <a:avLst/>
            </a:prstGeom>
            <a:gradFill flip="none" rotWithShape="1">
              <a:gsLst>
                <a:gs pos="92000">
                  <a:srgbClr val="140D36"/>
                </a:gs>
                <a:gs pos="0">
                  <a:srgbClr val="0919AA"/>
                </a:gs>
              </a:gsLst>
              <a:lin ang="13500000" scaled="1"/>
              <a:tileRect/>
            </a:gradFill>
            <a:ln>
              <a:noFill/>
            </a:ln>
            <a:effectLst>
              <a:glow rad="38100">
                <a:srgbClr val="0919AA">
                  <a:alpha val="20000"/>
                </a:srgbClr>
              </a:glo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 sz="1000">
                <a:solidFill>
                  <a:schemeClr val="bg1"/>
                </a:solidFill>
                <a:latin typeface="Uniform Pro Bold" panose="00000800000000000000" pitchFamily="2" charset="0"/>
              </a:endParaRPr>
            </a:p>
          </p:txBody>
        </p:sp>
      </p:grpSp>
      <p:sp>
        <p:nvSpPr>
          <p:cNvPr id="64" name="TextBox 63">
            <a:extLst>
              <a:ext uri="{FF2B5EF4-FFF2-40B4-BE49-F238E27FC236}">
                <a16:creationId xmlns:a16="http://schemas.microsoft.com/office/drawing/2014/main" id="{B94E3556-BB25-4B52-8A6F-E65F3797F746}"/>
              </a:ext>
            </a:extLst>
          </p:cNvPr>
          <p:cNvSpPr txBox="1"/>
          <p:nvPr/>
        </p:nvSpPr>
        <p:spPr>
          <a:xfrm>
            <a:off x="4658055" y="3900587"/>
            <a:ext cx="677334" cy="10156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uk-UA" sz="6000" dirty="0">
                <a:solidFill>
                  <a:srgbClr val="08EDE8"/>
                </a:solidFill>
                <a:latin typeface="Montserrat Medium" panose="00000600000000000000" pitchFamily="2" charset="-52"/>
              </a:rPr>
              <a:t>А</a:t>
            </a:r>
            <a:endParaRPr lang="ru-RU" sz="6000" dirty="0"/>
          </a:p>
        </p:txBody>
      </p:sp>
      <p:sp>
        <p:nvSpPr>
          <p:cNvPr id="84" name="TextBox 83">
            <a:extLst>
              <a:ext uri="{FF2B5EF4-FFF2-40B4-BE49-F238E27FC236}">
                <a16:creationId xmlns:a16="http://schemas.microsoft.com/office/drawing/2014/main" id="{8142C441-4272-4578-B9D0-CFFEB5B3B832}"/>
              </a:ext>
            </a:extLst>
          </p:cNvPr>
          <p:cNvSpPr txBox="1"/>
          <p:nvPr/>
        </p:nvSpPr>
        <p:spPr>
          <a:xfrm>
            <a:off x="9512922" y="888997"/>
            <a:ext cx="677334" cy="10156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uk-UA" sz="6000" dirty="0">
                <a:solidFill>
                  <a:srgbClr val="08EDE8"/>
                </a:solidFill>
                <a:latin typeface="Montserrat Medium" panose="00000600000000000000" pitchFamily="2" charset="-52"/>
              </a:rPr>
              <a:t>Б</a:t>
            </a:r>
            <a:endParaRPr lang="ru-RU" sz="6000" dirty="0"/>
          </a:p>
        </p:txBody>
      </p:sp>
      <p:sp>
        <p:nvSpPr>
          <p:cNvPr id="98" name="!!рам3">
            <a:extLst>
              <a:ext uri="{FF2B5EF4-FFF2-40B4-BE49-F238E27FC236}">
                <a16:creationId xmlns:a16="http://schemas.microsoft.com/office/drawing/2014/main" id="{E92F395F-FB02-437F-B732-A7C1E53D5979}"/>
              </a:ext>
            </a:extLst>
          </p:cNvPr>
          <p:cNvSpPr/>
          <p:nvPr/>
        </p:nvSpPr>
        <p:spPr>
          <a:xfrm>
            <a:off x="708172" y="1942202"/>
            <a:ext cx="4028093" cy="774606"/>
          </a:xfrm>
          <a:prstGeom prst="roundRect">
            <a:avLst>
              <a:gd name="adj" fmla="val 13165"/>
            </a:avLst>
          </a:prstGeom>
          <a:solidFill>
            <a:schemeClr val="bg1">
              <a:alpha val="20000"/>
            </a:schemeClr>
          </a:solidFill>
          <a:ln w="12700">
            <a:gradFill>
              <a:gsLst>
                <a:gs pos="0">
                  <a:schemeClr val="accent1">
                    <a:lumMod val="5000"/>
                    <a:lumOff val="95000"/>
                  </a:schemeClr>
                </a:gs>
                <a:gs pos="74000">
                  <a:schemeClr val="accent1">
                    <a:lumMod val="45000"/>
                    <a:lumOff val="55000"/>
                  </a:schemeClr>
                </a:gs>
                <a:gs pos="83000">
                  <a:schemeClr val="accent1">
                    <a:lumMod val="45000"/>
                    <a:lumOff val="55000"/>
                  </a:schemeClr>
                </a:gs>
                <a:gs pos="100000">
                  <a:schemeClr val="accent1">
                    <a:lumMod val="30000"/>
                    <a:lumOff val="70000"/>
                  </a:schemeClr>
                </a:gs>
              </a:gsLst>
              <a:lin ang="5400000" scaled="1"/>
            </a:gra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99" name="TextBox 98">
            <a:extLst>
              <a:ext uri="{FF2B5EF4-FFF2-40B4-BE49-F238E27FC236}">
                <a16:creationId xmlns:a16="http://schemas.microsoft.com/office/drawing/2014/main" id="{EDF8C008-760F-4AB2-8432-183BC9BEBA9A}"/>
              </a:ext>
            </a:extLst>
          </p:cNvPr>
          <p:cNvSpPr txBox="1"/>
          <p:nvPr/>
        </p:nvSpPr>
        <p:spPr>
          <a:xfrm>
            <a:off x="1268135" y="1964179"/>
            <a:ext cx="3383381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uk-UA" sz="2000" dirty="0">
                <a:solidFill>
                  <a:srgbClr val="08EDE8"/>
                </a:solidFill>
                <a:latin typeface="Montserrat Medium" panose="00000600000000000000" pitchFamily="2" charset="-52"/>
              </a:rPr>
              <a:t>Здатний оминати перешкоди на шляху</a:t>
            </a:r>
            <a:endParaRPr lang="ru-RU" sz="2000" dirty="0">
              <a:solidFill>
                <a:srgbClr val="08EDE8"/>
              </a:solidFill>
              <a:latin typeface="Montserrat Medium" panose="00000600000000000000" pitchFamily="2" charset="-52"/>
            </a:endParaRPr>
          </a:p>
        </p:txBody>
      </p:sp>
      <p:sp>
        <p:nvSpPr>
          <p:cNvPr id="114" name="TextBox 113">
            <a:extLst>
              <a:ext uri="{FF2B5EF4-FFF2-40B4-BE49-F238E27FC236}">
                <a16:creationId xmlns:a16="http://schemas.microsoft.com/office/drawing/2014/main" id="{870FE5C2-0E4D-43BF-A2AD-C649ADB140A4}"/>
              </a:ext>
            </a:extLst>
          </p:cNvPr>
          <p:cNvSpPr txBox="1"/>
          <p:nvPr/>
        </p:nvSpPr>
        <p:spPr>
          <a:xfrm>
            <a:off x="743110" y="1810291"/>
            <a:ext cx="448927" cy="10156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uk-UA" sz="6000" dirty="0">
                <a:solidFill>
                  <a:srgbClr val="08EDE8"/>
                </a:solidFill>
                <a:latin typeface="Montserrat Medium" panose="00000600000000000000" pitchFamily="2" charset="-52"/>
              </a:rPr>
              <a:t>2 </a:t>
            </a:r>
            <a:endParaRPr lang="ru-RU" sz="6000" dirty="0"/>
          </a:p>
        </p:txBody>
      </p:sp>
      <p:sp>
        <p:nvSpPr>
          <p:cNvPr id="123" name="!!рам3">
            <a:extLst>
              <a:ext uri="{FF2B5EF4-FFF2-40B4-BE49-F238E27FC236}">
                <a16:creationId xmlns:a16="http://schemas.microsoft.com/office/drawing/2014/main" id="{F7F8F3B9-4EE5-48CC-AD48-2AE9B7F7444F}"/>
              </a:ext>
            </a:extLst>
          </p:cNvPr>
          <p:cNvSpPr/>
          <p:nvPr/>
        </p:nvSpPr>
        <p:spPr>
          <a:xfrm>
            <a:off x="-6459246" y="2882723"/>
            <a:ext cx="4028093" cy="774606"/>
          </a:xfrm>
          <a:prstGeom prst="roundRect">
            <a:avLst>
              <a:gd name="adj" fmla="val 13165"/>
            </a:avLst>
          </a:prstGeom>
          <a:solidFill>
            <a:schemeClr val="bg1">
              <a:alpha val="20000"/>
            </a:schemeClr>
          </a:solidFill>
          <a:ln w="12700">
            <a:gradFill>
              <a:gsLst>
                <a:gs pos="0">
                  <a:schemeClr val="accent1">
                    <a:lumMod val="5000"/>
                    <a:lumOff val="95000"/>
                  </a:schemeClr>
                </a:gs>
                <a:gs pos="74000">
                  <a:schemeClr val="accent1">
                    <a:lumMod val="45000"/>
                    <a:lumOff val="55000"/>
                  </a:schemeClr>
                </a:gs>
                <a:gs pos="83000">
                  <a:schemeClr val="accent1">
                    <a:lumMod val="45000"/>
                    <a:lumOff val="55000"/>
                  </a:schemeClr>
                </a:gs>
                <a:gs pos="100000">
                  <a:schemeClr val="accent1">
                    <a:lumMod val="30000"/>
                    <a:lumOff val="70000"/>
                  </a:schemeClr>
                </a:gs>
              </a:gsLst>
              <a:lin ang="5400000" scaled="1"/>
            </a:gra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124" name="TextBox 123">
            <a:extLst>
              <a:ext uri="{FF2B5EF4-FFF2-40B4-BE49-F238E27FC236}">
                <a16:creationId xmlns:a16="http://schemas.microsoft.com/office/drawing/2014/main" id="{0D337671-0B5B-4BA9-A19D-A677306CE21C}"/>
              </a:ext>
            </a:extLst>
          </p:cNvPr>
          <p:cNvSpPr txBox="1"/>
          <p:nvPr/>
        </p:nvSpPr>
        <p:spPr>
          <a:xfrm>
            <a:off x="-5899283" y="2904700"/>
            <a:ext cx="3383381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uk-UA" sz="2000" dirty="0">
                <a:solidFill>
                  <a:srgbClr val="08EDE8"/>
                </a:solidFill>
                <a:latin typeface="Montserrat Medium" panose="00000600000000000000" pitchFamily="2" charset="-52"/>
              </a:rPr>
              <a:t>Реалізація декількох різних алгоритмів ШІ</a:t>
            </a:r>
            <a:endParaRPr lang="ru-RU" sz="2000" dirty="0">
              <a:solidFill>
                <a:srgbClr val="08EDE8"/>
              </a:solidFill>
              <a:latin typeface="Montserrat Medium" panose="00000600000000000000" pitchFamily="2" charset="-52"/>
            </a:endParaRPr>
          </a:p>
        </p:txBody>
      </p:sp>
      <p:sp>
        <p:nvSpPr>
          <p:cNvPr id="125" name="TextBox 124">
            <a:extLst>
              <a:ext uri="{FF2B5EF4-FFF2-40B4-BE49-F238E27FC236}">
                <a16:creationId xmlns:a16="http://schemas.microsoft.com/office/drawing/2014/main" id="{BD49B420-EC56-47F0-B3E8-D7B3910992A8}"/>
              </a:ext>
            </a:extLst>
          </p:cNvPr>
          <p:cNvSpPr txBox="1"/>
          <p:nvPr/>
        </p:nvSpPr>
        <p:spPr>
          <a:xfrm>
            <a:off x="-6424308" y="2750812"/>
            <a:ext cx="448927" cy="10156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uk-UA" sz="6000" dirty="0">
                <a:solidFill>
                  <a:srgbClr val="08EDE8"/>
                </a:solidFill>
                <a:latin typeface="Montserrat Medium" panose="00000600000000000000" pitchFamily="2" charset="-52"/>
              </a:rPr>
              <a:t>3 </a:t>
            </a:r>
            <a:endParaRPr lang="ru-RU" sz="6000" dirty="0"/>
          </a:p>
        </p:txBody>
      </p:sp>
      <p:sp>
        <p:nvSpPr>
          <p:cNvPr id="3" name="Прямоугольник 2">
            <a:extLst>
              <a:ext uri="{FF2B5EF4-FFF2-40B4-BE49-F238E27FC236}">
                <a16:creationId xmlns:a16="http://schemas.microsoft.com/office/drawing/2014/main" id="{5ABA76DB-042E-4006-937D-D2F1C6C840BA}"/>
              </a:ext>
            </a:extLst>
          </p:cNvPr>
          <p:cNvSpPr/>
          <p:nvPr/>
        </p:nvSpPr>
        <p:spPr>
          <a:xfrm>
            <a:off x="5803691" y="3669174"/>
            <a:ext cx="1240648" cy="654326"/>
          </a:xfrm>
          <a:prstGeom prst="rect">
            <a:avLst/>
          </a:prstGeom>
          <a:solidFill>
            <a:srgbClr val="CC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26" name="Прямоугольник 125">
            <a:extLst>
              <a:ext uri="{FF2B5EF4-FFF2-40B4-BE49-F238E27FC236}">
                <a16:creationId xmlns:a16="http://schemas.microsoft.com/office/drawing/2014/main" id="{34B2F3A7-330E-4401-BF15-85BBFF222C08}"/>
              </a:ext>
            </a:extLst>
          </p:cNvPr>
          <p:cNvSpPr/>
          <p:nvPr/>
        </p:nvSpPr>
        <p:spPr>
          <a:xfrm>
            <a:off x="8200135" y="3076539"/>
            <a:ext cx="1240648" cy="654326"/>
          </a:xfrm>
          <a:prstGeom prst="rect">
            <a:avLst/>
          </a:prstGeom>
          <a:solidFill>
            <a:srgbClr val="CC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5" name="Полилиния: фигура 4">
            <a:extLst>
              <a:ext uri="{FF2B5EF4-FFF2-40B4-BE49-F238E27FC236}">
                <a16:creationId xmlns:a16="http://schemas.microsoft.com/office/drawing/2014/main" id="{9ABF346A-99B4-45AD-84AE-C7F8C502750E}"/>
              </a:ext>
            </a:extLst>
          </p:cNvPr>
          <p:cNvSpPr/>
          <p:nvPr/>
        </p:nvSpPr>
        <p:spPr>
          <a:xfrm>
            <a:off x="5675086" y="2336800"/>
            <a:ext cx="3628571" cy="2685143"/>
          </a:xfrm>
          <a:custGeom>
            <a:avLst/>
            <a:gdLst>
              <a:gd name="connsiteX0" fmla="*/ 0 w 3628571"/>
              <a:gd name="connsiteY0" fmla="*/ 2685143 h 2685143"/>
              <a:gd name="connsiteX1" fmla="*/ 2206171 w 3628571"/>
              <a:gd name="connsiteY1" fmla="*/ 2002971 h 2685143"/>
              <a:gd name="connsiteX2" fmla="*/ 1915885 w 3628571"/>
              <a:gd name="connsiteY2" fmla="*/ 1146629 h 2685143"/>
              <a:gd name="connsiteX3" fmla="*/ 1988457 w 3628571"/>
              <a:gd name="connsiteY3" fmla="*/ 537029 h 2685143"/>
              <a:gd name="connsiteX4" fmla="*/ 3628571 w 3628571"/>
              <a:gd name="connsiteY4" fmla="*/ 0 h 268514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3628571" h="2685143">
                <a:moveTo>
                  <a:pt x="0" y="2685143"/>
                </a:moveTo>
                <a:cubicBezTo>
                  <a:pt x="943428" y="2472266"/>
                  <a:pt x="1886857" y="2259390"/>
                  <a:pt x="2206171" y="2002971"/>
                </a:cubicBezTo>
                <a:cubicBezTo>
                  <a:pt x="2525485" y="1746552"/>
                  <a:pt x="1952171" y="1390952"/>
                  <a:pt x="1915885" y="1146629"/>
                </a:cubicBezTo>
                <a:cubicBezTo>
                  <a:pt x="1879599" y="902306"/>
                  <a:pt x="1703009" y="728134"/>
                  <a:pt x="1988457" y="537029"/>
                </a:cubicBezTo>
                <a:cubicBezTo>
                  <a:pt x="2273905" y="345924"/>
                  <a:pt x="3628571" y="0"/>
                  <a:pt x="3628571" y="0"/>
                </a:cubicBezTo>
              </a:path>
            </a:pathLst>
          </a:custGeom>
          <a:ln w="50800" cap="rnd">
            <a:solidFill>
              <a:srgbClr val="0F126A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867756357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spd="med">
        <p159:morph option="byObject"/>
      </p:transition>
    </mc:Choice>
    <mc:Fallback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6" presetClass="emph" presetSubtype="0" repeatCount="indefinite" decel="3000" autoRev="1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Scale>
                                      <p:cBhvr>
                                        <p:cTn id="6" dur="1000" fill="hold"/>
                                        <p:tgtEl>
                                          <p:spTgt spid="93"/>
                                        </p:tgtEl>
                                      </p:cBhvr>
                                      <p:by x="107000" y="107000"/>
                                    </p:animScale>
                                  </p:childTnLst>
                                </p:cTn>
                              </p:par>
                              <p:par>
                                <p:cTn id="7" presetID="6" presetClass="emph" presetSubtype="0" repeatCount="indefinite" decel="3000" autoRev="1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Scale>
                                      <p:cBhvr>
                                        <p:cTn id="8" dur="1000" fill="hold"/>
                                        <p:tgtEl>
                                          <p:spTgt spid="55"/>
                                        </p:tgtEl>
                                      </p:cBhvr>
                                      <p:by x="107000" y="107000"/>
                                    </p:animScale>
                                  </p:childTnLst>
                                </p:cTn>
                              </p:par>
                              <p:par>
                                <p:cTn id="9" presetID="2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1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фон">
            <a:extLst>
              <a:ext uri="{FF2B5EF4-FFF2-40B4-BE49-F238E27FC236}">
                <a16:creationId xmlns:a16="http://schemas.microsoft.com/office/drawing/2014/main" id="{123AAA31-15E5-4CD4-90E0-8BA1499E8700}"/>
              </a:ext>
            </a:extLst>
          </p:cNvPr>
          <p:cNvSpPr/>
          <p:nvPr/>
        </p:nvSpPr>
        <p:spPr>
          <a:xfrm>
            <a:off x="-5" y="0"/>
            <a:ext cx="12192000" cy="6858000"/>
          </a:xfrm>
          <a:prstGeom prst="rect">
            <a:avLst/>
          </a:prstGeom>
          <a:gradFill>
            <a:gsLst>
              <a:gs pos="0">
                <a:srgbClr val="1D1D1D"/>
              </a:gs>
              <a:gs pos="100000">
                <a:srgbClr val="1D1D1D"/>
              </a:gs>
            </a:gsLst>
            <a:path path="circle">
              <a:fillToRect r="100000" b="100000"/>
            </a:path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grpSp>
        <p:nvGrpSpPr>
          <p:cNvPr id="62" name="18х12 сетка">
            <a:extLst>
              <a:ext uri="{FF2B5EF4-FFF2-40B4-BE49-F238E27FC236}">
                <a16:creationId xmlns:a16="http://schemas.microsoft.com/office/drawing/2014/main" id="{B3CD36E5-6234-4C3A-BED7-A5B1ADB7FF62}"/>
              </a:ext>
            </a:extLst>
          </p:cNvPr>
          <p:cNvGrpSpPr/>
          <p:nvPr/>
        </p:nvGrpSpPr>
        <p:grpSpPr>
          <a:xfrm>
            <a:off x="-8" y="0"/>
            <a:ext cx="12192007" cy="6858000"/>
            <a:chOff x="-2" y="0"/>
            <a:chExt cx="12192002" cy="6858000"/>
          </a:xfrm>
        </p:grpSpPr>
        <p:grpSp>
          <p:nvGrpSpPr>
            <p:cNvPr id="68" name="Группа 67">
              <a:extLst>
                <a:ext uri="{FF2B5EF4-FFF2-40B4-BE49-F238E27FC236}">
                  <a16:creationId xmlns:a16="http://schemas.microsoft.com/office/drawing/2014/main" id="{058C4490-79C4-45FE-AACB-69EA39D66F8A}"/>
                </a:ext>
              </a:extLst>
            </p:cNvPr>
            <p:cNvGrpSpPr/>
            <p:nvPr/>
          </p:nvGrpSpPr>
          <p:grpSpPr>
            <a:xfrm>
              <a:off x="-2" y="0"/>
              <a:ext cx="12192000" cy="6858000"/>
              <a:chOff x="-2" y="0"/>
              <a:chExt cx="8750502" cy="6858000"/>
            </a:xfrm>
            <a:noFill/>
          </p:grpSpPr>
          <p:sp>
            <p:nvSpPr>
              <p:cNvPr id="86" name="Прямоугольник 85">
                <a:extLst>
                  <a:ext uri="{FF2B5EF4-FFF2-40B4-BE49-F238E27FC236}">
                    <a16:creationId xmlns:a16="http://schemas.microsoft.com/office/drawing/2014/main" id="{7E2552AE-C149-4D44-83AB-0888AFBDFEF2}"/>
                  </a:ext>
                </a:extLst>
              </p:cNvPr>
              <p:cNvSpPr/>
              <p:nvPr/>
            </p:nvSpPr>
            <p:spPr>
              <a:xfrm>
                <a:off x="-2" y="0"/>
                <a:ext cx="486139" cy="68580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87" name="Прямоугольник 86">
                <a:extLst>
                  <a:ext uri="{FF2B5EF4-FFF2-40B4-BE49-F238E27FC236}">
                    <a16:creationId xmlns:a16="http://schemas.microsoft.com/office/drawing/2014/main" id="{208E4854-E973-4CC6-AC53-D304668D8FD7}"/>
                  </a:ext>
                </a:extLst>
              </p:cNvPr>
              <p:cNvSpPr/>
              <p:nvPr/>
            </p:nvSpPr>
            <p:spPr>
              <a:xfrm>
                <a:off x="486137" y="0"/>
                <a:ext cx="486139" cy="68580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88" name="Прямоугольник 87">
                <a:extLst>
                  <a:ext uri="{FF2B5EF4-FFF2-40B4-BE49-F238E27FC236}">
                    <a16:creationId xmlns:a16="http://schemas.microsoft.com/office/drawing/2014/main" id="{B6F0D48E-117A-4741-85D4-54A79EEA2DFD}"/>
                  </a:ext>
                </a:extLst>
              </p:cNvPr>
              <p:cNvSpPr/>
              <p:nvPr/>
            </p:nvSpPr>
            <p:spPr>
              <a:xfrm>
                <a:off x="972276" y="0"/>
                <a:ext cx="486139" cy="68580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89" name="Прямоугольник 88">
                <a:extLst>
                  <a:ext uri="{FF2B5EF4-FFF2-40B4-BE49-F238E27FC236}">
                    <a16:creationId xmlns:a16="http://schemas.microsoft.com/office/drawing/2014/main" id="{FC8BE352-D19F-4FF7-B5F5-9F888B8D184B}"/>
                  </a:ext>
                </a:extLst>
              </p:cNvPr>
              <p:cNvSpPr/>
              <p:nvPr/>
            </p:nvSpPr>
            <p:spPr>
              <a:xfrm>
                <a:off x="1458415" y="0"/>
                <a:ext cx="486139" cy="68580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100" name="Прямоугольник 99">
                <a:extLst>
                  <a:ext uri="{FF2B5EF4-FFF2-40B4-BE49-F238E27FC236}">
                    <a16:creationId xmlns:a16="http://schemas.microsoft.com/office/drawing/2014/main" id="{7A365643-F78E-4764-9982-E39237A1F247}"/>
                  </a:ext>
                </a:extLst>
              </p:cNvPr>
              <p:cNvSpPr/>
              <p:nvPr/>
            </p:nvSpPr>
            <p:spPr>
              <a:xfrm>
                <a:off x="1944554" y="0"/>
                <a:ext cx="486139" cy="68580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101" name="Прямоугольник 100">
                <a:extLst>
                  <a:ext uri="{FF2B5EF4-FFF2-40B4-BE49-F238E27FC236}">
                    <a16:creationId xmlns:a16="http://schemas.microsoft.com/office/drawing/2014/main" id="{2BD627C7-E89C-42EC-B764-AAEBC644B4ED}"/>
                  </a:ext>
                </a:extLst>
              </p:cNvPr>
              <p:cNvSpPr/>
              <p:nvPr/>
            </p:nvSpPr>
            <p:spPr>
              <a:xfrm>
                <a:off x="2430693" y="0"/>
                <a:ext cx="486139" cy="68580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102" name="Прямоугольник 101">
                <a:extLst>
                  <a:ext uri="{FF2B5EF4-FFF2-40B4-BE49-F238E27FC236}">
                    <a16:creationId xmlns:a16="http://schemas.microsoft.com/office/drawing/2014/main" id="{BE631F47-4B73-4971-BA95-D82629DFFDCE}"/>
                  </a:ext>
                </a:extLst>
              </p:cNvPr>
              <p:cNvSpPr/>
              <p:nvPr/>
            </p:nvSpPr>
            <p:spPr>
              <a:xfrm>
                <a:off x="2916832" y="0"/>
                <a:ext cx="486139" cy="68580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103" name="Прямоугольник 102">
                <a:extLst>
                  <a:ext uri="{FF2B5EF4-FFF2-40B4-BE49-F238E27FC236}">
                    <a16:creationId xmlns:a16="http://schemas.microsoft.com/office/drawing/2014/main" id="{D63641B2-1ECC-4C32-9365-D89BF5C7E705}"/>
                  </a:ext>
                </a:extLst>
              </p:cNvPr>
              <p:cNvSpPr/>
              <p:nvPr/>
            </p:nvSpPr>
            <p:spPr>
              <a:xfrm>
                <a:off x="3402971" y="0"/>
                <a:ext cx="486139" cy="68580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104" name="Прямоугольник 103">
                <a:extLst>
                  <a:ext uri="{FF2B5EF4-FFF2-40B4-BE49-F238E27FC236}">
                    <a16:creationId xmlns:a16="http://schemas.microsoft.com/office/drawing/2014/main" id="{3EF7A471-F0D8-4EB3-AF40-721137F4ACEA}"/>
                  </a:ext>
                </a:extLst>
              </p:cNvPr>
              <p:cNvSpPr/>
              <p:nvPr/>
            </p:nvSpPr>
            <p:spPr>
              <a:xfrm>
                <a:off x="3889110" y="0"/>
                <a:ext cx="486139" cy="68580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105" name="Прямоугольник 104">
                <a:extLst>
                  <a:ext uri="{FF2B5EF4-FFF2-40B4-BE49-F238E27FC236}">
                    <a16:creationId xmlns:a16="http://schemas.microsoft.com/office/drawing/2014/main" id="{A7262BF0-60B8-4450-B2A6-5A2076D5D9B4}"/>
                  </a:ext>
                </a:extLst>
              </p:cNvPr>
              <p:cNvSpPr/>
              <p:nvPr/>
            </p:nvSpPr>
            <p:spPr>
              <a:xfrm>
                <a:off x="4375249" y="0"/>
                <a:ext cx="486139" cy="68580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106" name="Прямоугольник 105">
                <a:extLst>
                  <a:ext uri="{FF2B5EF4-FFF2-40B4-BE49-F238E27FC236}">
                    <a16:creationId xmlns:a16="http://schemas.microsoft.com/office/drawing/2014/main" id="{67F7441A-18F7-4A13-931B-FD8BEDEFA8BB}"/>
                  </a:ext>
                </a:extLst>
              </p:cNvPr>
              <p:cNvSpPr/>
              <p:nvPr/>
            </p:nvSpPr>
            <p:spPr>
              <a:xfrm>
                <a:off x="4861388" y="0"/>
                <a:ext cx="486139" cy="68580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107" name="Прямоугольник 106">
                <a:extLst>
                  <a:ext uri="{FF2B5EF4-FFF2-40B4-BE49-F238E27FC236}">
                    <a16:creationId xmlns:a16="http://schemas.microsoft.com/office/drawing/2014/main" id="{20942736-BBF0-45AC-ADCA-22E1CF1790CA}"/>
                  </a:ext>
                </a:extLst>
              </p:cNvPr>
              <p:cNvSpPr/>
              <p:nvPr/>
            </p:nvSpPr>
            <p:spPr>
              <a:xfrm>
                <a:off x="5347527" y="0"/>
                <a:ext cx="486139" cy="68580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108" name="Прямоугольник 107">
                <a:extLst>
                  <a:ext uri="{FF2B5EF4-FFF2-40B4-BE49-F238E27FC236}">
                    <a16:creationId xmlns:a16="http://schemas.microsoft.com/office/drawing/2014/main" id="{4CF93E4B-DF1A-4610-92B1-4AC7BB6988B1}"/>
                  </a:ext>
                </a:extLst>
              </p:cNvPr>
              <p:cNvSpPr/>
              <p:nvPr/>
            </p:nvSpPr>
            <p:spPr>
              <a:xfrm>
                <a:off x="5833666" y="0"/>
                <a:ext cx="486139" cy="68580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109" name="Прямоугольник 108">
                <a:extLst>
                  <a:ext uri="{FF2B5EF4-FFF2-40B4-BE49-F238E27FC236}">
                    <a16:creationId xmlns:a16="http://schemas.microsoft.com/office/drawing/2014/main" id="{4421E6CB-B79F-4985-AC9F-EF634819E1F6}"/>
                  </a:ext>
                </a:extLst>
              </p:cNvPr>
              <p:cNvSpPr/>
              <p:nvPr/>
            </p:nvSpPr>
            <p:spPr>
              <a:xfrm>
                <a:off x="6319805" y="0"/>
                <a:ext cx="486139" cy="68580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110" name="Прямоугольник 109">
                <a:extLst>
                  <a:ext uri="{FF2B5EF4-FFF2-40B4-BE49-F238E27FC236}">
                    <a16:creationId xmlns:a16="http://schemas.microsoft.com/office/drawing/2014/main" id="{22EC2E10-D1BB-43A7-B5AC-1A67618D86DD}"/>
                  </a:ext>
                </a:extLst>
              </p:cNvPr>
              <p:cNvSpPr/>
              <p:nvPr/>
            </p:nvSpPr>
            <p:spPr>
              <a:xfrm>
                <a:off x="6805944" y="0"/>
                <a:ext cx="486139" cy="68580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111" name="Прямоугольник 110">
                <a:extLst>
                  <a:ext uri="{FF2B5EF4-FFF2-40B4-BE49-F238E27FC236}">
                    <a16:creationId xmlns:a16="http://schemas.microsoft.com/office/drawing/2014/main" id="{903A5950-D35B-4110-A561-2760E9105C91}"/>
                  </a:ext>
                </a:extLst>
              </p:cNvPr>
              <p:cNvSpPr/>
              <p:nvPr/>
            </p:nvSpPr>
            <p:spPr>
              <a:xfrm>
                <a:off x="7292083" y="0"/>
                <a:ext cx="486139" cy="68580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112" name="Прямоугольник 111">
                <a:extLst>
                  <a:ext uri="{FF2B5EF4-FFF2-40B4-BE49-F238E27FC236}">
                    <a16:creationId xmlns:a16="http://schemas.microsoft.com/office/drawing/2014/main" id="{CB92CC41-F5C9-4C7C-AA2C-93C882CEA916}"/>
                  </a:ext>
                </a:extLst>
              </p:cNvPr>
              <p:cNvSpPr/>
              <p:nvPr/>
            </p:nvSpPr>
            <p:spPr>
              <a:xfrm>
                <a:off x="7778222" y="0"/>
                <a:ext cx="486139" cy="68580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113" name="Прямоугольник 112">
                <a:extLst>
                  <a:ext uri="{FF2B5EF4-FFF2-40B4-BE49-F238E27FC236}">
                    <a16:creationId xmlns:a16="http://schemas.microsoft.com/office/drawing/2014/main" id="{84F3766D-387C-4BCF-9467-7E7C69DFE17C}"/>
                  </a:ext>
                </a:extLst>
              </p:cNvPr>
              <p:cNvSpPr/>
              <p:nvPr/>
            </p:nvSpPr>
            <p:spPr>
              <a:xfrm>
                <a:off x="8264361" y="0"/>
                <a:ext cx="486139" cy="68580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</p:grpSp>
        <p:grpSp>
          <p:nvGrpSpPr>
            <p:cNvPr id="69" name="Группа 68">
              <a:extLst>
                <a:ext uri="{FF2B5EF4-FFF2-40B4-BE49-F238E27FC236}">
                  <a16:creationId xmlns:a16="http://schemas.microsoft.com/office/drawing/2014/main" id="{661AE684-D580-489B-83A6-7B752ABDD836}"/>
                </a:ext>
              </a:extLst>
            </p:cNvPr>
            <p:cNvGrpSpPr/>
            <p:nvPr/>
          </p:nvGrpSpPr>
          <p:grpSpPr>
            <a:xfrm>
              <a:off x="0" y="0"/>
              <a:ext cx="12192000" cy="6858000"/>
              <a:chOff x="0" y="0"/>
              <a:chExt cx="12192000" cy="6400800"/>
            </a:xfrm>
            <a:noFill/>
          </p:grpSpPr>
          <p:sp>
            <p:nvSpPr>
              <p:cNvPr id="70" name="Прямоугольник 69">
                <a:extLst>
                  <a:ext uri="{FF2B5EF4-FFF2-40B4-BE49-F238E27FC236}">
                    <a16:creationId xmlns:a16="http://schemas.microsoft.com/office/drawing/2014/main" id="{35A4AE5D-CC26-4ADD-B50A-33492E34BA44}"/>
                  </a:ext>
                </a:extLst>
              </p:cNvPr>
              <p:cNvSpPr/>
              <p:nvPr/>
            </p:nvSpPr>
            <p:spPr>
              <a:xfrm>
                <a:off x="0" y="0"/>
                <a:ext cx="12192000" cy="5334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71" name="Прямоугольник 70">
                <a:extLst>
                  <a:ext uri="{FF2B5EF4-FFF2-40B4-BE49-F238E27FC236}">
                    <a16:creationId xmlns:a16="http://schemas.microsoft.com/office/drawing/2014/main" id="{A904FD80-26F8-418D-98CB-EF7667B84B9F}"/>
                  </a:ext>
                </a:extLst>
              </p:cNvPr>
              <p:cNvSpPr/>
              <p:nvPr/>
            </p:nvSpPr>
            <p:spPr>
              <a:xfrm>
                <a:off x="0" y="533400"/>
                <a:ext cx="12192000" cy="5334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74" name="Прямоугольник 73">
                <a:extLst>
                  <a:ext uri="{FF2B5EF4-FFF2-40B4-BE49-F238E27FC236}">
                    <a16:creationId xmlns:a16="http://schemas.microsoft.com/office/drawing/2014/main" id="{F377F6D9-F703-420E-9370-A4000E8BC6EC}"/>
                  </a:ext>
                </a:extLst>
              </p:cNvPr>
              <p:cNvSpPr/>
              <p:nvPr/>
            </p:nvSpPr>
            <p:spPr>
              <a:xfrm>
                <a:off x="0" y="1066800"/>
                <a:ext cx="12192000" cy="5334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75" name="Прямоугольник 74">
                <a:extLst>
                  <a:ext uri="{FF2B5EF4-FFF2-40B4-BE49-F238E27FC236}">
                    <a16:creationId xmlns:a16="http://schemas.microsoft.com/office/drawing/2014/main" id="{EE45EA95-E9A8-4C8A-9EFC-F124CD6E39B7}"/>
                  </a:ext>
                </a:extLst>
              </p:cNvPr>
              <p:cNvSpPr/>
              <p:nvPr/>
            </p:nvSpPr>
            <p:spPr>
              <a:xfrm>
                <a:off x="0" y="1600200"/>
                <a:ext cx="12192000" cy="5334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76" name="Прямоугольник 75">
                <a:extLst>
                  <a:ext uri="{FF2B5EF4-FFF2-40B4-BE49-F238E27FC236}">
                    <a16:creationId xmlns:a16="http://schemas.microsoft.com/office/drawing/2014/main" id="{D4B0BAA9-CAD8-43C6-85E7-B42E9228D155}"/>
                  </a:ext>
                </a:extLst>
              </p:cNvPr>
              <p:cNvSpPr/>
              <p:nvPr/>
            </p:nvSpPr>
            <p:spPr>
              <a:xfrm>
                <a:off x="0" y="2133600"/>
                <a:ext cx="12192000" cy="5334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77" name="Прямоугольник 76">
                <a:extLst>
                  <a:ext uri="{FF2B5EF4-FFF2-40B4-BE49-F238E27FC236}">
                    <a16:creationId xmlns:a16="http://schemas.microsoft.com/office/drawing/2014/main" id="{4D49B1A5-D301-46DF-8E6A-26BE5EC5F99C}"/>
                  </a:ext>
                </a:extLst>
              </p:cNvPr>
              <p:cNvSpPr/>
              <p:nvPr/>
            </p:nvSpPr>
            <p:spPr>
              <a:xfrm>
                <a:off x="0" y="2667000"/>
                <a:ext cx="12192000" cy="5334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78" name="Прямоугольник 77">
                <a:extLst>
                  <a:ext uri="{FF2B5EF4-FFF2-40B4-BE49-F238E27FC236}">
                    <a16:creationId xmlns:a16="http://schemas.microsoft.com/office/drawing/2014/main" id="{D33CCEC1-4F3F-4C18-A464-CCF35EC559C6}"/>
                  </a:ext>
                </a:extLst>
              </p:cNvPr>
              <p:cNvSpPr/>
              <p:nvPr/>
            </p:nvSpPr>
            <p:spPr>
              <a:xfrm>
                <a:off x="0" y="3200400"/>
                <a:ext cx="12192000" cy="5334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79" name="Прямоугольник 78">
                <a:extLst>
                  <a:ext uri="{FF2B5EF4-FFF2-40B4-BE49-F238E27FC236}">
                    <a16:creationId xmlns:a16="http://schemas.microsoft.com/office/drawing/2014/main" id="{D1AF7ABD-7026-4189-83CA-53D628B0D14C}"/>
                  </a:ext>
                </a:extLst>
              </p:cNvPr>
              <p:cNvSpPr/>
              <p:nvPr/>
            </p:nvSpPr>
            <p:spPr>
              <a:xfrm>
                <a:off x="0" y="3733800"/>
                <a:ext cx="12192000" cy="5334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80" name="Прямоугольник 79">
                <a:extLst>
                  <a:ext uri="{FF2B5EF4-FFF2-40B4-BE49-F238E27FC236}">
                    <a16:creationId xmlns:a16="http://schemas.microsoft.com/office/drawing/2014/main" id="{8DBF17EE-9D40-40B0-9121-18053F82C4C6}"/>
                  </a:ext>
                </a:extLst>
              </p:cNvPr>
              <p:cNvSpPr/>
              <p:nvPr/>
            </p:nvSpPr>
            <p:spPr>
              <a:xfrm>
                <a:off x="0" y="4267200"/>
                <a:ext cx="12192000" cy="5334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81" name="Прямоугольник 80">
                <a:extLst>
                  <a:ext uri="{FF2B5EF4-FFF2-40B4-BE49-F238E27FC236}">
                    <a16:creationId xmlns:a16="http://schemas.microsoft.com/office/drawing/2014/main" id="{B648A457-FEF3-4422-B2B6-6C6DA0816277}"/>
                  </a:ext>
                </a:extLst>
              </p:cNvPr>
              <p:cNvSpPr/>
              <p:nvPr/>
            </p:nvSpPr>
            <p:spPr>
              <a:xfrm>
                <a:off x="0" y="4800600"/>
                <a:ext cx="12192000" cy="5334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82" name="Прямоугольник 81">
                <a:extLst>
                  <a:ext uri="{FF2B5EF4-FFF2-40B4-BE49-F238E27FC236}">
                    <a16:creationId xmlns:a16="http://schemas.microsoft.com/office/drawing/2014/main" id="{8D38DBB3-E87C-433D-BBCB-F073E603DBC3}"/>
                  </a:ext>
                </a:extLst>
              </p:cNvPr>
              <p:cNvSpPr/>
              <p:nvPr/>
            </p:nvSpPr>
            <p:spPr>
              <a:xfrm>
                <a:off x="0" y="5334000"/>
                <a:ext cx="12192000" cy="5334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85" name="Прямоугольник 84">
                <a:extLst>
                  <a:ext uri="{FF2B5EF4-FFF2-40B4-BE49-F238E27FC236}">
                    <a16:creationId xmlns:a16="http://schemas.microsoft.com/office/drawing/2014/main" id="{AF8A0BA6-A1D4-4F25-AEA3-0C457ED99146}"/>
                  </a:ext>
                </a:extLst>
              </p:cNvPr>
              <p:cNvSpPr/>
              <p:nvPr/>
            </p:nvSpPr>
            <p:spPr>
              <a:xfrm>
                <a:off x="0" y="5867400"/>
                <a:ext cx="12192000" cy="5334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</p:grpSp>
      </p:grpSp>
      <p:cxnSp>
        <p:nvCxnSpPr>
          <p:cNvPr id="83" name="вертикаль">
            <a:extLst>
              <a:ext uri="{FF2B5EF4-FFF2-40B4-BE49-F238E27FC236}">
                <a16:creationId xmlns:a16="http://schemas.microsoft.com/office/drawing/2014/main" id="{DCD21CE6-7B73-44C8-ABED-2B45E79B26CF}"/>
              </a:ext>
            </a:extLst>
          </p:cNvPr>
          <p:cNvCxnSpPr>
            <a:cxnSpLocks/>
          </p:cNvCxnSpPr>
          <p:nvPr/>
        </p:nvCxnSpPr>
        <p:spPr>
          <a:xfrm>
            <a:off x="11495307" y="21834"/>
            <a:ext cx="19354" cy="6872452"/>
          </a:xfrm>
          <a:prstGeom prst="line">
            <a:avLst/>
          </a:prstGeom>
          <a:ln w="12700">
            <a:solidFill>
              <a:srgbClr val="08EDE8">
                <a:alpha val="50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3" name="декор">
            <a:extLst>
              <a:ext uri="{FF2B5EF4-FFF2-40B4-BE49-F238E27FC236}">
                <a16:creationId xmlns:a16="http://schemas.microsoft.com/office/drawing/2014/main" id="{49274652-B192-EDCA-1B55-F082F3B88EF7}"/>
              </a:ext>
            </a:extLst>
          </p:cNvPr>
          <p:cNvSpPr txBox="1"/>
          <p:nvPr/>
        </p:nvSpPr>
        <p:spPr>
          <a:xfrm>
            <a:off x="1" y="6222657"/>
            <a:ext cx="12191994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600" dirty="0">
                <a:solidFill>
                  <a:srgbClr val="06A29E">
                    <a:alpha val="10000"/>
                  </a:srgbClr>
                </a:solidFill>
                <a:latin typeface="Segoe UI Black" panose="020B0A02040204020203" pitchFamily="34" charset="0"/>
                <a:ea typeface="Segoe UI Black" panose="020B0A02040204020203" pitchFamily="34" charset="0"/>
              </a:rPr>
              <a:t>Project: Artificial Intelligence</a:t>
            </a:r>
            <a:endParaRPr lang="ru-UA" sz="3600" dirty="0">
              <a:solidFill>
                <a:srgbClr val="06A29E">
                  <a:alpha val="10000"/>
                </a:srgbClr>
              </a:solidFill>
              <a:latin typeface="Segoe UI Black" panose="020B0A02040204020203" pitchFamily="34" charset="0"/>
              <a:ea typeface="Segoe UI Black" panose="020B0A02040204020203" pitchFamily="34" charset="0"/>
            </a:endParaRP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D62BF7BF-BC4B-4325-B8D1-9BAC365E2B8B}"/>
              </a:ext>
            </a:extLst>
          </p:cNvPr>
          <p:cNvSpPr txBox="1"/>
          <p:nvPr/>
        </p:nvSpPr>
        <p:spPr>
          <a:xfrm>
            <a:off x="86517" y="73778"/>
            <a:ext cx="6431417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uk-UA" sz="2800" dirty="0">
                <a:solidFill>
                  <a:srgbClr val="08EDE8"/>
                </a:solidFill>
                <a:latin typeface="Montserrat SemiBold" panose="00000700000000000000" pitchFamily="2" charset="-52"/>
              </a:rPr>
              <a:t>Дослідження: постановка задачі</a:t>
            </a:r>
            <a:endParaRPr lang="ru-RU" sz="2800" dirty="0">
              <a:solidFill>
                <a:srgbClr val="08EDE8"/>
              </a:solidFill>
              <a:latin typeface="Montserrat SemiBold" panose="00000700000000000000" pitchFamily="2" charset="-52"/>
            </a:endParaRPr>
          </a:p>
        </p:txBody>
      </p:sp>
      <p:cxnSp>
        <p:nvCxnSpPr>
          <p:cNvPr id="92" name="горизонт">
            <a:extLst>
              <a:ext uri="{FF2B5EF4-FFF2-40B4-BE49-F238E27FC236}">
                <a16:creationId xmlns:a16="http://schemas.microsoft.com/office/drawing/2014/main" id="{CC61BFD0-25DD-453F-92C2-4BBAD9929B6C}"/>
              </a:ext>
            </a:extLst>
          </p:cNvPr>
          <p:cNvCxnSpPr>
            <a:cxnSpLocks/>
          </p:cNvCxnSpPr>
          <p:nvPr/>
        </p:nvCxnSpPr>
        <p:spPr>
          <a:xfrm>
            <a:off x="19349" y="6286500"/>
            <a:ext cx="12191994" cy="0"/>
          </a:xfrm>
          <a:prstGeom prst="line">
            <a:avLst/>
          </a:prstGeom>
          <a:ln w="12700">
            <a:solidFill>
              <a:srgbClr val="08EDE8">
                <a:alpha val="50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6" name="!!рам3">
            <a:extLst>
              <a:ext uri="{FF2B5EF4-FFF2-40B4-BE49-F238E27FC236}">
                <a16:creationId xmlns:a16="http://schemas.microsoft.com/office/drawing/2014/main" id="{93486AFD-4ACD-48D0-ADD3-6F6EBC47D476}"/>
              </a:ext>
            </a:extLst>
          </p:cNvPr>
          <p:cNvSpPr/>
          <p:nvPr/>
        </p:nvSpPr>
        <p:spPr>
          <a:xfrm>
            <a:off x="708172" y="1010135"/>
            <a:ext cx="4028093" cy="774606"/>
          </a:xfrm>
          <a:prstGeom prst="roundRect">
            <a:avLst>
              <a:gd name="adj" fmla="val 13165"/>
            </a:avLst>
          </a:prstGeom>
          <a:solidFill>
            <a:schemeClr val="bg1">
              <a:alpha val="20000"/>
            </a:schemeClr>
          </a:solidFill>
          <a:ln w="12700">
            <a:gradFill>
              <a:gsLst>
                <a:gs pos="0">
                  <a:schemeClr val="accent1">
                    <a:lumMod val="5000"/>
                    <a:lumOff val="95000"/>
                  </a:schemeClr>
                </a:gs>
                <a:gs pos="74000">
                  <a:schemeClr val="accent1">
                    <a:lumMod val="45000"/>
                    <a:lumOff val="55000"/>
                  </a:schemeClr>
                </a:gs>
                <a:gs pos="83000">
                  <a:schemeClr val="accent1">
                    <a:lumMod val="45000"/>
                    <a:lumOff val="55000"/>
                  </a:schemeClr>
                </a:gs>
                <a:gs pos="100000">
                  <a:schemeClr val="accent1">
                    <a:lumMod val="30000"/>
                    <a:lumOff val="70000"/>
                  </a:schemeClr>
                </a:gs>
              </a:gsLst>
              <a:lin ang="5400000" scaled="1"/>
            </a:gra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4E43F210-3954-441B-8979-1E55BFE00F65}"/>
              </a:ext>
            </a:extLst>
          </p:cNvPr>
          <p:cNvSpPr txBox="1"/>
          <p:nvPr/>
        </p:nvSpPr>
        <p:spPr>
          <a:xfrm>
            <a:off x="1268135" y="1032112"/>
            <a:ext cx="3383381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uk-UA" sz="2000" dirty="0">
                <a:solidFill>
                  <a:srgbClr val="08EDE8"/>
                </a:solidFill>
                <a:latin typeface="Montserrat Medium" panose="00000600000000000000" pitchFamily="2" charset="-52"/>
              </a:rPr>
              <a:t>Алгоритм проходить з точки А в точку Б</a:t>
            </a:r>
            <a:endParaRPr lang="ru-RU" sz="2000" dirty="0">
              <a:solidFill>
                <a:srgbClr val="08EDE8"/>
              </a:solidFill>
              <a:latin typeface="Montserrat Medium" panose="00000600000000000000" pitchFamily="2" charset="-52"/>
            </a:endParaRP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3D09F9CE-1D93-4796-A901-31BE6506FE3A}"/>
              </a:ext>
            </a:extLst>
          </p:cNvPr>
          <p:cNvSpPr txBox="1"/>
          <p:nvPr/>
        </p:nvSpPr>
        <p:spPr>
          <a:xfrm>
            <a:off x="819208" y="878224"/>
            <a:ext cx="448927" cy="10156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uk-UA" sz="6000" dirty="0">
                <a:solidFill>
                  <a:srgbClr val="08EDE8"/>
                </a:solidFill>
                <a:latin typeface="Montserrat Medium" panose="00000600000000000000" pitchFamily="2" charset="-52"/>
              </a:rPr>
              <a:t>1 </a:t>
            </a:r>
            <a:endParaRPr lang="ru-RU" sz="6000" dirty="0"/>
          </a:p>
        </p:txBody>
      </p:sp>
      <p:sp>
        <p:nvSpPr>
          <p:cNvPr id="98" name="!!рам3">
            <a:extLst>
              <a:ext uri="{FF2B5EF4-FFF2-40B4-BE49-F238E27FC236}">
                <a16:creationId xmlns:a16="http://schemas.microsoft.com/office/drawing/2014/main" id="{E92F395F-FB02-437F-B732-A7C1E53D5979}"/>
              </a:ext>
            </a:extLst>
          </p:cNvPr>
          <p:cNvSpPr/>
          <p:nvPr/>
        </p:nvSpPr>
        <p:spPr>
          <a:xfrm>
            <a:off x="708172" y="1942202"/>
            <a:ext cx="4028093" cy="774606"/>
          </a:xfrm>
          <a:prstGeom prst="roundRect">
            <a:avLst>
              <a:gd name="adj" fmla="val 13165"/>
            </a:avLst>
          </a:prstGeom>
          <a:solidFill>
            <a:schemeClr val="bg1">
              <a:alpha val="20000"/>
            </a:schemeClr>
          </a:solidFill>
          <a:ln w="12700">
            <a:gradFill>
              <a:gsLst>
                <a:gs pos="0">
                  <a:schemeClr val="accent1">
                    <a:lumMod val="5000"/>
                    <a:lumOff val="95000"/>
                  </a:schemeClr>
                </a:gs>
                <a:gs pos="74000">
                  <a:schemeClr val="accent1">
                    <a:lumMod val="45000"/>
                    <a:lumOff val="55000"/>
                  </a:schemeClr>
                </a:gs>
                <a:gs pos="83000">
                  <a:schemeClr val="accent1">
                    <a:lumMod val="45000"/>
                    <a:lumOff val="55000"/>
                  </a:schemeClr>
                </a:gs>
                <a:gs pos="100000">
                  <a:schemeClr val="accent1">
                    <a:lumMod val="30000"/>
                    <a:lumOff val="70000"/>
                  </a:schemeClr>
                </a:gs>
              </a:gsLst>
              <a:lin ang="5400000" scaled="1"/>
            </a:gra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99" name="TextBox 98">
            <a:extLst>
              <a:ext uri="{FF2B5EF4-FFF2-40B4-BE49-F238E27FC236}">
                <a16:creationId xmlns:a16="http://schemas.microsoft.com/office/drawing/2014/main" id="{EDF8C008-760F-4AB2-8432-183BC9BEBA9A}"/>
              </a:ext>
            </a:extLst>
          </p:cNvPr>
          <p:cNvSpPr txBox="1"/>
          <p:nvPr/>
        </p:nvSpPr>
        <p:spPr>
          <a:xfrm>
            <a:off x="1268135" y="1964179"/>
            <a:ext cx="3383381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uk-UA" sz="2000" dirty="0">
                <a:solidFill>
                  <a:srgbClr val="08EDE8"/>
                </a:solidFill>
                <a:latin typeface="Montserrat Medium" panose="00000600000000000000" pitchFamily="2" charset="-52"/>
              </a:rPr>
              <a:t>Здатний оминати перешкоди на шляху</a:t>
            </a:r>
            <a:endParaRPr lang="ru-RU" sz="2000" dirty="0">
              <a:solidFill>
                <a:srgbClr val="08EDE8"/>
              </a:solidFill>
              <a:latin typeface="Montserrat Medium" panose="00000600000000000000" pitchFamily="2" charset="-52"/>
            </a:endParaRPr>
          </a:p>
        </p:txBody>
      </p:sp>
      <p:sp>
        <p:nvSpPr>
          <p:cNvPr id="114" name="TextBox 113">
            <a:extLst>
              <a:ext uri="{FF2B5EF4-FFF2-40B4-BE49-F238E27FC236}">
                <a16:creationId xmlns:a16="http://schemas.microsoft.com/office/drawing/2014/main" id="{870FE5C2-0E4D-43BF-A2AD-C649ADB140A4}"/>
              </a:ext>
            </a:extLst>
          </p:cNvPr>
          <p:cNvSpPr txBox="1"/>
          <p:nvPr/>
        </p:nvSpPr>
        <p:spPr>
          <a:xfrm>
            <a:off x="743110" y="1810291"/>
            <a:ext cx="448927" cy="10156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uk-UA" sz="6000" dirty="0">
                <a:solidFill>
                  <a:srgbClr val="08EDE8"/>
                </a:solidFill>
                <a:latin typeface="Montserrat Medium" panose="00000600000000000000" pitchFamily="2" charset="-52"/>
              </a:rPr>
              <a:t>2 </a:t>
            </a:r>
            <a:endParaRPr lang="ru-RU" sz="6000" dirty="0"/>
          </a:p>
        </p:txBody>
      </p:sp>
      <p:sp>
        <p:nvSpPr>
          <p:cNvPr id="117" name="!!рам3">
            <a:extLst>
              <a:ext uri="{FF2B5EF4-FFF2-40B4-BE49-F238E27FC236}">
                <a16:creationId xmlns:a16="http://schemas.microsoft.com/office/drawing/2014/main" id="{70DFBB37-387F-485E-8279-C35374400522}"/>
              </a:ext>
            </a:extLst>
          </p:cNvPr>
          <p:cNvSpPr/>
          <p:nvPr/>
        </p:nvSpPr>
        <p:spPr>
          <a:xfrm>
            <a:off x="708172" y="2882723"/>
            <a:ext cx="4028093" cy="774606"/>
          </a:xfrm>
          <a:prstGeom prst="roundRect">
            <a:avLst>
              <a:gd name="adj" fmla="val 13165"/>
            </a:avLst>
          </a:prstGeom>
          <a:solidFill>
            <a:schemeClr val="bg1">
              <a:alpha val="20000"/>
            </a:schemeClr>
          </a:solidFill>
          <a:ln w="12700">
            <a:gradFill>
              <a:gsLst>
                <a:gs pos="0">
                  <a:schemeClr val="accent1">
                    <a:lumMod val="5000"/>
                    <a:lumOff val="95000"/>
                  </a:schemeClr>
                </a:gs>
                <a:gs pos="74000">
                  <a:schemeClr val="accent1">
                    <a:lumMod val="45000"/>
                    <a:lumOff val="55000"/>
                  </a:schemeClr>
                </a:gs>
                <a:gs pos="83000">
                  <a:schemeClr val="accent1">
                    <a:lumMod val="45000"/>
                    <a:lumOff val="55000"/>
                  </a:schemeClr>
                </a:gs>
                <a:gs pos="100000">
                  <a:schemeClr val="accent1">
                    <a:lumMod val="30000"/>
                    <a:lumOff val="70000"/>
                  </a:schemeClr>
                </a:gs>
              </a:gsLst>
              <a:lin ang="5400000" scaled="1"/>
            </a:gra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118" name="TextBox 117">
            <a:extLst>
              <a:ext uri="{FF2B5EF4-FFF2-40B4-BE49-F238E27FC236}">
                <a16:creationId xmlns:a16="http://schemas.microsoft.com/office/drawing/2014/main" id="{ABCA681A-A85F-4403-B518-F2DED4085FFF}"/>
              </a:ext>
            </a:extLst>
          </p:cNvPr>
          <p:cNvSpPr txBox="1"/>
          <p:nvPr/>
        </p:nvSpPr>
        <p:spPr>
          <a:xfrm>
            <a:off x="1268135" y="2904700"/>
            <a:ext cx="3383381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uk-UA" sz="2000" dirty="0">
                <a:solidFill>
                  <a:srgbClr val="08EDE8"/>
                </a:solidFill>
                <a:latin typeface="Montserrat Medium" panose="00000600000000000000" pitchFamily="2" charset="-52"/>
              </a:rPr>
              <a:t>Реалізація декількох різних алгоритмів ШІ</a:t>
            </a:r>
            <a:endParaRPr lang="ru-RU" sz="2000" dirty="0">
              <a:solidFill>
                <a:srgbClr val="08EDE8"/>
              </a:solidFill>
              <a:latin typeface="Montserrat Medium" panose="00000600000000000000" pitchFamily="2" charset="-52"/>
            </a:endParaRPr>
          </a:p>
        </p:txBody>
      </p:sp>
      <p:sp>
        <p:nvSpPr>
          <p:cNvPr id="119" name="TextBox 118">
            <a:extLst>
              <a:ext uri="{FF2B5EF4-FFF2-40B4-BE49-F238E27FC236}">
                <a16:creationId xmlns:a16="http://schemas.microsoft.com/office/drawing/2014/main" id="{42CDA67E-271E-4134-ADA1-10DACC143BB8}"/>
              </a:ext>
            </a:extLst>
          </p:cNvPr>
          <p:cNvSpPr txBox="1"/>
          <p:nvPr/>
        </p:nvSpPr>
        <p:spPr>
          <a:xfrm>
            <a:off x="743110" y="2750812"/>
            <a:ext cx="448927" cy="10156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uk-UA" sz="6000" dirty="0">
                <a:solidFill>
                  <a:srgbClr val="08EDE8"/>
                </a:solidFill>
                <a:latin typeface="Montserrat Medium" panose="00000600000000000000" pitchFamily="2" charset="-52"/>
              </a:rPr>
              <a:t>3 </a:t>
            </a:r>
            <a:endParaRPr lang="ru-RU" sz="6000" dirty="0"/>
          </a:p>
        </p:txBody>
      </p:sp>
      <p:grpSp>
        <p:nvGrpSpPr>
          <p:cNvPr id="126" name="Группа 125">
            <a:extLst>
              <a:ext uri="{FF2B5EF4-FFF2-40B4-BE49-F238E27FC236}">
                <a16:creationId xmlns:a16="http://schemas.microsoft.com/office/drawing/2014/main" id="{278BC096-1AA9-41C5-80F8-D7B4E0126A50}"/>
              </a:ext>
            </a:extLst>
          </p:cNvPr>
          <p:cNvGrpSpPr/>
          <p:nvPr/>
        </p:nvGrpSpPr>
        <p:grpSpPr>
          <a:xfrm>
            <a:off x="4609707" y="4794893"/>
            <a:ext cx="856264" cy="856264"/>
            <a:chOff x="7662119" y="-689429"/>
            <a:chExt cx="8236858" cy="8236858"/>
          </a:xfrm>
        </p:grpSpPr>
        <p:sp>
          <p:nvSpPr>
            <p:cNvPr id="127" name="Овал 126">
              <a:extLst>
                <a:ext uri="{FF2B5EF4-FFF2-40B4-BE49-F238E27FC236}">
                  <a16:creationId xmlns:a16="http://schemas.microsoft.com/office/drawing/2014/main" id="{321EBE1B-A668-436F-88F4-D4A5032CF730}"/>
                </a:ext>
              </a:extLst>
            </p:cNvPr>
            <p:cNvSpPr/>
            <p:nvPr/>
          </p:nvSpPr>
          <p:spPr>
            <a:xfrm>
              <a:off x="7662119" y="-689429"/>
              <a:ext cx="8236858" cy="8236858"/>
            </a:xfrm>
            <a:prstGeom prst="ellipse">
              <a:avLst/>
            </a:prstGeom>
            <a:noFill/>
            <a:ln>
              <a:gradFill>
                <a:gsLst>
                  <a:gs pos="0">
                    <a:srgbClr val="0D22ED"/>
                  </a:gs>
                  <a:gs pos="100000">
                    <a:srgbClr val="0919AA"/>
                  </a:gs>
                </a:gsLst>
                <a:lin ang="5400000" scaled="1"/>
              </a:gradFill>
            </a:ln>
            <a:effectLst>
              <a:glow rad="12700">
                <a:srgbClr val="0D22ED">
                  <a:alpha val="20000"/>
                </a:srgbClr>
              </a:glo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 sz="1000">
                <a:solidFill>
                  <a:schemeClr val="bg1"/>
                </a:solidFill>
                <a:latin typeface="Uniform Pro Bold" panose="00000800000000000000" pitchFamily="2" charset="0"/>
              </a:endParaRPr>
            </a:p>
          </p:txBody>
        </p:sp>
        <p:sp>
          <p:nvSpPr>
            <p:cNvPr id="128" name="Овал 127">
              <a:extLst>
                <a:ext uri="{FF2B5EF4-FFF2-40B4-BE49-F238E27FC236}">
                  <a16:creationId xmlns:a16="http://schemas.microsoft.com/office/drawing/2014/main" id="{5931E598-BA18-41B8-AEEE-A80A163CD882}"/>
                </a:ext>
              </a:extLst>
            </p:cNvPr>
            <p:cNvSpPr/>
            <p:nvPr/>
          </p:nvSpPr>
          <p:spPr>
            <a:xfrm>
              <a:off x="7868403" y="-483145"/>
              <a:ext cx="7824290" cy="7824290"/>
            </a:xfrm>
            <a:prstGeom prst="ellipse">
              <a:avLst/>
            </a:prstGeom>
            <a:noFill/>
            <a:ln>
              <a:gradFill>
                <a:gsLst>
                  <a:gs pos="0">
                    <a:srgbClr val="0D22ED"/>
                  </a:gs>
                  <a:gs pos="100000">
                    <a:srgbClr val="0919AA"/>
                  </a:gs>
                </a:gsLst>
                <a:lin ang="5400000" scaled="1"/>
              </a:gradFill>
            </a:ln>
            <a:effectLst>
              <a:glow rad="12700">
                <a:srgbClr val="0D22ED">
                  <a:alpha val="20000"/>
                </a:srgbClr>
              </a:glo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 sz="1000">
                <a:solidFill>
                  <a:schemeClr val="bg1"/>
                </a:solidFill>
                <a:latin typeface="Uniform Pro Bold" panose="00000800000000000000" pitchFamily="2" charset="0"/>
              </a:endParaRPr>
            </a:p>
          </p:txBody>
        </p:sp>
        <p:sp>
          <p:nvSpPr>
            <p:cNvPr id="129" name="Овал 128">
              <a:extLst>
                <a:ext uri="{FF2B5EF4-FFF2-40B4-BE49-F238E27FC236}">
                  <a16:creationId xmlns:a16="http://schemas.microsoft.com/office/drawing/2014/main" id="{1CAC526E-338E-4B8A-9980-B6036935C7D3}"/>
                </a:ext>
              </a:extLst>
            </p:cNvPr>
            <p:cNvSpPr/>
            <p:nvPr/>
          </p:nvSpPr>
          <p:spPr>
            <a:xfrm>
              <a:off x="8196166" y="-155382"/>
              <a:ext cx="7168764" cy="7168764"/>
            </a:xfrm>
            <a:prstGeom prst="ellipse">
              <a:avLst/>
            </a:prstGeom>
            <a:gradFill flip="none" rotWithShape="1">
              <a:gsLst>
                <a:gs pos="92000">
                  <a:srgbClr val="140D36"/>
                </a:gs>
                <a:gs pos="0">
                  <a:srgbClr val="0919AA"/>
                </a:gs>
              </a:gsLst>
              <a:lin ang="13500000" scaled="1"/>
              <a:tileRect/>
            </a:gradFill>
            <a:ln>
              <a:noFill/>
            </a:ln>
            <a:effectLst>
              <a:glow rad="38100">
                <a:srgbClr val="0919AA">
                  <a:alpha val="20000"/>
                </a:srgbClr>
              </a:glo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 sz="1000">
                <a:solidFill>
                  <a:schemeClr val="bg1"/>
                </a:solidFill>
                <a:latin typeface="Uniform Pro Bold" panose="00000800000000000000" pitchFamily="2" charset="0"/>
              </a:endParaRPr>
            </a:p>
          </p:txBody>
        </p:sp>
      </p:grpSp>
      <p:grpSp>
        <p:nvGrpSpPr>
          <p:cNvPr id="130" name="Группа 129">
            <a:extLst>
              <a:ext uri="{FF2B5EF4-FFF2-40B4-BE49-F238E27FC236}">
                <a16:creationId xmlns:a16="http://schemas.microsoft.com/office/drawing/2014/main" id="{FDD0741B-B08E-4491-A1AE-79EA445E802A}"/>
              </a:ext>
            </a:extLst>
          </p:cNvPr>
          <p:cNvGrpSpPr/>
          <p:nvPr/>
        </p:nvGrpSpPr>
        <p:grpSpPr>
          <a:xfrm>
            <a:off x="9461368" y="1848949"/>
            <a:ext cx="856264" cy="856264"/>
            <a:chOff x="7662119" y="-689429"/>
            <a:chExt cx="8236858" cy="8236858"/>
          </a:xfrm>
        </p:grpSpPr>
        <p:sp>
          <p:nvSpPr>
            <p:cNvPr id="131" name="Овал 130">
              <a:extLst>
                <a:ext uri="{FF2B5EF4-FFF2-40B4-BE49-F238E27FC236}">
                  <a16:creationId xmlns:a16="http://schemas.microsoft.com/office/drawing/2014/main" id="{8671DDF7-2AE2-4748-8A45-44F49C5A76B2}"/>
                </a:ext>
              </a:extLst>
            </p:cNvPr>
            <p:cNvSpPr/>
            <p:nvPr/>
          </p:nvSpPr>
          <p:spPr>
            <a:xfrm>
              <a:off x="7662119" y="-689429"/>
              <a:ext cx="8236858" cy="8236858"/>
            </a:xfrm>
            <a:prstGeom prst="ellipse">
              <a:avLst/>
            </a:prstGeom>
            <a:noFill/>
            <a:ln>
              <a:gradFill>
                <a:gsLst>
                  <a:gs pos="0">
                    <a:srgbClr val="0D22ED"/>
                  </a:gs>
                  <a:gs pos="100000">
                    <a:srgbClr val="0919AA"/>
                  </a:gs>
                </a:gsLst>
                <a:lin ang="5400000" scaled="1"/>
              </a:gradFill>
            </a:ln>
            <a:effectLst>
              <a:glow rad="12700">
                <a:srgbClr val="0D22ED">
                  <a:alpha val="20000"/>
                </a:srgbClr>
              </a:glo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 sz="1000">
                <a:solidFill>
                  <a:schemeClr val="bg1"/>
                </a:solidFill>
                <a:latin typeface="Uniform Pro Bold" panose="00000800000000000000" pitchFamily="2" charset="0"/>
              </a:endParaRPr>
            </a:p>
          </p:txBody>
        </p:sp>
        <p:sp>
          <p:nvSpPr>
            <p:cNvPr id="132" name="Овал 131">
              <a:extLst>
                <a:ext uri="{FF2B5EF4-FFF2-40B4-BE49-F238E27FC236}">
                  <a16:creationId xmlns:a16="http://schemas.microsoft.com/office/drawing/2014/main" id="{9D8D6F58-0CDB-4496-9199-2D82C1791ECD}"/>
                </a:ext>
              </a:extLst>
            </p:cNvPr>
            <p:cNvSpPr/>
            <p:nvPr/>
          </p:nvSpPr>
          <p:spPr>
            <a:xfrm>
              <a:off x="7868403" y="-483145"/>
              <a:ext cx="7824290" cy="7824290"/>
            </a:xfrm>
            <a:prstGeom prst="ellipse">
              <a:avLst/>
            </a:prstGeom>
            <a:noFill/>
            <a:ln>
              <a:gradFill>
                <a:gsLst>
                  <a:gs pos="0">
                    <a:srgbClr val="0D22ED"/>
                  </a:gs>
                  <a:gs pos="100000">
                    <a:srgbClr val="0919AA"/>
                  </a:gs>
                </a:gsLst>
                <a:lin ang="5400000" scaled="1"/>
              </a:gradFill>
            </a:ln>
            <a:effectLst>
              <a:glow rad="12700">
                <a:srgbClr val="0D22ED">
                  <a:alpha val="20000"/>
                </a:srgbClr>
              </a:glo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 sz="1000">
                <a:solidFill>
                  <a:schemeClr val="bg1"/>
                </a:solidFill>
                <a:latin typeface="Uniform Pro Bold" panose="00000800000000000000" pitchFamily="2" charset="0"/>
              </a:endParaRPr>
            </a:p>
          </p:txBody>
        </p:sp>
        <p:sp>
          <p:nvSpPr>
            <p:cNvPr id="133" name="Овал 132">
              <a:extLst>
                <a:ext uri="{FF2B5EF4-FFF2-40B4-BE49-F238E27FC236}">
                  <a16:creationId xmlns:a16="http://schemas.microsoft.com/office/drawing/2014/main" id="{E95BE421-A6B0-4790-BF27-12060D4B8543}"/>
                </a:ext>
              </a:extLst>
            </p:cNvPr>
            <p:cNvSpPr/>
            <p:nvPr/>
          </p:nvSpPr>
          <p:spPr>
            <a:xfrm>
              <a:off x="8196166" y="-155382"/>
              <a:ext cx="7168764" cy="7168764"/>
            </a:xfrm>
            <a:prstGeom prst="ellipse">
              <a:avLst/>
            </a:prstGeom>
            <a:gradFill flip="none" rotWithShape="1">
              <a:gsLst>
                <a:gs pos="92000">
                  <a:srgbClr val="140D36"/>
                </a:gs>
                <a:gs pos="0">
                  <a:srgbClr val="0919AA"/>
                </a:gs>
              </a:gsLst>
              <a:lin ang="13500000" scaled="1"/>
              <a:tileRect/>
            </a:gradFill>
            <a:ln>
              <a:noFill/>
            </a:ln>
            <a:effectLst>
              <a:glow rad="38100">
                <a:srgbClr val="0919AA">
                  <a:alpha val="20000"/>
                </a:srgbClr>
              </a:glo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 sz="1000">
                <a:solidFill>
                  <a:schemeClr val="bg1"/>
                </a:solidFill>
                <a:latin typeface="Uniform Pro Bold" panose="00000800000000000000" pitchFamily="2" charset="0"/>
              </a:endParaRPr>
            </a:p>
          </p:txBody>
        </p:sp>
      </p:grpSp>
      <p:sp>
        <p:nvSpPr>
          <p:cNvPr id="134" name="TextBox 133">
            <a:extLst>
              <a:ext uri="{FF2B5EF4-FFF2-40B4-BE49-F238E27FC236}">
                <a16:creationId xmlns:a16="http://schemas.microsoft.com/office/drawing/2014/main" id="{6BC054F3-6CB3-4B27-937F-C14E0C6BBA04}"/>
              </a:ext>
            </a:extLst>
          </p:cNvPr>
          <p:cNvSpPr txBox="1"/>
          <p:nvPr/>
        </p:nvSpPr>
        <p:spPr>
          <a:xfrm>
            <a:off x="4658055" y="3900587"/>
            <a:ext cx="677334" cy="10156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uk-UA" sz="6000" dirty="0">
                <a:solidFill>
                  <a:srgbClr val="08EDE8"/>
                </a:solidFill>
                <a:latin typeface="Montserrat Medium" panose="00000600000000000000" pitchFamily="2" charset="-52"/>
              </a:rPr>
              <a:t>А</a:t>
            </a:r>
            <a:endParaRPr lang="ru-RU" sz="6000" dirty="0"/>
          </a:p>
        </p:txBody>
      </p:sp>
      <p:sp>
        <p:nvSpPr>
          <p:cNvPr id="135" name="TextBox 134">
            <a:extLst>
              <a:ext uri="{FF2B5EF4-FFF2-40B4-BE49-F238E27FC236}">
                <a16:creationId xmlns:a16="http://schemas.microsoft.com/office/drawing/2014/main" id="{F17DFAA0-04C3-4FD2-9778-EDBF2EDBCB12}"/>
              </a:ext>
            </a:extLst>
          </p:cNvPr>
          <p:cNvSpPr txBox="1"/>
          <p:nvPr/>
        </p:nvSpPr>
        <p:spPr>
          <a:xfrm>
            <a:off x="9512922" y="888997"/>
            <a:ext cx="677334" cy="10156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uk-UA" sz="6000" dirty="0">
                <a:solidFill>
                  <a:srgbClr val="08EDE8"/>
                </a:solidFill>
                <a:latin typeface="Montserrat Medium" panose="00000600000000000000" pitchFamily="2" charset="-52"/>
              </a:rPr>
              <a:t>Б</a:t>
            </a:r>
            <a:endParaRPr lang="ru-RU" sz="6000" dirty="0"/>
          </a:p>
        </p:txBody>
      </p:sp>
      <p:sp>
        <p:nvSpPr>
          <p:cNvPr id="136" name="Прямоугольник 135">
            <a:extLst>
              <a:ext uri="{FF2B5EF4-FFF2-40B4-BE49-F238E27FC236}">
                <a16:creationId xmlns:a16="http://schemas.microsoft.com/office/drawing/2014/main" id="{4A712A44-DDD8-4946-A23D-14F2DCE65D06}"/>
              </a:ext>
            </a:extLst>
          </p:cNvPr>
          <p:cNvSpPr/>
          <p:nvPr/>
        </p:nvSpPr>
        <p:spPr>
          <a:xfrm>
            <a:off x="5803691" y="3669174"/>
            <a:ext cx="1240648" cy="654326"/>
          </a:xfrm>
          <a:prstGeom prst="rect">
            <a:avLst/>
          </a:prstGeom>
          <a:solidFill>
            <a:srgbClr val="CC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37" name="Прямоугольник 136">
            <a:extLst>
              <a:ext uri="{FF2B5EF4-FFF2-40B4-BE49-F238E27FC236}">
                <a16:creationId xmlns:a16="http://schemas.microsoft.com/office/drawing/2014/main" id="{F3F7D2DE-3034-4BD7-82A1-A57D80CB3543}"/>
              </a:ext>
            </a:extLst>
          </p:cNvPr>
          <p:cNvSpPr/>
          <p:nvPr/>
        </p:nvSpPr>
        <p:spPr>
          <a:xfrm>
            <a:off x="8200135" y="3076539"/>
            <a:ext cx="1240648" cy="654326"/>
          </a:xfrm>
          <a:prstGeom prst="rect">
            <a:avLst/>
          </a:prstGeom>
          <a:solidFill>
            <a:srgbClr val="CC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38" name="Полилиния: фигура 137">
            <a:extLst>
              <a:ext uri="{FF2B5EF4-FFF2-40B4-BE49-F238E27FC236}">
                <a16:creationId xmlns:a16="http://schemas.microsoft.com/office/drawing/2014/main" id="{1F609BB9-C53D-4723-A101-A6EA96AB6DBC}"/>
              </a:ext>
            </a:extLst>
          </p:cNvPr>
          <p:cNvSpPr/>
          <p:nvPr/>
        </p:nvSpPr>
        <p:spPr>
          <a:xfrm>
            <a:off x="5675086" y="2336800"/>
            <a:ext cx="3628571" cy="2685143"/>
          </a:xfrm>
          <a:custGeom>
            <a:avLst/>
            <a:gdLst>
              <a:gd name="connsiteX0" fmla="*/ 0 w 3628571"/>
              <a:gd name="connsiteY0" fmla="*/ 2685143 h 2685143"/>
              <a:gd name="connsiteX1" fmla="*/ 2206171 w 3628571"/>
              <a:gd name="connsiteY1" fmla="*/ 2002971 h 2685143"/>
              <a:gd name="connsiteX2" fmla="*/ 1915885 w 3628571"/>
              <a:gd name="connsiteY2" fmla="*/ 1146629 h 2685143"/>
              <a:gd name="connsiteX3" fmla="*/ 1988457 w 3628571"/>
              <a:gd name="connsiteY3" fmla="*/ 537029 h 2685143"/>
              <a:gd name="connsiteX4" fmla="*/ 3628571 w 3628571"/>
              <a:gd name="connsiteY4" fmla="*/ 0 h 268514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3628571" h="2685143">
                <a:moveTo>
                  <a:pt x="0" y="2685143"/>
                </a:moveTo>
                <a:cubicBezTo>
                  <a:pt x="943428" y="2472266"/>
                  <a:pt x="1886857" y="2259390"/>
                  <a:pt x="2206171" y="2002971"/>
                </a:cubicBezTo>
                <a:cubicBezTo>
                  <a:pt x="2525485" y="1746552"/>
                  <a:pt x="1952171" y="1390952"/>
                  <a:pt x="1915885" y="1146629"/>
                </a:cubicBezTo>
                <a:cubicBezTo>
                  <a:pt x="1879599" y="902306"/>
                  <a:pt x="1703009" y="728134"/>
                  <a:pt x="1988457" y="537029"/>
                </a:cubicBezTo>
                <a:cubicBezTo>
                  <a:pt x="2273905" y="345924"/>
                  <a:pt x="3628571" y="0"/>
                  <a:pt x="3628571" y="0"/>
                </a:cubicBezTo>
              </a:path>
            </a:pathLst>
          </a:custGeom>
          <a:ln w="50800" cap="rnd">
            <a:solidFill>
              <a:srgbClr val="0F126A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cxnSp>
        <p:nvCxnSpPr>
          <p:cNvPr id="5" name="Соединитель: уступ 4">
            <a:extLst>
              <a:ext uri="{FF2B5EF4-FFF2-40B4-BE49-F238E27FC236}">
                <a16:creationId xmlns:a16="http://schemas.microsoft.com/office/drawing/2014/main" id="{4218243E-9F5C-4A21-91CB-C2916B42A18C}"/>
              </a:ext>
            </a:extLst>
          </p:cNvPr>
          <p:cNvCxnSpPr>
            <a:cxnSpLocks/>
          </p:cNvCxnSpPr>
          <p:nvPr/>
        </p:nvCxnSpPr>
        <p:spPr>
          <a:xfrm flipV="1">
            <a:off x="5675086" y="2286000"/>
            <a:ext cx="3765697" cy="2857500"/>
          </a:xfrm>
          <a:prstGeom prst="bentConnector3">
            <a:avLst/>
          </a:prstGeom>
          <a:ln w="50800" cap="rnd">
            <a:solidFill>
              <a:srgbClr val="08EDE8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Полилиния: фигура 9">
            <a:extLst>
              <a:ext uri="{FF2B5EF4-FFF2-40B4-BE49-F238E27FC236}">
                <a16:creationId xmlns:a16="http://schemas.microsoft.com/office/drawing/2014/main" id="{7DDA8F22-C3EB-4862-91EB-E80963DE7ABB}"/>
              </a:ext>
            </a:extLst>
          </p:cNvPr>
          <p:cNvSpPr/>
          <p:nvPr/>
        </p:nvSpPr>
        <p:spPr>
          <a:xfrm>
            <a:off x="5646057" y="2641600"/>
            <a:ext cx="5254172" cy="3019327"/>
          </a:xfrm>
          <a:custGeom>
            <a:avLst/>
            <a:gdLst>
              <a:gd name="connsiteX0" fmla="*/ 0 w 5254172"/>
              <a:gd name="connsiteY0" fmla="*/ 2917371 h 3019327"/>
              <a:gd name="connsiteX1" fmla="*/ 508000 w 5254172"/>
              <a:gd name="connsiteY1" fmla="*/ 3018971 h 3019327"/>
              <a:gd name="connsiteX2" fmla="*/ 2960914 w 5254172"/>
              <a:gd name="connsiteY2" fmla="*/ 2975429 h 3019327"/>
              <a:gd name="connsiteX3" fmla="*/ 3991429 w 5254172"/>
              <a:gd name="connsiteY3" fmla="*/ 2699657 h 3019327"/>
              <a:gd name="connsiteX4" fmla="*/ 4107543 w 5254172"/>
              <a:gd name="connsiteY4" fmla="*/ 2554514 h 3019327"/>
              <a:gd name="connsiteX5" fmla="*/ 4223657 w 5254172"/>
              <a:gd name="connsiteY5" fmla="*/ 2177143 h 3019327"/>
              <a:gd name="connsiteX6" fmla="*/ 4310743 w 5254172"/>
              <a:gd name="connsiteY6" fmla="*/ 1828800 h 3019327"/>
              <a:gd name="connsiteX7" fmla="*/ 4252686 w 5254172"/>
              <a:gd name="connsiteY7" fmla="*/ 1567543 h 3019327"/>
              <a:gd name="connsiteX8" fmla="*/ 4180114 w 5254172"/>
              <a:gd name="connsiteY8" fmla="*/ 1494971 h 3019327"/>
              <a:gd name="connsiteX9" fmla="*/ 3788229 w 5254172"/>
              <a:gd name="connsiteY9" fmla="*/ 1320800 h 3019327"/>
              <a:gd name="connsiteX10" fmla="*/ 3585029 w 5254172"/>
              <a:gd name="connsiteY10" fmla="*/ 1262743 h 3019327"/>
              <a:gd name="connsiteX11" fmla="*/ 3106057 w 5254172"/>
              <a:gd name="connsiteY11" fmla="*/ 1277257 h 3019327"/>
              <a:gd name="connsiteX12" fmla="*/ 2946400 w 5254172"/>
              <a:gd name="connsiteY12" fmla="*/ 1320800 h 3019327"/>
              <a:gd name="connsiteX13" fmla="*/ 2612572 w 5254172"/>
              <a:gd name="connsiteY13" fmla="*/ 1509486 h 3019327"/>
              <a:gd name="connsiteX14" fmla="*/ 2554514 w 5254172"/>
              <a:gd name="connsiteY14" fmla="*/ 1567543 h 3019327"/>
              <a:gd name="connsiteX15" fmla="*/ 2612572 w 5254172"/>
              <a:gd name="connsiteY15" fmla="*/ 2017486 h 3019327"/>
              <a:gd name="connsiteX16" fmla="*/ 2902857 w 5254172"/>
              <a:gd name="connsiteY16" fmla="*/ 2206171 h 3019327"/>
              <a:gd name="connsiteX17" fmla="*/ 3483429 w 5254172"/>
              <a:gd name="connsiteY17" fmla="*/ 2322286 h 3019327"/>
              <a:gd name="connsiteX18" fmla="*/ 4165600 w 5254172"/>
              <a:gd name="connsiteY18" fmla="*/ 2249714 h 3019327"/>
              <a:gd name="connsiteX19" fmla="*/ 4891314 w 5254172"/>
              <a:gd name="connsiteY19" fmla="*/ 1901371 h 3019327"/>
              <a:gd name="connsiteX20" fmla="*/ 5080000 w 5254172"/>
              <a:gd name="connsiteY20" fmla="*/ 1683657 h 3019327"/>
              <a:gd name="connsiteX21" fmla="*/ 5254172 w 5254172"/>
              <a:gd name="connsiteY21" fmla="*/ 1016000 h 3019327"/>
              <a:gd name="connsiteX22" fmla="*/ 5181600 w 5254172"/>
              <a:gd name="connsiteY22" fmla="*/ 261257 h 3019327"/>
              <a:gd name="connsiteX23" fmla="*/ 5152572 w 5254172"/>
              <a:gd name="connsiteY23" fmla="*/ 174171 h 3019327"/>
              <a:gd name="connsiteX24" fmla="*/ 4978400 w 5254172"/>
              <a:gd name="connsiteY24" fmla="*/ 87086 h 3019327"/>
              <a:gd name="connsiteX25" fmla="*/ 4934857 w 5254172"/>
              <a:gd name="connsiteY25" fmla="*/ 58057 h 3019327"/>
              <a:gd name="connsiteX26" fmla="*/ 4789714 w 5254172"/>
              <a:gd name="connsiteY26" fmla="*/ 0 h 301932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</a:cxnLst>
            <a:rect l="l" t="t" r="r" b="b"/>
            <a:pathLst>
              <a:path w="5254172" h="3019327">
                <a:moveTo>
                  <a:pt x="0" y="2917371"/>
                </a:moveTo>
                <a:cubicBezTo>
                  <a:pt x="188581" y="2998192"/>
                  <a:pt x="209210" y="3017454"/>
                  <a:pt x="508000" y="3018971"/>
                </a:cubicBezTo>
                <a:cubicBezTo>
                  <a:pt x="1325756" y="3023122"/>
                  <a:pt x="2143276" y="2989943"/>
                  <a:pt x="2960914" y="2975429"/>
                </a:cubicBezTo>
                <a:cubicBezTo>
                  <a:pt x="3872695" y="2786784"/>
                  <a:pt x="3550442" y="2937111"/>
                  <a:pt x="3991429" y="2699657"/>
                </a:cubicBezTo>
                <a:cubicBezTo>
                  <a:pt x="4030134" y="2651276"/>
                  <a:pt x="4077270" y="2608573"/>
                  <a:pt x="4107543" y="2554514"/>
                </a:cubicBezTo>
                <a:cubicBezTo>
                  <a:pt x="4227920" y="2339555"/>
                  <a:pt x="4171511" y="2377038"/>
                  <a:pt x="4223657" y="2177143"/>
                </a:cubicBezTo>
                <a:cubicBezTo>
                  <a:pt x="4329817" y="1770192"/>
                  <a:pt x="4243290" y="2233512"/>
                  <a:pt x="4310743" y="1828800"/>
                </a:cubicBezTo>
                <a:cubicBezTo>
                  <a:pt x="4291391" y="1741714"/>
                  <a:pt x="4285194" y="1650619"/>
                  <a:pt x="4252686" y="1567543"/>
                </a:cubicBezTo>
                <a:cubicBezTo>
                  <a:pt x="4240220" y="1535684"/>
                  <a:pt x="4209337" y="1512759"/>
                  <a:pt x="4180114" y="1494971"/>
                </a:cubicBezTo>
                <a:cubicBezTo>
                  <a:pt x="3934075" y="1345208"/>
                  <a:pt x="3984699" y="1394477"/>
                  <a:pt x="3788229" y="1320800"/>
                </a:cubicBezTo>
                <a:cubicBezTo>
                  <a:pt x="3624483" y="1259395"/>
                  <a:pt x="3751610" y="1286540"/>
                  <a:pt x="3585029" y="1262743"/>
                </a:cubicBezTo>
                <a:cubicBezTo>
                  <a:pt x="3425372" y="1267581"/>
                  <a:pt x="3265132" y="1262796"/>
                  <a:pt x="3106057" y="1277257"/>
                </a:cubicBezTo>
                <a:cubicBezTo>
                  <a:pt x="3051121" y="1282251"/>
                  <a:pt x="2997617" y="1300313"/>
                  <a:pt x="2946400" y="1320800"/>
                </a:cubicBezTo>
                <a:cubicBezTo>
                  <a:pt x="2841935" y="1362586"/>
                  <a:pt x="2705633" y="1437901"/>
                  <a:pt x="2612572" y="1509486"/>
                </a:cubicBezTo>
                <a:cubicBezTo>
                  <a:pt x="2590879" y="1526173"/>
                  <a:pt x="2573867" y="1548191"/>
                  <a:pt x="2554514" y="1567543"/>
                </a:cubicBezTo>
                <a:cubicBezTo>
                  <a:pt x="2531415" y="1752339"/>
                  <a:pt x="2515543" y="1774913"/>
                  <a:pt x="2612572" y="2017486"/>
                </a:cubicBezTo>
                <a:cubicBezTo>
                  <a:pt x="2650324" y="2111865"/>
                  <a:pt x="2833873" y="2180302"/>
                  <a:pt x="2902857" y="2206171"/>
                </a:cubicBezTo>
                <a:cubicBezTo>
                  <a:pt x="3196988" y="2316470"/>
                  <a:pt x="3166265" y="2292079"/>
                  <a:pt x="3483429" y="2322286"/>
                </a:cubicBezTo>
                <a:cubicBezTo>
                  <a:pt x="3704658" y="2312667"/>
                  <a:pt x="3950688" y="2315503"/>
                  <a:pt x="4165600" y="2249714"/>
                </a:cubicBezTo>
                <a:cubicBezTo>
                  <a:pt x="4348001" y="2193877"/>
                  <a:pt x="4726124" y="1987270"/>
                  <a:pt x="4891314" y="1901371"/>
                </a:cubicBezTo>
                <a:cubicBezTo>
                  <a:pt x="4954209" y="1828800"/>
                  <a:pt x="5036178" y="1769109"/>
                  <a:pt x="5080000" y="1683657"/>
                </a:cubicBezTo>
                <a:cubicBezTo>
                  <a:pt x="5132401" y="1581475"/>
                  <a:pt x="5226774" y="1136550"/>
                  <a:pt x="5254172" y="1016000"/>
                </a:cubicBezTo>
                <a:cubicBezTo>
                  <a:pt x="5231202" y="579567"/>
                  <a:pt x="5260068" y="575133"/>
                  <a:pt x="5181600" y="261257"/>
                </a:cubicBezTo>
                <a:cubicBezTo>
                  <a:pt x="5174179" y="231572"/>
                  <a:pt x="5173041" y="196915"/>
                  <a:pt x="5152572" y="174171"/>
                </a:cubicBezTo>
                <a:cubicBezTo>
                  <a:pt x="5111400" y="128424"/>
                  <a:pt x="5031716" y="113744"/>
                  <a:pt x="4978400" y="87086"/>
                </a:cubicBezTo>
                <a:cubicBezTo>
                  <a:pt x="4962797" y="79285"/>
                  <a:pt x="4950798" y="65142"/>
                  <a:pt x="4934857" y="58057"/>
                </a:cubicBezTo>
                <a:cubicBezTo>
                  <a:pt x="4612010" y="-85431"/>
                  <a:pt x="5027338" y="118812"/>
                  <a:pt x="4789714" y="0"/>
                </a:cubicBezTo>
              </a:path>
            </a:pathLst>
          </a:custGeom>
          <a:ln w="50800" cap="rnd">
            <a:solidFill>
              <a:srgbClr val="669E9A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ru-RU">
              <a:solidFill>
                <a:schemeClr val="tx1"/>
              </a:solidFill>
            </a:endParaRPr>
          </a:p>
        </p:txBody>
      </p:sp>
      <p:sp>
        <p:nvSpPr>
          <p:cNvPr id="139" name="TextBox 138">
            <a:extLst>
              <a:ext uri="{FF2B5EF4-FFF2-40B4-BE49-F238E27FC236}">
                <a16:creationId xmlns:a16="http://schemas.microsoft.com/office/drawing/2014/main" id="{64D74548-0DC9-4F02-99D8-0D303AE80A89}"/>
              </a:ext>
            </a:extLst>
          </p:cNvPr>
          <p:cNvSpPr txBox="1"/>
          <p:nvPr/>
        </p:nvSpPr>
        <p:spPr>
          <a:xfrm>
            <a:off x="5585601" y="4498781"/>
            <a:ext cx="85627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800" dirty="0">
                <a:solidFill>
                  <a:srgbClr val="0F126A"/>
                </a:solidFill>
                <a:latin typeface="Montserrat Medium" panose="00000600000000000000" pitchFamily="2" charset="-52"/>
              </a:rPr>
              <a:t>Alg_1</a:t>
            </a:r>
            <a:endParaRPr lang="ru-RU" sz="1800" dirty="0">
              <a:solidFill>
                <a:srgbClr val="0F126A"/>
              </a:solidFill>
              <a:latin typeface="Montserrat Medium" panose="00000600000000000000" pitchFamily="2" charset="-52"/>
            </a:endParaRPr>
          </a:p>
        </p:txBody>
      </p:sp>
      <p:sp>
        <p:nvSpPr>
          <p:cNvPr id="141" name="TextBox 140">
            <a:extLst>
              <a:ext uri="{FF2B5EF4-FFF2-40B4-BE49-F238E27FC236}">
                <a16:creationId xmlns:a16="http://schemas.microsoft.com/office/drawing/2014/main" id="{D02CD129-4362-41D7-A01A-754AFC833512}"/>
              </a:ext>
            </a:extLst>
          </p:cNvPr>
          <p:cNvSpPr txBox="1"/>
          <p:nvPr/>
        </p:nvSpPr>
        <p:spPr>
          <a:xfrm>
            <a:off x="7571974" y="4868511"/>
            <a:ext cx="85627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800" dirty="0">
                <a:solidFill>
                  <a:srgbClr val="08EDE8"/>
                </a:solidFill>
                <a:latin typeface="Montserrat Medium" panose="00000600000000000000" pitchFamily="2" charset="-52"/>
              </a:rPr>
              <a:t>Alg_2</a:t>
            </a:r>
            <a:endParaRPr lang="ru-RU" sz="1800" dirty="0">
              <a:solidFill>
                <a:srgbClr val="08EDE8"/>
              </a:solidFill>
              <a:latin typeface="Montserrat Medium" panose="00000600000000000000" pitchFamily="2" charset="-52"/>
            </a:endParaRPr>
          </a:p>
        </p:txBody>
      </p:sp>
      <p:sp>
        <p:nvSpPr>
          <p:cNvPr id="142" name="TextBox 141">
            <a:extLst>
              <a:ext uri="{FF2B5EF4-FFF2-40B4-BE49-F238E27FC236}">
                <a16:creationId xmlns:a16="http://schemas.microsoft.com/office/drawing/2014/main" id="{8839A47F-AE15-44C1-9938-7840924AAD0A}"/>
              </a:ext>
            </a:extLst>
          </p:cNvPr>
          <p:cNvSpPr txBox="1"/>
          <p:nvPr/>
        </p:nvSpPr>
        <p:spPr>
          <a:xfrm>
            <a:off x="9095624" y="4076520"/>
            <a:ext cx="85627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800" dirty="0">
                <a:solidFill>
                  <a:srgbClr val="669E9A"/>
                </a:solidFill>
                <a:latin typeface="Montserrat Medium" panose="00000600000000000000" pitchFamily="2" charset="-52"/>
              </a:rPr>
              <a:t>Alg_3</a:t>
            </a:r>
            <a:endParaRPr lang="ru-RU" sz="1800" dirty="0">
              <a:solidFill>
                <a:srgbClr val="669E9A"/>
              </a:solidFill>
              <a:latin typeface="Montserrat Medium" panose="00000600000000000000" pitchFamily="2" charset="-52"/>
            </a:endParaRPr>
          </a:p>
        </p:txBody>
      </p:sp>
    </p:spTree>
    <p:extLst>
      <p:ext uri="{BB962C8B-B14F-4D97-AF65-F5344CB8AC3E}">
        <p14:creationId xmlns:p14="http://schemas.microsoft.com/office/powerpoint/2010/main" val="4152973331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spd="med">
        <p159:morph option="byObject"/>
      </p:transition>
    </mc:Choice>
    <mc:Fallback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6" presetClass="emph" presetSubtype="0" repeatCount="indefinite" decel="3000" autoRev="1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Scale>
                                      <p:cBhvr>
                                        <p:cTn id="6" dur="1000" fill="hold"/>
                                        <p:tgtEl>
                                          <p:spTgt spid="126"/>
                                        </p:tgtEl>
                                      </p:cBhvr>
                                      <p:by x="107000" y="107000"/>
                                    </p:animScale>
                                  </p:childTnLst>
                                </p:cTn>
                              </p:par>
                              <p:par>
                                <p:cTn id="7" presetID="6" presetClass="emph" presetSubtype="0" repeatCount="indefinite" decel="3000" autoRev="1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Scale>
                                      <p:cBhvr>
                                        <p:cTn id="8" dur="1000" fill="hold"/>
                                        <p:tgtEl>
                                          <p:spTgt spid="130"/>
                                        </p:tgtEl>
                                      </p:cBhvr>
                                      <p:by x="107000" y="107000"/>
                                    </p:animScale>
                                  </p:childTnLst>
                                </p:cTn>
                              </p:par>
                              <p:par>
                                <p:cTn id="9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1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4" fill="hold">
                            <p:stCondLst>
                              <p:cond delay="2000"/>
                            </p:stCondLst>
                            <p:childTnLst>
                              <p:par>
                                <p:cTn id="15" presetID="2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7" dur="10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animBg="1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фон">
            <a:extLst>
              <a:ext uri="{FF2B5EF4-FFF2-40B4-BE49-F238E27FC236}">
                <a16:creationId xmlns:a16="http://schemas.microsoft.com/office/drawing/2014/main" id="{123AAA31-15E5-4CD4-90E0-8BA1499E8700}"/>
              </a:ext>
            </a:extLst>
          </p:cNvPr>
          <p:cNvSpPr/>
          <p:nvPr/>
        </p:nvSpPr>
        <p:spPr>
          <a:xfrm>
            <a:off x="-5" y="0"/>
            <a:ext cx="12192000" cy="6858000"/>
          </a:xfrm>
          <a:prstGeom prst="rect">
            <a:avLst/>
          </a:prstGeom>
          <a:gradFill>
            <a:gsLst>
              <a:gs pos="0">
                <a:srgbClr val="1D1D1D"/>
              </a:gs>
              <a:gs pos="100000">
                <a:srgbClr val="1D1D1D"/>
              </a:gs>
            </a:gsLst>
            <a:path path="circle">
              <a:fillToRect r="100000" b="100000"/>
            </a:path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grpSp>
        <p:nvGrpSpPr>
          <p:cNvPr id="3" name="18х12 сетка">
            <a:extLst>
              <a:ext uri="{FF2B5EF4-FFF2-40B4-BE49-F238E27FC236}">
                <a16:creationId xmlns:a16="http://schemas.microsoft.com/office/drawing/2014/main" id="{04138851-021C-4CAD-990D-6CB3C7ABD4FF}"/>
              </a:ext>
            </a:extLst>
          </p:cNvPr>
          <p:cNvGrpSpPr/>
          <p:nvPr/>
        </p:nvGrpSpPr>
        <p:grpSpPr>
          <a:xfrm>
            <a:off x="-8" y="0"/>
            <a:ext cx="12192007" cy="6858000"/>
            <a:chOff x="-2" y="0"/>
            <a:chExt cx="12192002" cy="6858000"/>
          </a:xfrm>
        </p:grpSpPr>
        <p:grpSp>
          <p:nvGrpSpPr>
            <p:cNvPr id="4" name="Группа 3">
              <a:extLst>
                <a:ext uri="{FF2B5EF4-FFF2-40B4-BE49-F238E27FC236}">
                  <a16:creationId xmlns:a16="http://schemas.microsoft.com/office/drawing/2014/main" id="{9973B303-2C4F-412C-A298-275073DCC8EE}"/>
                </a:ext>
              </a:extLst>
            </p:cNvPr>
            <p:cNvGrpSpPr/>
            <p:nvPr/>
          </p:nvGrpSpPr>
          <p:grpSpPr>
            <a:xfrm>
              <a:off x="-2" y="0"/>
              <a:ext cx="12192000" cy="6858000"/>
              <a:chOff x="-2" y="0"/>
              <a:chExt cx="8750502" cy="6858000"/>
            </a:xfrm>
            <a:noFill/>
          </p:grpSpPr>
          <p:sp>
            <p:nvSpPr>
              <p:cNvPr id="18" name="Прямоугольник 17">
                <a:extLst>
                  <a:ext uri="{FF2B5EF4-FFF2-40B4-BE49-F238E27FC236}">
                    <a16:creationId xmlns:a16="http://schemas.microsoft.com/office/drawing/2014/main" id="{46CB7FAC-6B87-48C5-8713-3C7386F75E63}"/>
                  </a:ext>
                </a:extLst>
              </p:cNvPr>
              <p:cNvSpPr/>
              <p:nvPr/>
            </p:nvSpPr>
            <p:spPr>
              <a:xfrm>
                <a:off x="-2" y="0"/>
                <a:ext cx="486139" cy="68580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19" name="Прямоугольник 18">
                <a:extLst>
                  <a:ext uri="{FF2B5EF4-FFF2-40B4-BE49-F238E27FC236}">
                    <a16:creationId xmlns:a16="http://schemas.microsoft.com/office/drawing/2014/main" id="{383311ED-9D1D-4FBE-9986-1228A12EC5BE}"/>
                  </a:ext>
                </a:extLst>
              </p:cNvPr>
              <p:cNvSpPr/>
              <p:nvPr/>
            </p:nvSpPr>
            <p:spPr>
              <a:xfrm>
                <a:off x="486137" y="0"/>
                <a:ext cx="486139" cy="68580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20" name="Прямоугольник 19">
                <a:extLst>
                  <a:ext uri="{FF2B5EF4-FFF2-40B4-BE49-F238E27FC236}">
                    <a16:creationId xmlns:a16="http://schemas.microsoft.com/office/drawing/2014/main" id="{3D3A6D47-E623-417C-AF26-6356086B4A4C}"/>
                  </a:ext>
                </a:extLst>
              </p:cNvPr>
              <p:cNvSpPr/>
              <p:nvPr/>
            </p:nvSpPr>
            <p:spPr>
              <a:xfrm>
                <a:off x="972276" y="0"/>
                <a:ext cx="486139" cy="68580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21" name="Прямоугольник 20">
                <a:extLst>
                  <a:ext uri="{FF2B5EF4-FFF2-40B4-BE49-F238E27FC236}">
                    <a16:creationId xmlns:a16="http://schemas.microsoft.com/office/drawing/2014/main" id="{771DDD40-CB71-466A-BAB7-BFDF8548D333}"/>
                  </a:ext>
                </a:extLst>
              </p:cNvPr>
              <p:cNvSpPr/>
              <p:nvPr/>
            </p:nvSpPr>
            <p:spPr>
              <a:xfrm>
                <a:off x="1458415" y="0"/>
                <a:ext cx="486139" cy="68580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22" name="Прямоугольник 21">
                <a:extLst>
                  <a:ext uri="{FF2B5EF4-FFF2-40B4-BE49-F238E27FC236}">
                    <a16:creationId xmlns:a16="http://schemas.microsoft.com/office/drawing/2014/main" id="{A8544190-7CC9-4B5E-A97F-14E8B2A09888}"/>
                  </a:ext>
                </a:extLst>
              </p:cNvPr>
              <p:cNvSpPr/>
              <p:nvPr/>
            </p:nvSpPr>
            <p:spPr>
              <a:xfrm>
                <a:off x="1944554" y="0"/>
                <a:ext cx="486139" cy="68580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23" name="Прямоугольник 22">
                <a:extLst>
                  <a:ext uri="{FF2B5EF4-FFF2-40B4-BE49-F238E27FC236}">
                    <a16:creationId xmlns:a16="http://schemas.microsoft.com/office/drawing/2014/main" id="{50B7B3E2-D833-476C-BE86-53CF4497ED46}"/>
                  </a:ext>
                </a:extLst>
              </p:cNvPr>
              <p:cNvSpPr/>
              <p:nvPr/>
            </p:nvSpPr>
            <p:spPr>
              <a:xfrm>
                <a:off x="2430693" y="0"/>
                <a:ext cx="486139" cy="68580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24" name="Прямоугольник 23">
                <a:extLst>
                  <a:ext uri="{FF2B5EF4-FFF2-40B4-BE49-F238E27FC236}">
                    <a16:creationId xmlns:a16="http://schemas.microsoft.com/office/drawing/2014/main" id="{0E8745C2-72BC-43C7-8E1D-553262D8A1CC}"/>
                  </a:ext>
                </a:extLst>
              </p:cNvPr>
              <p:cNvSpPr/>
              <p:nvPr/>
            </p:nvSpPr>
            <p:spPr>
              <a:xfrm>
                <a:off x="2916832" y="0"/>
                <a:ext cx="486139" cy="68580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25" name="Прямоугольник 24">
                <a:extLst>
                  <a:ext uri="{FF2B5EF4-FFF2-40B4-BE49-F238E27FC236}">
                    <a16:creationId xmlns:a16="http://schemas.microsoft.com/office/drawing/2014/main" id="{820061A3-CA59-41E2-9F01-C120BE276011}"/>
                  </a:ext>
                </a:extLst>
              </p:cNvPr>
              <p:cNvSpPr/>
              <p:nvPr/>
            </p:nvSpPr>
            <p:spPr>
              <a:xfrm>
                <a:off x="3402971" y="0"/>
                <a:ext cx="486139" cy="68580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26" name="Прямоугольник 25">
                <a:extLst>
                  <a:ext uri="{FF2B5EF4-FFF2-40B4-BE49-F238E27FC236}">
                    <a16:creationId xmlns:a16="http://schemas.microsoft.com/office/drawing/2014/main" id="{9784F627-96D6-42F7-95D5-281CD27833F3}"/>
                  </a:ext>
                </a:extLst>
              </p:cNvPr>
              <p:cNvSpPr/>
              <p:nvPr/>
            </p:nvSpPr>
            <p:spPr>
              <a:xfrm>
                <a:off x="3889110" y="0"/>
                <a:ext cx="486139" cy="68580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27" name="Прямоугольник 26">
                <a:extLst>
                  <a:ext uri="{FF2B5EF4-FFF2-40B4-BE49-F238E27FC236}">
                    <a16:creationId xmlns:a16="http://schemas.microsoft.com/office/drawing/2014/main" id="{B0EC3FCC-3242-4A5F-BA9A-F5CB3D6DD528}"/>
                  </a:ext>
                </a:extLst>
              </p:cNvPr>
              <p:cNvSpPr/>
              <p:nvPr/>
            </p:nvSpPr>
            <p:spPr>
              <a:xfrm>
                <a:off x="4375249" y="0"/>
                <a:ext cx="486139" cy="68580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28" name="Прямоугольник 27">
                <a:extLst>
                  <a:ext uri="{FF2B5EF4-FFF2-40B4-BE49-F238E27FC236}">
                    <a16:creationId xmlns:a16="http://schemas.microsoft.com/office/drawing/2014/main" id="{62D52256-2091-4666-B455-AB3FBB190AA1}"/>
                  </a:ext>
                </a:extLst>
              </p:cNvPr>
              <p:cNvSpPr/>
              <p:nvPr/>
            </p:nvSpPr>
            <p:spPr>
              <a:xfrm>
                <a:off x="4861388" y="0"/>
                <a:ext cx="486139" cy="68580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29" name="Прямоугольник 28">
                <a:extLst>
                  <a:ext uri="{FF2B5EF4-FFF2-40B4-BE49-F238E27FC236}">
                    <a16:creationId xmlns:a16="http://schemas.microsoft.com/office/drawing/2014/main" id="{A79CB188-05E5-497F-80E2-C95B441C7AC0}"/>
                  </a:ext>
                </a:extLst>
              </p:cNvPr>
              <p:cNvSpPr/>
              <p:nvPr/>
            </p:nvSpPr>
            <p:spPr>
              <a:xfrm>
                <a:off x="5347527" y="0"/>
                <a:ext cx="486139" cy="68580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30" name="Прямоугольник 29">
                <a:extLst>
                  <a:ext uri="{FF2B5EF4-FFF2-40B4-BE49-F238E27FC236}">
                    <a16:creationId xmlns:a16="http://schemas.microsoft.com/office/drawing/2014/main" id="{38FDC722-3787-4DF2-8923-6A7C34AEF92B}"/>
                  </a:ext>
                </a:extLst>
              </p:cNvPr>
              <p:cNvSpPr/>
              <p:nvPr/>
            </p:nvSpPr>
            <p:spPr>
              <a:xfrm>
                <a:off x="5833666" y="0"/>
                <a:ext cx="486139" cy="68580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31" name="Прямоугольник 30">
                <a:extLst>
                  <a:ext uri="{FF2B5EF4-FFF2-40B4-BE49-F238E27FC236}">
                    <a16:creationId xmlns:a16="http://schemas.microsoft.com/office/drawing/2014/main" id="{BE88DBD0-26E3-449B-AF20-9C3C9D4F1638}"/>
                  </a:ext>
                </a:extLst>
              </p:cNvPr>
              <p:cNvSpPr/>
              <p:nvPr/>
            </p:nvSpPr>
            <p:spPr>
              <a:xfrm>
                <a:off x="6319805" y="0"/>
                <a:ext cx="486139" cy="68580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32" name="Прямоугольник 31">
                <a:extLst>
                  <a:ext uri="{FF2B5EF4-FFF2-40B4-BE49-F238E27FC236}">
                    <a16:creationId xmlns:a16="http://schemas.microsoft.com/office/drawing/2014/main" id="{776F27DC-E892-4D73-B0F8-118D14F67E32}"/>
                  </a:ext>
                </a:extLst>
              </p:cNvPr>
              <p:cNvSpPr/>
              <p:nvPr/>
            </p:nvSpPr>
            <p:spPr>
              <a:xfrm>
                <a:off x="6805944" y="0"/>
                <a:ext cx="486139" cy="68580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33" name="Прямоугольник 32">
                <a:extLst>
                  <a:ext uri="{FF2B5EF4-FFF2-40B4-BE49-F238E27FC236}">
                    <a16:creationId xmlns:a16="http://schemas.microsoft.com/office/drawing/2014/main" id="{152D549E-C182-431B-8732-F0705454200E}"/>
                  </a:ext>
                </a:extLst>
              </p:cNvPr>
              <p:cNvSpPr/>
              <p:nvPr/>
            </p:nvSpPr>
            <p:spPr>
              <a:xfrm>
                <a:off x="7292083" y="0"/>
                <a:ext cx="486139" cy="68580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34" name="Прямоугольник 33">
                <a:extLst>
                  <a:ext uri="{FF2B5EF4-FFF2-40B4-BE49-F238E27FC236}">
                    <a16:creationId xmlns:a16="http://schemas.microsoft.com/office/drawing/2014/main" id="{4E7C4C47-3AC0-44BC-98DC-E3D035569674}"/>
                  </a:ext>
                </a:extLst>
              </p:cNvPr>
              <p:cNvSpPr/>
              <p:nvPr/>
            </p:nvSpPr>
            <p:spPr>
              <a:xfrm>
                <a:off x="7778222" y="0"/>
                <a:ext cx="486139" cy="68580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35" name="Прямоугольник 34">
                <a:extLst>
                  <a:ext uri="{FF2B5EF4-FFF2-40B4-BE49-F238E27FC236}">
                    <a16:creationId xmlns:a16="http://schemas.microsoft.com/office/drawing/2014/main" id="{9643B8DE-ADFC-4106-8B2A-6B39CF7089EE}"/>
                  </a:ext>
                </a:extLst>
              </p:cNvPr>
              <p:cNvSpPr/>
              <p:nvPr/>
            </p:nvSpPr>
            <p:spPr>
              <a:xfrm>
                <a:off x="8264361" y="0"/>
                <a:ext cx="486139" cy="68580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</p:grpSp>
        <p:grpSp>
          <p:nvGrpSpPr>
            <p:cNvPr id="5" name="Группа 4">
              <a:extLst>
                <a:ext uri="{FF2B5EF4-FFF2-40B4-BE49-F238E27FC236}">
                  <a16:creationId xmlns:a16="http://schemas.microsoft.com/office/drawing/2014/main" id="{49791603-02CE-4D09-8544-98B85158BB13}"/>
                </a:ext>
              </a:extLst>
            </p:cNvPr>
            <p:cNvGrpSpPr/>
            <p:nvPr/>
          </p:nvGrpSpPr>
          <p:grpSpPr>
            <a:xfrm>
              <a:off x="0" y="0"/>
              <a:ext cx="12192000" cy="6858000"/>
              <a:chOff x="0" y="0"/>
              <a:chExt cx="12192000" cy="6400800"/>
            </a:xfrm>
            <a:noFill/>
          </p:grpSpPr>
          <p:sp>
            <p:nvSpPr>
              <p:cNvPr id="6" name="Прямоугольник 5">
                <a:extLst>
                  <a:ext uri="{FF2B5EF4-FFF2-40B4-BE49-F238E27FC236}">
                    <a16:creationId xmlns:a16="http://schemas.microsoft.com/office/drawing/2014/main" id="{92031D28-254C-471F-96DA-8CB271766BEE}"/>
                  </a:ext>
                </a:extLst>
              </p:cNvPr>
              <p:cNvSpPr/>
              <p:nvPr/>
            </p:nvSpPr>
            <p:spPr>
              <a:xfrm>
                <a:off x="0" y="0"/>
                <a:ext cx="12192000" cy="5334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7" name="Прямоугольник 6">
                <a:extLst>
                  <a:ext uri="{FF2B5EF4-FFF2-40B4-BE49-F238E27FC236}">
                    <a16:creationId xmlns:a16="http://schemas.microsoft.com/office/drawing/2014/main" id="{9CBDAA7A-D429-43F2-A2EE-1E07EB443F3E}"/>
                  </a:ext>
                </a:extLst>
              </p:cNvPr>
              <p:cNvSpPr/>
              <p:nvPr/>
            </p:nvSpPr>
            <p:spPr>
              <a:xfrm>
                <a:off x="0" y="533400"/>
                <a:ext cx="12192000" cy="5334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8" name="Прямоугольник 7">
                <a:extLst>
                  <a:ext uri="{FF2B5EF4-FFF2-40B4-BE49-F238E27FC236}">
                    <a16:creationId xmlns:a16="http://schemas.microsoft.com/office/drawing/2014/main" id="{1D10029B-6BAB-4E5E-9438-484EE11EF512}"/>
                  </a:ext>
                </a:extLst>
              </p:cNvPr>
              <p:cNvSpPr/>
              <p:nvPr/>
            </p:nvSpPr>
            <p:spPr>
              <a:xfrm>
                <a:off x="0" y="1066800"/>
                <a:ext cx="12192000" cy="5334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9" name="Прямоугольник 8">
                <a:extLst>
                  <a:ext uri="{FF2B5EF4-FFF2-40B4-BE49-F238E27FC236}">
                    <a16:creationId xmlns:a16="http://schemas.microsoft.com/office/drawing/2014/main" id="{E469515C-BABE-429E-BD96-D6201E064EE4}"/>
                  </a:ext>
                </a:extLst>
              </p:cNvPr>
              <p:cNvSpPr/>
              <p:nvPr/>
            </p:nvSpPr>
            <p:spPr>
              <a:xfrm>
                <a:off x="0" y="1600200"/>
                <a:ext cx="12192000" cy="5334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10" name="Прямоугольник 9">
                <a:extLst>
                  <a:ext uri="{FF2B5EF4-FFF2-40B4-BE49-F238E27FC236}">
                    <a16:creationId xmlns:a16="http://schemas.microsoft.com/office/drawing/2014/main" id="{83D20425-307C-44C1-94BC-2CF65A58DF57}"/>
                  </a:ext>
                </a:extLst>
              </p:cNvPr>
              <p:cNvSpPr/>
              <p:nvPr/>
            </p:nvSpPr>
            <p:spPr>
              <a:xfrm>
                <a:off x="0" y="2133600"/>
                <a:ext cx="12192000" cy="5334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11" name="Прямоугольник 10">
                <a:extLst>
                  <a:ext uri="{FF2B5EF4-FFF2-40B4-BE49-F238E27FC236}">
                    <a16:creationId xmlns:a16="http://schemas.microsoft.com/office/drawing/2014/main" id="{60897EA5-6CDE-4BE9-A4EA-331BE755ECB3}"/>
                  </a:ext>
                </a:extLst>
              </p:cNvPr>
              <p:cNvSpPr/>
              <p:nvPr/>
            </p:nvSpPr>
            <p:spPr>
              <a:xfrm>
                <a:off x="0" y="2667000"/>
                <a:ext cx="12192000" cy="5334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12" name="Прямоугольник 11">
                <a:extLst>
                  <a:ext uri="{FF2B5EF4-FFF2-40B4-BE49-F238E27FC236}">
                    <a16:creationId xmlns:a16="http://schemas.microsoft.com/office/drawing/2014/main" id="{F52D57F8-967A-465E-B2FD-95D3308E6B25}"/>
                  </a:ext>
                </a:extLst>
              </p:cNvPr>
              <p:cNvSpPr/>
              <p:nvPr/>
            </p:nvSpPr>
            <p:spPr>
              <a:xfrm>
                <a:off x="0" y="3200400"/>
                <a:ext cx="12192000" cy="5334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13" name="Прямоугольник 12">
                <a:extLst>
                  <a:ext uri="{FF2B5EF4-FFF2-40B4-BE49-F238E27FC236}">
                    <a16:creationId xmlns:a16="http://schemas.microsoft.com/office/drawing/2014/main" id="{E5E3D5BD-7AD4-4228-B7CA-E471F644A3BA}"/>
                  </a:ext>
                </a:extLst>
              </p:cNvPr>
              <p:cNvSpPr/>
              <p:nvPr/>
            </p:nvSpPr>
            <p:spPr>
              <a:xfrm>
                <a:off x="0" y="3733800"/>
                <a:ext cx="12192000" cy="5334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14" name="Прямоугольник 13">
                <a:extLst>
                  <a:ext uri="{FF2B5EF4-FFF2-40B4-BE49-F238E27FC236}">
                    <a16:creationId xmlns:a16="http://schemas.microsoft.com/office/drawing/2014/main" id="{CC0CCDAB-789D-4D99-BF0F-55067D6E55D2}"/>
                  </a:ext>
                </a:extLst>
              </p:cNvPr>
              <p:cNvSpPr/>
              <p:nvPr/>
            </p:nvSpPr>
            <p:spPr>
              <a:xfrm>
                <a:off x="0" y="4267200"/>
                <a:ext cx="12192000" cy="5334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15" name="Прямоугольник 14">
                <a:extLst>
                  <a:ext uri="{FF2B5EF4-FFF2-40B4-BE49-F238E27FC236}">
                    <a16:creationId xmlns:a16="http://schemas.microsoft.com/office/drawing/2014/main" id="{94B2E5C6-0BC0-4BAC-B0E1-A2FD92B91FC0}"/>
                  </a:ext>
                </a:extLst>
              </p:cNvPr>
              <p:cNvSpPr/>
              <p:nvPr/>
            </p:nvSpPr>
            <p:spPr>
              <a:xfrm>
                <a:off x="0" y="4800600"/>
                <a:ext cx="12192000" cy="5334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16" name="Прямоугольник 15">
                <a:extLst>
                  <a:ext uri="{FF2B5EF4-FFF2-40B4-BE49-F238E27FC236}">
                    <a16:creationId xmlns:a16="http://schemas.microsoft.com/office/drawing/2014/main" id="{DC6ABE7E-1967-4DE3-BA13-E016E8644F1B}"/>
                  </a:ext>
                </a:extLst>
              </p:cNvPr>
              <p:cNvSpPr/>
              <p:nvPr/>
            </p:nvSpPr>
            <p:spPr>
              <a:xfrm>
                <a:off x="0" y="5334000"/>
                <a:ext cx="12192000" cy="5334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17" name="Прямоугольник 16">
                <a:extLst>
                  <a:ext uri="{FF2B5EF4-FFF2-40B4-BE49-F238E27FC236}">
                    <a16:creationId xmlns:a16="http://schemas.microsoft.com/office/drawing/2014/main" id="{45B014AE-172C-41CD-8940-49259D24A242}"/>
                  </a:ext>
                </a:extLst>
              </p:cNvPr>
              <p:cNvSpPr/>
              <p:nvPr/>
            </p:nvSpPr>
            <p:spPr>
              <a:xfrm>
                <a:off x="0" y="5867400"/>
                <a:ext cx="12192000" cy="5334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</p:grpSp>
      </p:grpSp>
      <p:sp>
        <p:nvSpPr>
          <p:cNvPr id="63" name="декор">
            <a:extLst>
              <a:ext uri="{FF2B5EF4-FFF2-40B4-BE49-F238E27FC236}">
                <a16:creationId xmlns:a16="http://schemas.microsoft.com/office/drawing/2014/main" id="{49274652-B192-EDCA-1B55-F082F3B88EF7}"/>
              </a:ext>
            </a:extLst>
          </p:cNvPr>
          <p:cNvSpPr txBox="1"/>
          <p:nvPr/>
        </p:nvSpPr>
        <p:spPr>
          <a:xfrm>
            <a:off x="1" y="6222657"/>
            <a:ext cx="12191994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600" dirty="0">
                <a:solidFill>
                  <a:srgbClr val="06A29E">
                    <a:alpha val="10000"/>
                  </a:srgbClr>
                </a:solidFill>
                <a:latin typeface="Segoe UI Black" panose="020B0A02040204020203" pitchFamily="34" charset="0"/>
                <a:ea typeface="Segoe UI Black" panose="020B0A02040204020203" pitchFamily="34" charset="0"/>
              </a:rPr>
              <a:t>Project: Artificial Intelligence</a:t>
            </a:r>
            <a:endParaRPr lang="ru-UA" sz="3600" dirty="0">
              <a:solidFill>
                <a:srgbClr val="06A29E">
                  <a:alpha val="10000"/>
                </a:srgbClr>
              </a:solidFill>
              <a:latin typeface="Segoe UI Black" panose="020B0A02040204020203" pitchFamily="34" charset="0"/>
              <a:ea typeface="Segoe UI Black" panose="020B0A02040204020203" pitchFamily="34" charset="0"/>
            </a:endParaRPr>
          </a:p>
        </p:txBody>
      </p:sp>
      <p:cxnSp>
        <p:nvCxnSpPr>
          <p:cNvPr id="45" name="вертикаль">
            <a:extLst>
              <a:ext uri="{FF2B5EF4-FFF2-40B4-BE49-F238E27FC236}">
                <a16:creationId xmlns:a16="http://schemas.microsoft.com/office/drawing/2014/main" id="{10E12F90-DC11-4DEC-B92C-0BE169FFC3BE}"/>
              </a:ext>
            </a:extLst>
          </p:cNvPr>
          <p:cNvCxnSpPr>
            <a:cxnSpLocks/>
          </p:cNvCxnSpPr>
          <p:nvPr/>
        </p:nvCxnSpPr>
        <p:spPr>
          <a:xfrm>
            <a:off x="11495307" y="21834"/>
            <a:ext cx="19354" cy="6872452"/>
          </a:xfrm>
          <a:prstGeom prst="line">
            <a:avLst/>
          </a:prstGeom>
          <a:ln w="12700">
            <a:solidFill>
              <a:srgbClr val="08EDE8">
                <a:alpha val="50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" name="горизонт">
            <a:extLst>
              <a:ext uri="{FF2B5EF4-FFF2-40B4-BE49-F238E27FC236}">
                <a16:creationId xmlns:a16="http://schemas.microsoft.com/office/drawing/2014/main" id="{105AD24E-BE0E-4935-B70D-8C9B50C3C1F9}"/>
              </a:ext>
            </a:extLst>
          </p:cNvPr>
          <p:cNvCxnSpPr>
            <a:cxnSpLocks/>
          </p:cNvCxnSpPr>
          <p:nvPr/>
        </p:nvCxnSpPr>
        <p:spPr>
          <a:xfrm>
            <a:off x="19349" y="6286500"/>
            <a:ext cx="12191994" cy="0"/>
          </a:xfrm>
          <a:prstGeom prst="line">
            <a:avLst/>
          </a:prstGeom>
          <a:ln w="12700">
            <a:solidFill>
              <a:srgbClr val="08EDE8">
                <a:alpha val="50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232137834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med">
        <p159:morph option="byObject"/>
      </p:transition>
    </mc:Choice>
    <mc:Fallback xmlns="">
      <p:transition spd="med">
        <p:fade/>
      </p:transition>
    </mc:Fallback>
  </mc:AlternateContent>
</p:sld>
</file>

<file path=ppt/theme/theme1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Стандартная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1698</TotalTime>
  <Words>2347</Words>
  <Application>Microsoft Office PowerPoint</Application>
  <PresentationFormat>Широкоэкранный</PresentationFormat>
  <Paragraphs>250</Paragraphs>
  <Slides>17</Slides>
  <Notes>0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7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17</vt:i4>
      </vt:variant>
    </vt:vector>
  </HeadingPairs>
  <TitlesOfParts>
    <vt:vector size="25" baseType="lpstr">
      <vt:lpstr>Segoe UI Black</vt:lpstr>
      <vt:lpstr>Uniform Pro Bold</vt:lpstr>
      <vt:lpstr>Aptos Display</vt:lpstr>
      <vt:lpstr>Arial</vt:lpstr>
      <vt:lpstr>Montserrat SemiBold</vt:lpstr>
      <vt:lpstr>Aptos</vt:lpstr>
      <vt:lpstr>Montserrat Medium</vt:lpstr>
      <vt:lpstr>Тема Office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Презентация PowerPoint</dc:title>
  <dc:creator>Dgardes Gusь</dc:creator>
  <cp:lastModifiedBy>Dgardes Gusь</cp:lastModifiedBy>
  <cp:revision>57</cp:revision>
  <dcterms:created xsi:type="dcterms:W3CDTF">2026-01-19T21:28:44Z</dcterms:created>
  <dcterms:modified xsi:type="dcterms:W3CDTF">2026-03-09T21:07:17Z</dcterms:modified>
</cp:coreProperties>
</file>